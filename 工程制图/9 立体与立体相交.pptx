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519" r:id="rId2"/>
    <p:sldId id="532" r:id="rId3"/>
    <p:sldId id="531" r:id="rId4"/>
    <p:sldId id="530" r:id="rId5"/>
    <p:sldId id="511" r:id="rId6"/>
    <p:sldId id="512" r:id="rId7"/>
    <p:sldId id="533" r:id="rId8"/>
    <p:sldId id="516" r:id="rId9"/>
    <p:sldId id="517" r:id="rId10"/>
    <p:sldId id="518" r:id="rId11"/>
    <p:sldId id="520" r:id="rId12"/>
    <p:sldId id="521" r:id="rId13"/>
    <p:sldId id="522" r:id="rId14"/>
    <p:sldId id="534" r:id="rId15"/>
    <p:sldId id="535" r:id="rId16"/>
    <p:sldId id="536" r:id="rId17"/>
    <p:sldId id="537" r:id="rId18"/>
    <p:sldId id="538" r:id="rId19"/>
    <p:sldId id="524" r:id="rId20"/>
    <p:sldId id="525" r:id="rId21"/>
    <p:sldId id="526" r:id="rId22"/>
    <p:sldId id="539" r:id="rId23"/>
    <p:sldId id="540" r:id="rId24"/>
    <p:sldId id="541" r:id="rId25"/>
    <p:sldId id="542" r:id="rId26"/>
    <p:sldId id="543" r:id="rId27"/>
    <p:sldId id="544" r:id="rId28"/>
  </p:sldIdLst>
  <p:sldSz cx="9144000" cy="6858000" type="screen4x3"/>
  <p:notesSz cx="6858000" cy="9144000"/>
  <p:custDataLst>
    <p:tags r:id="rId3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EDF"/>
    <a:srgbClr val="C7FFF0"/>
    <a:srgbClr val="006600"/>
    <a:srgbClr val="FF3300"/>
    <a:srgbClr val="996633"/>
    <a:srgbClr val="0000CC"/>
    <a:srgbClr val="660066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78" autoAdjust="0"/>
    <p:restoredTop sz="90929" autoAdjust="0"/>
  </p:normalViewPr>
  <p:slideViewPr>
    <p:cSldViewPr>
      <p:cViewPr>
        <p:scale>
          <a:sx n="112" d="100"/>
          <a:sy n="112" d="100"/>
        </p:scale>
        <p:origin x="1458" y="-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9649596-3726-4FD2-9481-1422EB872FEE}" type="datetimeFigureOut">
              <a:rPr lang="zh-CN" altLang="en-US"/>
              <a:t>2022/10/27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DA437BDA-18B6-4800-9AD2-B1F8A8F6F356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614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B371BD7-5CCE-4FC5-82FD-30ED6D402CA5}" type="slidenum">
              <a:rPr lang="zh-CN" altLang="en-US" sz="1200">
                <a:latin typeface="Times New Roman" panose="02020603050405020304" pitchFamily="18" charset="0"/>
              </a:rPr>
              <a:t>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  <a:defRPr/>
              </a:pPr>
              <a:endParaRPr kumimoji="1"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  <a:defRPr/>
              </a:pPr>
              <a:endParaRPr kumimoji="1"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  <a:defRPr/>
              </a:pPr>
              <a:endParaRPr kumimoji="1" lang="zh-CN" altLang="en-US"/>
            </a:p>
          </p:txBody>
        </p:sp>
      </p:grpSp>
      <p:sp>
        <p:nvSpPr>
          <p:cNvPr id="286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2868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14" name="Rectangle 1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858000" y="6248400"/>
            <a:ext cx="1905000" cy="4572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16926D8-0944-483C-8B82-E3B7978A740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1F94EDF-8DED-4345-B662-22013E651B7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2231FA2-BADA-44EA-BFCA-40A50926D3D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64AB2F0-443E-4693-89DA-BF6FFD317A2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8011F1F-6D85-433C-9D83-DD4E733FE57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94235E-2EE6-4CA8-8B2B-2DEC468B34E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ADF0F48-16A0-4253-8D0A-58B802DDE7C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7D8BBB4-77A1-42E4-ACFF-6C56CA156C4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CB77EA2-7F69-4F40-B1F8-45F6EB9043A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D124CAB-2FE9-4776-A7C7-C1A5645DB44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39B35E2-5991-4272-95A5-4570C433D70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/>
        </p:nvSpPr>
        <p:spPr>
          <a:xfrm>
            <a:off x="0" y="-1588"/>
            <a:ext cx="9144000" cy="585788"/>
          </a:xfrm>
          <a:prstGeom prst="rect">
            <a:avLst/>
          </a:prstGeom>
          <a:gradFill>
            <a:gsLst>
              <a:gs pos="43000">
                <a:srgbClr val="003300"/>
              </a:gs>
              <a:gs pos="90000">
                <a:srgbClr val="3F7C49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0" scaled="1"/>
          </a:gradFill>
        </p:spPr>
        <p:txBody>
          <a:bodyPr>
            <a:spAutoFit/>
          </a:bodyPr>
          <a:lstStyle>
            <a:lvl1pPr marL="365125" indent="-365125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800"/>
              </a:spcAft>
              <a:buClr>
                <a:schemeClr val="accent1"/>
              </a:buClr>
              <a:buFont typeface="Wingdings" panose="05000000000000000000" pitchFamily="2" charset="2"/>
              <a:buChar char="q"/>
              <a:defRPr/>
            </a:pPr>
            <a:endParaRPr lang="zh-CN" altLang="en-US" sz="3200" b="1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sp>
        <p:nvSpPr>
          <p:cNvPr id="7" name="文本框 13"/>
          <p:cNvSpPr txBox="1">
            <a:spLocks noChangeArrowheads="1"/>
          </p:cNvSpPr>
          <p:nvPr userDrawn="1"/>
        </p:nvSpPr>
        <p:spPr bwMode="auto">
          <a:xfrm>
            <a:off x="-3175" y="6303963"/>
            <a:ext cx="9144000" cy="585787"/>
          </a:xfrm>
          <a:prstGeom prst="rect">
            <a:avLst/>
          </a:prstGeom>
          <a:gradFill rotWithShape="0">
            <a:gsLst>
              <a:gs pos="0">
                <a:srgbClr val="003300"/>
              </a:gs>
              <a:gs pos="100000">
                <a:srgbClr val="003300"/>
              </a:gs>
            </a:gsLst>
            <a:lin ang="0" scaled="1"/>
          </a:gradFill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3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800"/>
              </a:spcAft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zh-CN" altLang="en-US" sz="3200" b="1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pic>
        <p:nvPicPr>
          <p:cNvPr id="8" name="图片 1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r="45248" b="-2402"/>
          <a:stretch>
            <a:fillRect/>
          </a:stretch>
        </p:blipFill>
        <p:spPr bwMode="auto">
          <a:xfrm>
            <a:off x="79375" y="87313"/>
            <a:ext cx="1568450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317795" y="2839830"/>
            <a:ext cx="6477000" cy="1362075"/>
          </a:xfrm>
          <a:prstGeom prst="rect">
            <a:avLst/>
          </a:prstGeom>
          <a:noFill/>
        </p:spPr>
        <p:txBody>
          <a:bodyPr anchor="t"/>
          <a:lstStyle>
            <a:lvl1pPr algn="ctr">
              <a:defRPr sz="3200" b="0" cap="none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1330858" y="1333223"/>
            <a:ext cx="6477000" cy="15001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lang="en-US" sz="2400" b="0" cap="none" dirty="0" smtClean="0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endParaRPr lang="en-US" dirty="0"/>
          </a:p>
        </p:txBody>
      </p:sp>
    </p:spTree>
  </p:cSld>
  <p:clrMapOvr>
    <a:masterClrMapping/>
  </p:clrMapOvr>
  <p:transition spd="med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6256" y="6381328"/>
            <a:ext cx="21336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 flipV="1">
            <a:off x="395049" y="6332237"/>
            <a:ext cx="8748951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95049" y="6433591"/>
            <a:ext cx="17107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工程制图与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CAD》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Rectangle 7"/>
          <p:cNvSpPr/>
          <p:nvPr userDrawn="1"/>
        </p:nvSpPr>
        <p:spPr>
          <a:xfrm>
            <a:off x="3357554" y="6429396"/>
            <a:ext cx="24929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第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14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周  回转体与回转体相贯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9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  <a:defRPr/>
            </a:pPr>
            <a:endParaRPr kumimoji="1" lang="zh-CN" altLang="en-US"/>
          </a:p>
        </p:txBody>
      </p:sp>
      <p:sp>
        <p:nvSpPr>
          <p:cNvPr id="27670" name="Rectangle 2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>
                <a:latin typeface="Times New Roman" panose="02020603050405020304" pitchFamily="18" charset="0"/>
              </a:defRPr>
            </a:lvl1pPr>
          </a:lstStyle>
          <a:p>
            <a:fld id="{CFA0C3B6-206E-4BAD-A757-CE26AEF9AD2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8" name="Rectangle 2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26"/>
          <p:cNvSpPr>
            <a:spLocks noGrp="1" noChangeArrowheads="1"/>
          </p:cNvSpPr>
          <p:nvPr>
            <p:ph type="body" idx="9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文本框 14"/>
          <p:cNvSpPr txBox="1"/>
          <p:nvPr userDrawn="1"/>
        </p:nvSpPr>
        <p:spPr>
          <a:xfrm>
            <a:off x="1588" y="-15875"/>
            <a:ext cx="9144000" cy="585788"/>
          </a:xfrm>
          <a:prstGeom prst="rect">
            <a:avLst/>
          </a:prstGeom>
          <a:gradFill>
            <a:gsLst>
              <a:gs pos="43000">
                <a:srgbClr val="003300"/>
              </a:gs>
              <a:gs pos="90000">
                <a:srgbClr val="3F7C49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0" scaled="1"/>
          </a:gradFill>
        </p:spPr>
        <p:txBody>
          <a:bodyPr>
            <a:spAutoFit/>
          </a:bodyPr>
          <a:lstStyle>
            <a:lvl1pPr marL="365125" indent="-365125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1800"/>
              </a:spcAft>
              <a:buClr>
                <a:schemeClr val="accent1"/>
              </a:buClr>
              <a:buFont typeface="Wingdings" panose="05000000000000000000" pitchFamily="2" charset="2"/>
              <a:buChar char="q"/>
              <a:defRPr/>
            </a:pPr>
            <a:endParaRPr lang="zh-CN" altLang="en-US" sz="3200" b="1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  <p:pic>
        <p:nvPicPr>
          <p:cNvPr id="1031" name="图片 10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r="45248" b="-2402"/>
          <a:stretch>
            <a:fillRect/>
          </a:stretch>
        </p:blipFill>
        <p:spPr bwMode="auto">
          <a:xfrm>
            <a:off x="80963" y="73025"/>
            <a:ext cx="1568450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2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2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2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200" b="1">
          <a:solidFill>
            <a:srgbClr val="FF3300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Blip>
          <a:blip r:embed="rId16"/>
        </a:buBlip>
        <a:defRPr sz="2800" b="1">
          <a:solidFill>
            <a:srgbClr val="008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•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8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8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8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8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2"/>
          <p:cNvSpPr>
            <a:spLocks noGrp="1" noChangeArrowheads="1"/>
          </p:cNvSpPr>
          <p:nvPr>
            <p:ph type="title"/>
          </p:nvPr>
        </p:nvSpPr>
        <p:spPr>
          <a:xfrm>
            <a:off x="1277938" y="2214563"/>
            <a:ext cx="6477000" cy="3956050"/>
          </a:xfrm>
        </p:spPr>
        <p:txBody>
          <a:bodyPr/>
          <a:lstStyle/>
          <a:p>
            <a:pPr eaLnBrk="1" hangingPunct="1"/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立体与立体相交</a:t>
            </a:r>
            <a:b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</a:br>
            <a:b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</a:br>
            <a:b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</a:br>
            <a:br>
              <a:rPr lang="en-US" altLang="zh-CN" dirty="0">
                <a:latin typeface="华文隶书" panose="02010800040101010101" pitchFamily="2" charset="-122"/>
                <a:ea typeface="华文隶书" panose="02010800040101010101" pitchFamily="2" charset="-122"/>
              </a:rPr>
            </a:br>
            <a:endParaRPr lang="zh-CN" altLang="en-US" dirty="0"/>
          </a:p>
        </p:txBody>
      </p:sp>
      <p:sp>
        <p:nvSpPr>
          <p:cNvPr id="5123" name="文本占位符 3"/>
          <p:cNvSpPr>
            <a:spLocks noGrp="1" noChangeArrowheads="1"/>
          </p:cNvSpPr>
          <p:nvPr>
            <p:ph type="body" idx="1"/>
          </p:nvPr>
        </p:nvSpPr>
        <p:spPr>
          <a:xfrm>
            <a:off x="1277938" y="687388"/>
            <a:ext cx="6477000" cy="1190625"/>
          </a:xfrm>
        </p:spPr>
        <p:txBody>
          <a:bodyPr/>
          <a:lstStyle/>
          <a:p>
            <a:pPr eaLnBrk="1" hangingPunct="1"/>
            <a:r>
              <a:rPr lang="zh-CN" altLang="en-US" sz="3600"/>
              <a:t>工程制图</a:t>
            </a:r>
            <a:r>
              <a:rPr altLang="zh-CN" sz="3600"/>
              <a:t>CAD</a:t>
            </a:r>
            <a:endParaRPr lang="zh-CN" altLang="en-US" sz="3600"/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44500" y="908050"/>
            <a:ext cx="8255000" cy="609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400" kern="0" dirty="0">
                <a:latin typeface="Times New Roman" panose="02020603050405020304" pitchFamily="18" charset="0"/>
              </a:rPr>
              <a:t>第九章  立体与立体相交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92163" y="1989138"/>
            <a:ext cx="7772400" cy="43799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•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400" kern="0" dirty="0">
                <a:solidFill>
                  <a:schemeClr val="tx1"/>
                </a:solidFill>
              </a:rPr>
              <a:t>9.1  </a:t>
            </a:r>
            <a:r>
              <a:rPr lang="zh-CN" altLang="en-US" sz="2400" kern="0" dirty="0">
                <a:solidFill>
                  <a:schemeClr val="tx1"/>
                </a:solidFill>
                <a:latin typeface="Times New Roman" panose="02020603050405020304" pitchFamily="18" charset="0"/>
              </a:rPr>
              <a:t>平面体与回转体相交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kern="0" dirty="0">
                <a:solidFill>
                  <a:srgbClr val="FF0000"/>
                </a:solidFill>
              </a:rPr>
              <a:t>9.2  </a:t>
            </a:r>
            <a:r>
              <a:rPr lang="zh-CN" altLang="en-US" sz="2400" kern="0" dirty="0">
                <a:solidFill>
                  <a:srgbClr val="FF0000"/>
                </a:solidFill>
              </a:rPr>
              <a:t>回转体与回转体相交</a:t>
            </a:r>
            <a:endParaRPr lang="en-US" altLang="zh-CN" sz="2400" kern="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9.2.1 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回转体的定义</a:t>
            </a:r>
            <a:endParaRPr lang="en-US" altLang="zh-CN" sz="2400" kern="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9.2.2 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相贯线的定义</a:t>
            </a:r>
            <a:endParaRPr lang="en-US" altLang="zh-CN" sz="2400" kern="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9.2.3 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相贯线的性质</a:t>
            </a:r>
            <a:endParaRPr lang="en-US" altLang="zh-CN" sz="2400" kern="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9.2.4 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相贯线的作法</a:t>
            </a:r>
            <a:endParaRPr lang="en-US" altLang="zh-CN" sz="2400" kern="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9.2.5 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相贯线的特点和形状分析</a:t>
            </a:r>
            <a:endParaRPr lang="en-US" altLang="zh-CN" sz="2400" kern="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9.2.6 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</a:rPr>
              <a:t>知识拓展与创新训练</a:t>
            </a:r>
            <a:endParaRPr lang="en-US" altLang="zh-CN" sz="2400" kern="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215900" y="977279"/>
            <a:ext cx="8775700" cy="609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kern="0">
                <a:latin typeface="Times New Roman" panose="02020603050405020304" pitchFamily="18" charset="0"/>
              </a:rPr>
              <a:t>本章学习目标</a:t>
            </a:r>
            <a:endParaRPr lang="zh-CN" altLang="en-US" sz="4000" kern="0" dirty="0">
              <a:latin typeface="Times New Roman" panose="02020603050405020304" pitchFamily="18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611560" y="2348880"/>
            <a:ext cx="8153400" cy="331334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•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zh-CN" altLang="en-US" ker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相贯线的作法</a:t>
            </a:r>
          </a:p>
          <a:p>
            <a:pPr lvl="1" algn="just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kern="0">
                <a:latin typeface="楷体_GB2312" pitchFamily="49" charset="-122"/>
                <a:ea typeface="楷体_GB2312" pitchFamily="49" charset="-122"/>
              </a:rPr>
              <a:t>面上取点法</a:t>
            </a:r>
          </a:p>
          <a:p>
            <a:pPr lvl="1" algn="just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kern="0">
                <a:latin typeface="楷体_GB2312" pitchFamily="49" charset="-122"/>
                <a:ea typeface="楷体_GB2312" pitchFamily="49" charset="-122"/>
              </a:rPr>
              <a:t>辅助平面法</a:t>
            </a:r>
          </a:p>
          <a:p>
            <a:pPr lvl="1" algn="just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kern="0">
                <a:latin typeface="楷体_GB2312" pitchFamily="49" charset="-122"/>
                <a:ea typeface="楷体_GB2312" pitchFamily="49" charset="-122"/>
              </a:rPr>
              <a:t>辅助球面法</a:t>
            </a:r>
          </a:p>
          <a:p>
            <a:pPr algn="just" eaLnBrk="1" hangingPunct="1"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zh-CN" altLang="en-US" ker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相贯线的特点和形状分析</a:t>
            </a:r>
            <a:endParaRPr lang="zh-CN" altLang="en-US" kern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2"/>
          <p:cNvSpPr txBox="1">
            <a:spLocks noChangeArrowheads="1"/>
          </p:cNvSpPr>
          <p:nvPr/>
        </p:nvSpPr>
        <p:spPr>
          <a:xfrm>
            <a:off x="184150" y="774672"/>
            <a:ext cx="8775700" cy="609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kern="0" dirty="0">
                <a:latin typeface="Times New Roman" panose="02020603050405020304" pitchFamily="18" charset="0"/>
              </a:rPr>
              <a:t>9.2.1 </a:t>
            </a:r>
            <a:r>
              <a:rPr lang="zh-CN" altLang="en-US" sz="4000" kern="0" dirty="0">
                <a:latin typeface="Times New Roman" panose="02020603050405020304" pitchFamily="18" charset="0"/>
              </a:rPr>
              <a:t>回转体的定义</a:t>
            </a:r>
          </a:p>
        </p:txBody>
      </p:sp>
      <p:sp>
        <p:nvSpPr>
          <p:cNvPr id="68" name="AutoShape 5"/>
          <p:cNvSpPr>
            <a:spLocks noChangeArrowheads="1"/>
          </p:cNvSpPr>
          <p:nvPr/>
        </p:nvSpPr>
        <p:spPr bwMode="auto">
          <a:xfrm>
            <a:off x="1331640" y="2154442"/>
            <a:ext cx="794891" cy="1290315"/>
          </a:xfrm>
          <a:prstGeom prst="can">
            <a:avLst>
              <a:gd name="adj" fmla="val 39984"/>
            </a:avLst>
          </a:prstGeom>
          <a:gradFill rotWithShape="0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73" name="Oval 9"/>
          <p:cNvSpPr>
            <a:spLocks noChangeArrowheads="1"/>
          </p:cNvSpPr>
          <p:nvPr/>
        </p:nvSpPr>
        <p:spPr bwMode="auto">
          <a:xfrm>
            <a:off x="4981480" y="2302080"/>
            <a:ext cx="1039961" cy="998661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9" name="Text Box 17"/>
          <p:cNvSpPr txBox="1">
            <a:spLocks noChangeArrowheads="1"/>
          </p:cNvSpPr>
          <p:nvPr/>
        </p:nvSpPr>
        <p:spPr bwMode="auto">
          <a:xfrm>
            <a:off x="1251818" y="3759405"/>
            <a:ext cx="4795838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eaLnBrk="0" hangingPunct="0">
              <a:lnSpc>
                <a:spcPct val="120000"/>
              </a:lnSpc>
              <a:defRPr sz="24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曲面体：表面中包含曲面的立体</a:t>
            </a:r>
          </a:p>
        </p:txBody>
      </p:sp>
      <p:sp>
        <p:nvSpPr>
          <p:cNvPr id="90" name="矩形 31"/>
          <p:cNvSpPr/>
          <p:nvPr/>
        </p:nvSpPr>
        <p:spPr>
          <a:xfrm>
            <a:off x="1251818" y="4425082"/>
            <a:ext cx="7280622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回转体：曲面为回转面，由母线（直线或曲线）绕一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轴线旋转而成</a:t>
            </a:r>
          </a:p>
        </p:txBody>
      </p:sp>
      <p:pic>
        <p:nvPicPr>
          <p:cNvPr id="9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355" y="2134877"/>
            <a:ext cx="1001301" cy="1368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2400346"/>
            <a:ext cx="1362898" cy="80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>
            <a:stCxn id="68" idx="0"/>
            <a:endCxn id="68" idx="3"/>
          </p:cNvCxnSpPr>
          <p:nvPr/>
        </p:nvCxnSpPr>
        <p:spPr bwMode="auto">
          <a:xfrm>
            <a:off x="1729086" y="2472271"/>
            <a:ext cx="0" cy="97248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" name="Straight Connector 11"/>
          <p:cNvCxnSpPr/>
          <p:nvPr/>
        </p:nvCxnSpPr>
        <p:spPr bwMode="auto">
          <a:xfrm flipH="1">
            <a:off x="3455876" y="2204864"/>
            <a:ext cx="72984" cy="1224136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73" grpId="0" animBg="1"/>
      <p:bldP spid="89" grpId="0"/>
      <p:bldP spid="9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9"/>
          <p:cNvSpPr txBox="1">
            <a:spLocks noChangeArrowheads="1"/>
          </p:cNvSpPr>
          <p:nvPr/>
        </p:nvSpPr>
        <p:spPr bwMode="auto">
          <a:xfrm>
            <a:off x="287709" y="1257340"/>
            <a:ext cx="8035212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45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相贯：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立体与立体的相交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19"/>
          <p:cNvSpPr txBox="1">
            <a:spLocks noChangeArrowheads="1"/>
          </p:cNvSpPr>
          <p:nvPr/>
        </p:nvSpPr>
        <p:spPr bwMode="auto">
          <a:xfrm>
            <a:off x="270733" y="1910603"/>
            <a:ext cx="8385273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4500"/>
              </a:lnSpc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 相贯线：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立体相贯时表面产生的交线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4" name="Text Box 3"/>
          <p:cNvSpPr txBox="1">
            <a:spLocks noChangeArrowheads="1"/>
          </p:cNvSpPr>
          <p:nvPr/>
        </p:nvSpPr>
        <p:spPr bwMode="auto">
          <a:xfrm>
            <a:off x="2397125" y="2364581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/>
            <a:endParaRPr kumimoji="1" lang="en-US" altLang="zh-CN" sz="2400" i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pSp>
        <p:nvGrpSpPr>
          <p:cNvPr id="55" name="Group 5"/>
          <p:cNvGrpSpPr/>
          <p:nvPr/>
        </p:nvGrpSpPr>
        <p:grpSpPr bwMode="auto">
          <a:xfrm>
            <a:off x="4822295" y="2849366"/>
            <a:ext cx="1886853" cy="1684407"/>
            <a:chOff x="1776" y="1602"/>
            <a:chExt cx="1313" cy="1247"/>
          </a:xfrm>
        </p:grpSpPr>
        <p:sp>
          <p:nvSpPr>
            <p:cNvPr id="66" name="Freeform 6"/>
            <p:cNvSpPr/>
            <p:nvPr/>
          </p:nvSpPr>
          <p:spPr bwMode="auto">
            <a:xfrm>
              <a:off x="1838" y="1664"/>
              <a:ext cx="1251" cy="1142"/>
            </a:xfrm>
            <a:custGeom>
              <a:avLst/>
              <a:gdLst>
                <a:gd name="T0" fmla="*/ 379 w 1251"/>
                <a:gd name="T1" fmla="*/ 1142 h 1142"/>
                <a:gd name="T2" fmla="*/ 408 w 1251"/>
                <a:gd name="T3" fmla="*/ 1089 h 1142"/>
                <a:gd name="T4" fmla="*/ 446 w 1251"/>
                <a:gd name="T5" fmla="*/ 1041 h 1142"/>
                <a:gd name="T6" fmla="*/ 451 w 1251"/>
                <a:gd name="T7" fmla="*/ 979 h 1142"/>
                <a:gd name="T8" fmla="*/ 456 w 1251"/>
                <a:gd name="T9" fmla="*/ 907 h 1142"/>
                <a:gd name="T10" fmla="*/ 451 w 1251"/>
                <a:gd name="T11" fmla="*/ 844 h 1142"/>
                <a:gd name="T12" fmla="*/ 432 w 1251"/>
                <a:gd name="T13" fmla="*/ 791 h 1142"/>
                <a:gd name="T14" fmla="*/ 398 w 1251"/>
                <a:gd name="T15" fmla="*/ 724 h 1142"/>
                <a:gd name="T16" fmla="*/ 374 w 1251"/>
                <a:gd name="T17" fmla="*/ 667 h 1142"/>
                <a:gd name="T18" fmla="*/ 341 w 1251"/>
                <a:gd name="T19" fmla="*/ 614 h 1142"/>
                <a:gd name="T20" fmla="*/ 293 w 1251"/>
                <a:gd name="T21" fmla="*/ 556 h 1142"/>
                <a:gd name="T22" fmla="*/ 230 w 1251"/>
                <a:gd name="T23" fmla="*/ 508 h 1142"/>
                <a:gd name="T24" fmla="*/ 158 w 1251"/>
                <a:gd name="T25" fmla="*/ 473 h 1142"/>
                <a:gd name="T26" fmla="*/ 105 w 1251"/>
                <a:gd name="T27" fmla="*/ 460 h 1142"/>
                <a:gd name="T28" fmla="*/ 24 w 1251"/>
                <a:gd name="T29" fmla="*/ 451 h 1142"/>
                <a:gd name="T30" fmla="*/ 0 w 1251"/>
                <a:gd name="T31" fmla="*/ 463 h 1142"/>
                <a:gd name="T32" fmla="*/ 315 w 1251"/>
                <a:gd name="T33" fmla="*/ 282 h 1142"/>
                <a:gd name="T34" fmla="*/ 349 w 1251"/>
                <a:gd name="T35" fmla="*/ 320 h 1142"/>
                <a:gd name="T36" fmla="*/ 382 w 1251"/>
                <a:gd name="T37" fmla="*/ 344 h 1142"/>
                <a:gd name="T38" fmla="*/ 430 w 1251"/>
                <a:gd name="T39" fmla="*/ 382 h 1142"/>
                <a:gd name="T40" fmla="*/ 477 w 1251"/>
                <a:gd name="T41" fmla="*/ 415 h 1142"/>
                <a:gd name="T42" fmla="*/ 516 w 1251"/>
                <a:gd name="T43" fmla="*/ 444 h 1142"/>
                <a:gd name="T44" fmla="*/ 597 w 1251"/>
                <a:gd name="T45" fmla="*/ 468 h 1142"/>
                <a:gd name="T46" fmla="*/ 664 w 1251"/>
                <a:gd name="T47" fmla="*/ 468 h 1142"/>
                <a:gd name="T48" fmla="*/ 711 w 1251"/>
                <a:gd name="T49" fmla="*/ 454 h 1142"/>
                <a:gd name="T50" fmla="*/ 769 w 1251"/>
                <a:gd name="T51" fmla="*/ 420 h 1142"/>
                <a:gd name="T52" fmla="*/ 788 w 1251"/>
                <a:gd name="T53" fmla="*/ 372 h 1142"/>
                <a:gd name="T54" fmla="*/ 816 w 1251"/>
                <a:gd name="T55" fmla="*/ 329 h 1142"/>
                <a:gd name="T56" fmla="*/ 831 w 1251"/>
                <a:gd name="T57" fmla="*/ 282 h 1142"/>
                <a:gd name="T58" fmla="*/ 702 w 1251"/>
                <a:gd name="T59" fmla="*/ 57 h 1142"/>
                <a:gd name="T60" fmla="*/ 769 w 1251"/>
                <a:gd name="T61" fmla="*/ 24 h 1142"/>
                <a:gd name="T62" fmla="*/ 816 w 1251"/>
                <a:gd name="T63" fmla="*/ 5 h 1142"/>
                <a:gd name="T64" fmla="*/ 869 w 1251"/>
                <a:gd name="T65" fmla="*/ 0 h 1142"/>
                <a:gd name="T66" fmla="*/ 931 w 1251"/>
                <a:gd name="T67" fmla="*/ 19 h 1142"/>
                <a:gd name="T68" fmla="*/ 989 w 1251"/>
                <a:gd name="T69" fmla="*/ 47 h 1142"/>
                <a:gd name="T70" fmla="*/ 1036 w 1251"/>
                <a:gd name="T71" fmla="*/ 81 h 1142"/>
                <a:gd name="T72" fmla="*/ 1093 w 1251"/>
                <a:gd name="T73" fmla="*/ 129 h 1142"/>
                <a:gd name="T74" fmla="*/ 1141 w 1251"/>
                <a:gd name="T75" fmla="*/ 186 h 1142"/>
                <a:gd name="T76" fmla="*/ 1179 w 1251"/>
                <a:gd name="T77" fmla="*/ 244 h 1142"/>
                <a:gd name="T78" fmla="*/ 1208 w 1251"/>
                <a:gd name="T79" fmla="*/ 287 h 1142"/>
                <a:gd name="T80" fmla="*/ 1232 w 1251"/>
                <a:gd name="T81" fmla="*/ 368 h 1142"/>
                <a:gd name="T82" fmla="*/ 1246 w 1251"/>
                <a:gd name="T83" fmla="*/ 439 h 1142"/>
                <a:gd name="T84" fmla="*/ 1251 w 1251"/>
                <a:gd name="T85" fmla="*/ 501 h 1142"/>
                <a:gd name="T86" fmla="*/ 1237 w 1251"/>
                <a:gd name="T87" fmla="*/ 583 h 1142"/>
                <a:gd name="T88" fmla="*/ 1208 w 1251"/>
                <a:gd name="T89" fmla="*/ 654 h 1142"/>
                <a:gd name="T90" fmla="*/ 1165 w 1251"/>
                <a:gd name="T91" fmla="*/ 692 h 1142"/>
                <a:gd name="T92" fmla="*/ 379 w 1251"/>
                <a:gd name="T93" fmla="*/ 1142 h 1142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251"/>
                <a:gd name="T142" fmla="*/ 0 h 1142"/>
                <a:gd name="T143" fmla="*/ 1251 w 1251"/>
                <a:gd name="T144" fmla="*/ 1142 h 1142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251" h="1142">
                  <a:moveTo>
                    <a:pt x="379" y="1142"/>
                  </a:moveTo>
                  <a:lnTo>
                    <a:pt x="408" y="1089"/>
                  </a:lnTo>
                  <a:lnTo>
                    <a:pt x="446" y="1041"/>
                  </a:lnTo>
                  <a:lnTo>
                    <a:pt x="451" y="979"/>
                  </a:lnTo>
                  <a:lnTo>
                    <a:pt x="456" y="907"/>
                  </a:lnTo>
                  <a:lnTo>
                    <a:pt x="451" y="844"/>
                  </a:lnTo>
                  <a:lnTo>
                    <a:pt x="432" y="791"/>
                  </a:lnTo>
                  <a:lnTo>
                    <a:pt x="398" y="724"/>
                  </a:lnTo>
                  <a:lnTo>
                    <a:pt x="374" y="667"/>
                  </a:lnTo>
                  <a:lnTo>
                    <a:pt x="341" y="614"/>
                  </a:lnTo>
                  <a:lnTo>
                    <a:pt x="293" y="556"/>
                  </a:lnTo>
                  <a:lnTo>
                    <a:pt x="230" y="508"/>
                  </a:lnTo>
                  <a:lnTo>
                    <a:pt x="158" y="473"/>
                  </a:lnTo>
                  <a:lnTo>
                    <a:pt x="105" y="460"/>
                  </a:lnTo>
                  <a:lnTo>
                    <a:pt x="24" y="451"/>
                  </a:lnTo>
                  <a:lnTo>
                    <a:pt x="0" y="463"/>
                  </a:lnTo>
                  <a:lnTo>
                    <a:pt x="315" y="282"/>
                  </a:lnTo>
                  <a:lnTo>
                    <a:pt x="349" y="320"/>
                  </a:lnTo>
                  <a:lnTo>
                    <a:pt x="382" y="344"/>
                  </a:lnTo>
                  <a:lnTo>
                    <a:pt x="430" y="382"/>
                  </a:lnTo>
                  <a:lnTo>
                    <a:pt x="477" y="415"/>
                  </a:lnTo>
                  <a:lnTo>
                    <a:pt x="516" y="444"/>
                  </a:lnTo>
                  <a:lnTo>
                    <a:pt x="597" y="468"/>
                  </a:lnTo>
                  <a:lnTo>
                    <a:pt x="664" y="468"/>
                  </a:lnTo>
                  <a:lnTo>
                    <a:pt x="711" y="454"/>
                  </a:lnTo>
                  <a:lnTo>
                    <a:pt x="769" y="420"/>
                  </a:lnTo>
                  <a:lnTo>
                    <a:pt x="788" y="372"/>
                  </a:lnTo>
                  <a:lnTo>
                    <a:pt x="816" y="329"/>
                  </a:lnTo>
                  <a:lnTo>
                    <a:pt x="831" y="282"/>
                  </a:lnTo>
                  <a:lnTo>
                    <a:pt x="702" y="57"/>
                  </a:lnTo>
                  <a:lnTo>
                    <a:pt x="769" y="24"/>
                  </a:lnTo>
                  <a:lnTo>
                    <a:pt x="816" y="5"/>
                  </a:lnTo>
                  <a:lnTo>
                    <a:pt x="869" y="0"/>
                  </a:lnTo>
                  <a:lnTo>
                    <a:pt x="931" y="19"/>
                  </a:lnTo>
                  <a:lnTo>
                    <a:pt x="989" y="47"/>
                  </a:lnTo>
                  <a:lnTo>
                    <a:pt x="1036" y="81"/>
                  </a:lnTo>
                  <a:lnTo>
                    <a:pt x="1093" y="129"/>
                  </a:lnTo>
                  <a:lnTo>
                    <a:pt x="1141" y="186"/>
                  </a:lnTo>
                  <a:lnTo>
                    <a:pt x="1179" y="244"/>
                  </a:lnTo>
                  <a:lnTo>
                    <a:pt x="1208" y="287"/>
                  </a:lnTo>
                  <a:lnTo>
                    <a:pt x="1232" y="368"/>
                  </a:lnTo>
                  <a:lnTo>
                    <a:pt x="1246" y="439"/>
                  </a:lnTo>
                  <a:lnTo>
                    <a:pt x="1251" y="501"/>
                  </a:lnTo>
                  <a:lnTo>
                    <a:pt x="1237" y="583"/>
                  </a:lnTo>
                  <a:lnTo>
                    <a:pt x="1208" y="654"/>
                  </a:lnTo>
                  <a:lnTo>
                    <a:pt x="1165" y="692"/>
                  </a:lnTo>
                  <a:lnTo>
                    <a:pt x="379" y="114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1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1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Freeform 7"/>
            <p:cNvSpPr/>
            <p:nvPr/>
          </p:nvSpPr>
          <p:spPr bwMode="auto">
            <a:xfrm>
              <a:off x="2148" y="1678"/>
              <a:ext cx="521" cy="459"/>
            </a:xfrm>
            <a:custGeom>
              <a:avLst/>
              <a:gdLst>
                <a:gd name="T0" fmla="*/ 0 w 1308"/>
                <a:gd name="T1" fmla="*/ 0 h 1152"/>
                <a:gd name="T2" fmla="*/ 0 w 1308"/>
                <a:gd name="T3" fmla="*/ 1 h 1152"/>
                <a:gd name="T4" fmla="*/ 0 w 1308"/>
                <a:gd name="T5" fmla="*/ 1 h 1152"/>
                <a:gd name="T6" fmla="*/ 0 w 1308"/>
                <a:gd name="T7" fmla="*/ 2 h 1152"/>
                <a:gd name="T8" fmla="*/ 0 w 1308"/>
                <a:gd name="T9" fmla="*/ 2 h 1152"/>
                <a:gd name="T10" fmla="*/ 1 w 1308"/>
                <a:gd name="T11" fmla="*/ 2 h 1152"/>
                <a:gd name="T12" fmla="*/ 1 w 1308"/>
                <a:gd name="T13" fmla="*/ 2 h 1152"/>
                <a:gd name="T14" fmla="*/ 1 w 1308"/>
                <a:gd name="T15" fmla="*/ 2 h 1152"/>
                <a:gd name="T16" fmla="*/ 1 w 1308"/>
                <a:gd name="T17" fmla="*/ 2 h 1152"/>
                <a:gd name="T18" fmla="*/ 2 w 1308"/>
                <a:gd name="T19" fmla="*/ 2 h 1152"/>
                <a:gd name="T20" fmla="*/ 2 w 1308"/>
                <a:gd name="T21" fmla="*/ 2 h 1152"/>
                <a:gd name="T22" fmla="*/ 2 w 1308"/>
                <a:gd name="T23" fmla="*/ 2 h 1152"/>
                <a:gd name="T24" fmla="*/ 2 w 1308"/>
                <a:gd name="T25" fmla="*/ 2 h 1152"/>
                <a:gd name="T26" fmla="*/ 2 w 1308"/>
                <a:gd name="T27" fmla="*/ 2 h 1152"/>
                <a:gd name="T28" fmla="*/ 2 w 1308"/>
                <a:gd name="T29" fmla="*/ 1 h 1152"/>
                <a:gd name="T30" fmla="*/ 2 w 1308"/>
                <a:gd name="T31" fmla="*/ 1 h 1152"/>
                <a:gd name="T32" fmla="*/ 2 w 1308"/>
                <a:gd name="T33" fmla="*/ 0 h 1152"/>
                <a:gd name="T34" fmla="*/ 2 w 1308"/>
                <a:gd name="T35" fmla="*/ 0 h 1152"/>
                <a:gd name="T36" fmla="*/ 2 w 1308"/>
                <a:gd name="T37" fmla="*/ 0 h 1152"/>
                <a:gd name="T38" fmla="*/ 2 w 1308"/>
                <a:gd name="T39" fmla="*/ 0 h 1152"/>
                <a:gd name="T40" fmla="*/ 1 w 1308"/>
                <a:gd name="T41" fmla="*/ 0 h 1152"/>
                <a:gd name="T42" fmla="*/ 1 w 1308"/>
                <a:gd name="T43" fmla="*/ 0 h 1152"/>
                <a:gd name="T44" fmla="*/ 1 w 1308"/>
                <a:gd name="T45" fmla="*/ 0 h 1152"/>
                <a:gd name="T46" fmla="*/ 0 w 1308"/>
                <a:gd name="T47" fmla="*/ 0 h 1152"/>
                <a:gd name="T48" fmla="*/ 0 w 1308"/>
                <a:gd name="T49" fmla="*/ 0 h 1152"/>
                <a:gd name="T50" fmla="*/ 0 w 1308"/>
                <a:gd name="T51" fmla="*/ 0 h 115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308"/>
                <a:gd name="T79" fmla="*/ 0 h 1152"/>
                <a:gd name="T80" fmla="*/ 1308 w 1308"/>
                <a:gd name="T81" fmla="*/ 1152 h 1152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308" h="1152">
                  <a:moveTo>
                    <a:pt x="276" y="0"/>
                  </a:moveTo>
                  <a:lnTo>
                    <a:pt x="0" y="708"/>
                  </a:lnTo>
                  <a:lnTo>
                    <a:pt x="96" y="780"/>
                  </a:lnTo>
                  <a:lnTo>
                    <a:pt x="192" y="864"/>
                  </a:lnTo>
                  <a:lnTo>
                    <a:pt x="288" y="936"/>
                  </a:lnTo>
                  <a:lnTo>
                    <a:pt x="408" y="1032"/>
                  </a:lnTo>
                  <a:lnTo>
                    <a:pt x="516" y="1104"/>
                  </a:lnTo>
                  <a:lnTo>
                    <a:pt x="636" y="1140"/>
                  </a:lnTo>
                  <a:lnTo>
                    <a:pt x="744" y="1152"/>
                  </a:lnTo>
                  <a:lnTo>
                    <a:pt x="888" y="1152"/>
                  </a:lnTo>
                  <a:lnTo>
                    <a:pt x="1020" y="1116"/>
                  </a:lnTo>
                  <a:lnTo>
                    <a:pt x="1140" y="1044"/>
                  </a:lnTo>
                  <a:lnTo>
                    <a:pt x="1212" y="960"/>
                  </a:lnTo>
                  <a:lnTo>
                    <a:pt x="1284" y="852"/>
                  </a:lnTo>
                  <a:lnTo>
                    <a:pt x="1308" y="744"/>
                  </a:lnTo>
                  <a:lnTo>
                    <a:pt x="1308" y="636"/>
                  </a:lnTo>
                  <a:lnTo>
                    <a:pt x="1044" y="12"/>
                  </a:lnTo>
                  <a:lnTo>
                    <a:pt x="1020" y="108"/>
                  </a:lnTo>
                  <a:lnTo>
                    <a:pt x="960" y="180"/>
                  </a:lnTo>
                  <a:lnTo>
                    <a:pt x="864" y="204"/>
                  </a:lnTo>
                  <a:lnTo>
                    <a:pt x="732" y="264"/>
                  </a:lnTo>
                  <a:lnTo>
                    <a:pt x="588" y="264"/>
                  </a:lnTo>
                  <a:lnTo>
                    <a:pt x="480" y="240"/>
                  </a:lnTo>
                  <a:lnTo>
                    <a:pt x="336" y="192"/>
                  </a:lnTo>
                  <a:lnTo>
                    <a:pt x="276" y="108"/>
                  </a:lnTo>
                  <a:lnTo>
                    <a:pt x="276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1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1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" name="Oval 8"/>
            <p:cNvSpPr>
              <a:spLocks noChangeArrowheads="1"/>
            </p:cNvSpPr>
            <p:nvPr/>
          </p:nvSpPr>
          <p:spPr bwMode="auto">
            <a:xfrm rot="19871423">
              <a:off x="1776" y="2071"/>
              <a:ext cx="514" cy="778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1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1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" name="Oval 9"/>
            <p:cNvSpPr>
              <a:spLocks noChangeArrowheads="1"/>
            </p:cNvSpPr>
            <p:nvPr/>
          </p:nvSpPr>
          <p:spPr bwMode="auto">
            <a:xfrm>
              <a:off x="2249" y="1602"/>
              <a:ext cx="310" cy="196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1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1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6" name="Text Box 29"/>
          <p:cNvSpPr txBox="1">
            <a:spLocks noChangeArrowheads="1"/>
          </p:cNvSpPr>
          <p:nvPr/>
        </p:nvSpPr>
        <p:spPr bwMode="auto">
          <a:xfrm>
            <a:off x="2686545" y="337939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/>
            <a:endParaRPr kumimoji="1" lang="en-US" altLang="zh-CN" sz="2400" i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pSp>
        <p:nvGrpSpPr>
          <p:cNvPr id="57" name="Group 32"/>
          <p:cNvGrpSpPr/>
          <p:nvPr/>
        </p:nvGrpSpPr>
        <p:grpSpPr bwMode="auto">
          <a:xfrm>
            <a:off x="2538907" y="2834877"/>
            <a:ext cx="1858963" cy="1798639"/>
            <a:chOff x="1339" y="108"/>
            <a:chExt cx="961" cy="993"/>
          </a:xfrm>
        </p:grpSpPr>
        <p:pic>
          <p:nvPicPr>
            <p:cNvPr id="62" name="图片 6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7" y="108"/>
              <a:ext cx="953" cy="9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3" name="Rectangle 34"/>
            <p:cNvSpPr>
              <a:spLocks noChangeArrowheads="1"/>
            </p:cNvSpPr>
            <p:nvPr/>
          </p:nvSpPr>
          <p:spPr bwMode="auto">
            <a:xfrm>
              <a:off x="1339" y="131"/>
              <a:ext cx="205" cy="2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8" name="Freeform 25"/>
          <p:cNvSpPr/>
          <p:nvPr/>
        </p:nvSpPr>
        <p:spPr bwMode="auto">
          <a:xfrm>
            <a:off x="5355010" y="3297993"/>
            <a:ext cx="746125" cy="260350"/>
          </a:xfrm>
          <a:custGeom>
            <a:avLst/>
            <a:gdLst>
              <a:gd name="T0" fmla="*/ 0 w 470"/>
              <a:gd name="T1" fmla="*/ 2147483647 h 164"/>
              <a:gd name="T2" fmla="*/ 2147483647 w 470"/>
              <a:gd name="T3" fmla="*/ 2147483647 h 164"/>
              <a:gd name="T4" fmla="*/ 2147483647 w 470"/>
              <a:gd name="T5" fmla="*/ 2147483647 h 164"/>
              <a:gd name="T6" fmla="*/ 2147483647 w 470"/>
              <a:gd name="T7" fmla="*/ 2147483647 h 164"/>
              <a:gd name="T8" fmla="*/ 2147483647 w 470"/>
              <a:gd name="T9" fmla="*/ 2147483647 h 164"/>
              <a:gd name="T10" fmla="*/ 2147483647 w 470"/>
              <a:gd name="T11" fmla="*/ 2147483647 h 164"/>
              <a:gd name="T12" fmla="*/ 2147483647 w 470"/>
              <a:gd name="T13" fmla="*/ 2147483647 h 164"/>
              <a:gd name="T14" fmla="*/ 2147483647 w 470"/>
              <a:gd name="T15" fmla="*/ 2147483647 h 164"/>
              <a:gd name="T16" fmla="*/ 2147483647 w 470"/>
              <a:gd name="T17" fmla="*/ 2147483647 h 164"/>
              <a:gd name="T18" fmla="*/ 2147483647 w 470"/>
              <a:gd name="T19" fmla="*/ 0 h 16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70" h="164">
                <a:moveTo>
                  <a:pt x="0" y="12"/>
                </a:moveTo>
                <a:cubicBezTo>
                  <a:pt x="7" y="20"/>
                  <a:pt x="25" y="48"/>
                  <a:pt x="42" y="63"/>
                </a:cubicBezTo>
                <a:cubicBezTo>
                  <a:pt x="59" y="78"/>
                  <a:pt x="82" y="93"/>
                  <a:pt x="102" y="105"/>
                </a:cubicBezTo>
                <a:cubicBezTo>
                  <a:pt x="122" y="117"/>
                  <a:pt x="142" y="129"/>
                  <a:pt x="165" y="138"/>
                </a:cubicBezTo>
                <a:cubicBezTo>
                  <a:pt x="188" y="147"/>
                  <a:pt x="217" y="152"/>
                  <a:pt x="240" y="156"/>
                </a:cubicBezTo>
                <a:cubicBezTo>
                  <a:pt x="263" y="160"/>
                  <a:pt x="281" y="164"/>
                  <a:pt x="306" y="162"/>
                </a:cubicBezTo>
                <a:cubicBezTo>
                  <a:pt x="331" y="160"/>
                  <a:pt x="368" y="150"/>
                  <a:pt x="390" y="141"/>
                </a:cubicBezTo>
                <a:cubicBezTo>
                  <a:pt x="412" y="132"/>
                  <a:pt x="426" y="125"/>
                  <a:pt x="438" y="111"/>
                </a:cubicBezTo>
                <a:cubicBezTo>
                  <a:pt x="450" y="97"/>
                  <a:pt x="460" y="75"/>
                  <a:pt x="465" y="57"/>
                </a:cubicBezTo>
                <a:cubicBezTo>
                  <a:pt x="470" y="39"/>
                  <a:pt x="467" y="12"/>
                  <a:pt x="468" y="0"/>
                </a:cubicBezTo>
              </a:path>
            </a:pathLst>
          </a:custGeom>
          <a:noFill/>
          <a:ln w="19050" cap="flat" cmpd="sng">
            <a:solidFill>
              <a:srgbClr val="FFCC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000" b="1" i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grpSp>
        <p:nvGrpSpPr>
          <p:cNvPr id="59" name="Group 28"/>
          <p:cNvGrpSpPr/>
          <p:nvPr/>
        </p:nvGrpSpPr>
        <p:grpSpPr bwMode="auto">
          <a:xfrm>
            <a:off x="3015159" y="3474640"/>
            <a:ext cx="914401" cy="261937"/>
            <a:chOff x="1026" y="2457"/>
            <a:chExt cx="576" cy="165"/>
          </a:xfrm>
        </p:grpSpPr>
        <p:sp>
          <p:nvSpPr>
            <p:cNvPr id="60" name="Freeform 26"/>
            <p:cNvSpPr/>
            <p:nvPr/>
          </p:nvSpPr>
          <p:spPr bwMode="auto">
            <a:xfrm>
              <a:off x="1026" y="2482"/>
              <a:ext cx="261" cy="137"/>
            </a:xfrm>
            <a:custGeom>
              <a:avLst/>
              <a:gdLst>
                <a:gd name="T0" fmla="*/ 0 w 261"/>
                <a:gd name="T1" fmla="*/ 2 h 137"/>
                <a:gd name="T2" fmla="*/ 57 w 261"/>
                <a:gd name="T3" fmla="*/ 2 h 137"/>
                <a:gd name="T4" fmla="*/ 96 w 261"/>
                <a:gd name="T5" fmla="*/ 14 h 137"/>
                <a:gd name="T6" fmla="*/ 141 w 261"/>
                <a:gd name="T7" fmla="*/ 29 h 137"/>
                <a:gd name="T8" fmla="*/ 183 w 261"/>
                <a:gd name="T9" fmla="*/ 62 h 137"/>
                <a:gd name="T10" fmla="*/ 228 w 261"/>
                <a:gd name="T11" fmla="*/ 104 h 137"/>
                <a:gd name="T12" fmla="*/ 261 w 261"/>
                <a:gd name="T13" fmla="*/ 137 h 1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1" h="137">
                  <a:moveTo>
                    <a:pt x="0" y="2"/>
                  </a:moveTo>
                  <a:cubicBezTo>
                    <a:pt x="20" y="1"/>
                    <a:pt x="41" y="0"/>
                    <a:pt x="57" y="2"/>
                  </a:cubicBezTo>
                  <a:cubicBezTo>
                    <a:pt x="73" y="4"/>
                    <a:pt x="82" y="9"/>
                    <a:pt x="96" y="14"/>
                  </a:cubicBezTo>
                  <a:cubicBezTo>
                    <a:pt x="110" y="19"/>
                    <a:pt x="127" y="21"/>
                    <a:pt x="141" y="29"/>
                  </a:cubicBezTo>
                  <a:cubicBezTo>
                    <a:pt x="155" y="37"/>
                    <a:pt x="168" y="49"/>
                    <a:pt x="183" y="62"/>
                  </a:cubicBezTo>
                  <a:cubicBezTo>
                    <a:pt x="198" y="75"/>
                    <a:pt x="215" y="92"/>
                    <a:pt x="228" y="104"/>
                  </a:cubicBezTo>
                  <a:cubicBezTo>
                    <a:pt x="241" y="116"/>
                    <a:pt x="251" y="126"/>
                    <a:pt x="261" y="137"/>
                  </a:cubicBezTo>
                </a:path>
              </a:pathLst>
            </a:custGeom>
            <a:noFill/>
            <a:ln w="19050" cap="flat" cmpd="sng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Line 27"/>
            <p:cNvSpPr>
              <a:spLocks noChangeShapeType="1"/>
            </p:cNvSpPr>
            <p:nvPr/>
          </p:nvSpPr>
          <p:spPr bwMode="auto">
            <a:xfrm flipV="1">
              <a:off x="1290" y="2457"/>
              <a:ext cx="312" cy="165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76" name="Group 53"/>
          <p:cNvGrpSpPr/>
          <p:nvPr/>
        </p:nvGrpSpPr>
        <p:grpSpPr bwMode="auto">
          <a:xfrm>
            <a:off x="7199070" y="2784473"/>
            <a:ext cx="1653259" cy="1616075"/>
            <a:chOff x="4062" y="1620"/>
            <a:chExt cx="1374" cy="1345"/>
          </a:xfrm>
        </p:grpSpPr>
        <p:sp>
          <p:nvSpPr>
            <p:cNvPr id="77" name="Freeform 54"/>
            <p:cNvSpPr/>
            <p:nvPr/>
          </p:nvSpPr>
          <p:spPr bwMode="auto">
            <a:xfrm>
              <a:off x="4561" y="1722"/>
              <a:ext cx="572" cy="534"/>
            </a:xfrm>
            <a:custGeom>
              <a:avLst/>
              <a:gdLst>
                <a:gd name="T0" fmla="*/ 565 w 572"/>
                <a:gd name="T1" fmla="*/ 70 h 534"/>
                <a:gd name="T2" fmla="*/ 572 w 572"/>
                <a:gd name="T3" fmla="*/ 364 h 534"/>
                <a:gd name="T4" fmla="*/ 538 w 572"/>
                <a:gd name="T5" fmla="*/ 441 h 534"/>
                <a:gd name="T6" fmla="*/ 502 w 572"/>
                <a:gd name="T7" fmla="*/ 490 h 534"/>
                <a:gd name="T8" fmla="*/ 441 w 572"/>
                <a:gd name="T9" fmla="*/ 521 h 534"/>
                <a:gd name="T10" fmla="*/ 392 w 572"/>
                <a:gd name="T11" fmla="*/ 534 h 534"/>
                <a:gd name="T12" fmla="*/ 339 w 572"/>
                <a:gd name="T13" fmla="*/ 529 h 534"/>
                <a:gd name="T14" fmla="*/ 287 w 572"/>
                <a:gd name="T15" fmla="*/ 515 h 534"/>
                <a:gd name="T16" fmla="*/ 251 w 572"/>
                <a:gd name="T17" fmla="*/ 516 h 534"/>
                <a:gd name="T18" fmla="*/ 249 w 572"/>
                <a:gd name="T19" fmla="*/ 355 h 534"/>
                <a:gd name="T20" fmla="*/ 205 w 572"/>
                <a:gd name="T21" fmla="*/ 350 h 534"/>
                <a:gd name="T22" fmla="*/ 166 w 572"/>
                <a:gd name="T23" fmla="*/ 339 h 534"/>
                <a:gd name="T24" fmla="*/ 122 w 572"/>
                <a:gd name="T25" fmla="*/ 322 h 534"/>
                <a:gd name="T26" fmla="*/ 78 w 572"/>
                <a:gd name="T27" fmla="*/ 295 h 534"/>
                <a:gd name="T28" fmla="*/ 45 w 572"/>
                <a:gd name="T29" fmla="*/ 273 h 534"/>
                <a:gd name="T30" fmla="*/ 9 w 572"/>
                <a:gd name="T31" fmla="*/ 252 h 534"/>
                <a:gd name="T32" fmla="*/ 0 w 572"/>
                <a:gd name="T33" fmla="*/ 186 h 534"/>
                <a:gd name="T34" fmla="*/ 0 w 572"/>
                <a:gd name="T35" fmla="*/ 80 h 534"/>
                <a:gd name="T36" fmla="*/ 35 w 572"/>
                <a:gd name="T37" fmla="*/ 137 h 534"/>
                <a:gd name="T38" fmla="*/ 66 w 572"/>
                <a:gd name="T39" fmla="*/ 168 h 534"/>
                <a:gd name="T40" fmla="*/ 123 w 572"/>
                <a:gd name="T41" fmla="*/ 199 h 534"/>
                <a:gd name="T42" fmla="*/ 189 w 572"/>
                <a:gd name="T43" fmla="*/ 239 h 534"/>
                <a:gd name="T44" fmla="*/ 273 w 572"/>
                <a:gd name="T45" fmla="*/ 234 h 534"/>
                <a:gd name="T46" fmla="*/ 353 w 572"/>
                <a:gd name="T47" fmla="*/ 234 h 534"/>
                <a:gd name="T48" fmla="*/ 419 w 572"/>
                <a:gd name="T49" fmla="*/ 217 h 534"/>
                <a:gd name="T50" fmla="*/ 467 w 572"/>
                <a:gd name="T51" fmla="*/ 177 h 534"/>
                <a:gd name="T52" fmla="*/ 511 w 572"/>
                <a:gd name="T53" fmla="*/ 137 h 534"/>
                <a:gd name="T54" fmla="*/ 514 w 572"/>
                <a:gd name="T55" fmla="*/ 0 h 534"/>
                <a:gd name="T56" fmla="*/ 565 w 572"/>
                <a:gd name="T57" fmla="*/ 70 h 53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572"/>
                <a:gd name="T88" fmla="*/ 0 h 534"/>
                <a:gd name="T89" fmla="*/ 572 w 572"/>
                <a:gd name="T90" fmla="*/ 534 h 534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572" h="534">
                  <a:moveTo>
                    <a:pt x="565" y="70"/>
                  </a:moveTo>
                  <a:lnTo>
                    <a:pt x="572" y="364"/>
                  </a:lnTo>
                  <a:lnTo>
                    <a:pt x="538" y="441"/>
                  </a:lnTo>
                  <a:lnTo>
                    <a:pt x="502" y="490"/>
                  </a:lnTo>
                  <a:lnTo>
                    <a:pt x="441" y="521"/>
                  </a:lnTo>
                  <a:lnTo>
                    <a:pt x="392" y="534"/>
                  </a:lnTo>
                  <a:lnTo>
                    <a:pt x="339" y="529"/>
                  </a:lnTo>
                  <a:lnTo>
                    <a:pt x="287" y="515"/>
                  </a:lnTo>
                  <a:lnTo>
                    <a:pt x="251" y="516"/>
                  </a:lnTo>
                  <a:lnTo>
                    <a:pt x="249" y="355"/>
                  </a:lnTo>
                  <a:lnTo>
                    <a:pt x="205" y="350"/>
                  </a:lnTo>
                  <a:lnTo>
                    <a:pt x="166" y="339"/>
                  </a:lnTo>
                  <a:lnTo>
                    <a:pt x="122" y="322"/>
                  </a:lnTo>
                  <a:lnTo>
                    <a:pt x="78" y="295"/>
                  </a:lnTo>
                  <a:lnTo>
                    <a:pt x="45" y="273"/>
                  </a:lnTo>
                  <a:lnTo>
                    <a:pt x="9" y="252"/>
                  </a:lnTo>
                  <a:lnTo>
                    <a:pt x="0" y="186"/>
                  </a:lnTo>
                  <a:lnTo>
                    <a:pt x="0" y="80"/>
                  </a:lnTo>
                  <a:lnTo>
                    <a:pt x="35" y="137"/>
                  </a:lnTo>
                  <a:lnTo>
                    <a:pt x="66" y="168"/>
                  </a:lnTo>
                  <a:lnTo>
                    <a:pt x="123" y="199"/>
                  </a:lnTo>
                  <a:lnTo>
                    <a:pt x="189" y="239"/>
                  </a:lnTo>
                  <a:lnTo>
                    <a:pt x="273" y="234"/>
                  </a:lnTo>
                  <a:lnTo>
                    <a:pt x="353" y="234"/>
                  </a:lnTo>
                  <a:lnTo>
                    <a:pt x="419" y="217"/>
                  </a:lnTo>
                  <a:lnTo>
                    <a:pt x="467" y="177"/>
                  </a:lnTo>
                  <a:lnTo>
                    <a:pt x="511" y="137"/>
                  </a:lnTo>
                  <a:lnTo>
                    <a:pt x="514" y="0"/>
                  </a:lnTo>
                  <a:lnTo>
                    <a:pt x="565" y="7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1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1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Freeform 55"/>
            <p:cNvSpPr/>
            <p:nvPr/>
          </p:nvSpPr>
          <p:spPr bwMode="auto">
            <a:xfrm>
              <a:off x="4100" y="1754"/>
              <a:ext cx="1336" cy="1167"/>
            </a:xfrm>
            <a:custGeom>
              <a:avLst/>
              <a:gdLst>
                <a:gd name="T0" fmla="*/ 220 w 1336"/>
                <a:gd name="T1" fmla="*/ 396 h 1167"/>
                <a:gd name="T2" fmla="*/ 0 w 1336"/>
                <a:gd name="T3" fmla="*/ 528 h 1167"/>
                <a:gd name="T4" fmla="*/ 62 w 1336"/>
                <a:gd name="T5" fmla="*/ 511 h 1167"/>
                <a:gd name="T6" fmla="*/ 141 w 1336"/>
                <a:gd name="T7" fmla="*/ 515 h 1167"/>
                <a:gd name="T8" fmla="*/ 190 w 1336"/>
                <a:gd name="T9" fmla="*/ 537 h 1167"/>
                <a:gd name="T10" fmla="*/ 256 w 1336"/>
                <a:gd name="T11" fmla="*/ 572 h 1167"/>
                <a:gd name="T12" fmla="*/ 304 w 1336"/>
                <a:gd name="T13" fmla="*/ 616 h 1167"/>
                <a:gd name="T14" fmla="*/ 353 w 1336"/>
                <a:gd name="T15" fmla="*/ 669 h 1167"/>
                <a:gd name="T16" fmla="*/ 388 w 1336"/>
                <a:gd name="T17" fmla="*/ 722 h 1167"/>
                <a:gd name="T18" fmla="*/ 419 w 1336"/>
                <a:gd name="T19" fmla="*/ 792 h 1167"/>
                <a:gd name="T20" fmla="*/ 450 w 1336"/>
                <a:gd name="T21" fmla="*/ 850 h 1167"/>
                <a:gd name="T22" fmla="*/ 468 w 1336"/>
                <a:gd name="T23" fmla="*/ 943 h 1167"/>
                <a:gd name="T24" fmla="*/ 454 w 1336"/>
                <a:gd name="T25" fmla="*/ 1013 h 1167"/>
                <a:gd name="T26" fmla="*/ 437 w 1336"/>
                <a:gd name="T27" fmla="*/ 1097 h 1167"/>
                <a:gd name="T28" fmla="*/ 406 w 1336"/>
                <a:gd name="T29" fmla="*/ 1136 h 1167"/>
                <a:gd name="T30" fmla="*/ 379 w 1336"/>
                <a:gd name="T31" fmla="*/ 1167 h 1167"/>
                <a:gd name="T32" fmla="*/ 1235 w 1336"/>
                <a:gd name="T33" fmla="*/ 674 h 1167"/>
                <a:gd name="T34" fmla="*/ 1297 w 1336"/>
                <a:gd name="T35" fmla="*/ 603 h 1167"/>
                <a:gd name="T36" fmla="*/ 1331 w 1336"/>
                <a:gd name="T37" fmla="*/ 524 h 1167"/>
                <a:gd name="T38" fmla="*/ 1336 w 1336"/>
                <a:gd name="T39" fmla="*/ 445 h 1167"/>
                <a:gd name="T40" fmla="*/ 1327 w 1336"/>
                <a:gd name="T41" fmla="*/ 379 h 1167"/>
                <a:gd name="T42" fmla="*/ 1309 w 1336"/>
                <a:gd name="T43" fmla="*/ 308 h 1167"/>
                <a:gd name="T44" fmla="*/ 1279 w 1336"/>
                <a:gd name="T45" fmla="*/ 233 h 1167"/>
                <a:gd name="T46" fmla="*/ 1248 w 1336"/>
                <a:gd name="T47" fmla="*/ 189 h 1167"/>
                <a:gd name="T48" fmla="*/ 1212 w 1336"/>
                <a:gd name="T49" fmla="*/ 132 h 1167"/>
                <a:gd name="T50" fmla="*/ 1160 w 1336"/>
                <a:gd name="T51" fmla="*/ 83 h 1167"/>
                <a:gd name="T52" fmla="*/ 1120 w 1336"/>
                <a:gd name="T53" fmla="*/ 53 h 1167"/>
                <a:gd name="T54" fmla="*/ 1054 w 1336"/>
                <a:gd name="T55" fmla="*/ 17 h 1167"/>
                <a:gd name="T56" fmla="*/ 1005 w 1336"/>
                <a:gd name="T57" fmla="*/ 0 h 1167"/>
                <a:gd name="T58" fmla="*/ 1010 w 1336"/>
                <a:gd name="T59" fmla="*/ 348 h 1167"/>
                <a:gd name="T60" fmla="*/ 992 w 1336"/>
                <a:gd name="T61" fmla="*/ 403 h 1167"/>
                <a:gd name="T62" fmla="*/ 953 w 1336"/>
                <a:gd name="T63" fmla="*/ 453 h 1167"/>
                <a:gd name="T64" fmla="*/ 900 w 1336"/>
                <a:gd name="T65" fmla="*/ 480 h 1167"/>
                <a:gd name="T66" fmla="*/ 834 w 1336"/>
                <a:gd name="T67" fmla="*/ 493 h 1167"/>
                <a:gd name="T68" fmla="*/ 772 w 1336"/>
                <a:gd name="T69" fmla="*/ 484 h 1167"/>
                <a:gd name="T70" fmla="*/ 736 w 1336"/>
                <a:gd name="T71" fmla="*/ 471 h 1167"/>
                <a:gd name="T72" fmla="*/ 714 w 1336"/>
                <a:gd name="T73" fmla="*/ 453 h 1167"/>
                <a:gd name="T74" fmla="*/ 525 w 1336"/>
                <a:gd name="T75" fmla="*/ 555 h 1167"/>
                <a:gd name="T76" fmla="*/ 428 w 1336"/>
                <a:gd name="T77" fmla="*/ 563 h 1167"/>
                <a:gd name="T78" fmla="*/ 357 w 1336"/>
                <a:gd name="T79" fmla="*/ 546 h 1167"/>
                <a:gd name="T80" fmla="*/ 309 w 1336"/>
                <a:gd name="T81" fmla="*/ 515 h 1167"/>
                <a:gd name="T82" fmla="*/ 256 w 1336"/>
                <a:gd name="T83" fmla="*/ 484 h 1167"/>
                <a:gd name="T84" fmla="*/ 234 w 1336"/>
                <a:gd name="T85" fmla="*/ 458 h 1167"/>
                <a:gd name="T86" fmla="*/ 220 w 1336"/>
                <a:gd name="T87" fmla="*/ 396 h 116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336"/>
                <a:gd name="T133" fmla="*/ 0 h 1167"/>
                <a:gd name="T134" fmla="*/ 1336 w 1336"/>
                <a:gd name="T135" fmla="*/ 1167 h 1167"/>
                <a:gd name="connsiteX0" fmla="*/ 1647 w 10000"/>
                <a:gd name="connsiteY0" fmla="*/ 3393 h 10000"/>
                <a:gd name="connsiteX1" fmla="*/ 0 w 10000"/>
                <a:gd name="connsiteY1" fmla="*/ 4524 h 10000"/>
                <a:gd name="connsiteX2" fmla="*/ 464 w 10000"/>
                <a:gd name="connsiteY2" fmla="*/ 4379 h 10000"/>
                <a:gd name="connsiteX3" fmla="*/ 1055 w 10000"/>
                <a:gd name="connsiteY3" fmla="*/ 4413 h 10000"/>
                <a:gd name="connsiteX4" fmla="*/ 1422 w 10000"/>
                <a:gd name="connsiteY4" fmla="*/ 4602 h 10000"/>
                <a:gd name="connsiteX5" fmla="*/ 1916 w 10000"/>
                <a:gd name="connsiteY5" fmla="*/ 4901 h 10000"/>
                <a:gd name="connsiteX6" fmla="*/ 2275 w 10000"/>
                <a:gd name="connsiteY6" fmla="*/ 5278 h 10000"/>
                <a:gd name="connsiteX7" fmla="*/ 2642 w 10000"/>
                <a:gd name="connsiteY7" fmla="*/ 5733 h 10000"/>
                <a:gd name="connsiteX8" fmla="*/ 2904 w 10000"/>
                <a:gd name="connsiteY8" fmla="*/ 6187 h 10000"/>
                <a:gd name="connsiteX9" fmla="*/ 3136 w 10000"/>
                <a:gd name="connsiteY9" fmla="*/ 6787 h 10000"/>
                <a:gd name="connsiteX10" fmla="*/ 3368 w 10000"/>
                <a:gd name="connsiteY10" fmla="*/ 7284 h 10000"/>
                <a:gd name="connsiteX11" fmla="*/ 3503 w 10000"/>
                <a:gd name="connsiteY11" fmla="*/ 8081 h 10000"/>
                <a:gd name="connsiteX12" fmla="*/ 3398 w 10000"/>
                <a:gd name="connsiteY12" fmla="*/ 8680 h 10000"/>
                <a:gd name="connsiteX13" fmla="*/ 3271 w 10000"/>
                <a:gd name="connsiteY13" fmla="*/ 9400 h 10000"/>
                <a:gd name="connsiteX14" fmla="*/ 3039 w 10000"/>
                <a:gd name="connsiteY14" fmla="*/ 9734 h 10000"/>
                <a:gd name="connsiteX15" fmla="*/ 2837 w 10000"/>
                <a:gd name="connsiteY15" fmla="*/ 10000 h 10000"/>
                <a:gd name="connsiteX16" fmla="*/ 9244 w 10000"/>
                <a:gd name="connsiteY16" fmla="*/ 5775 h 10000"/>
                <a:gd name="connsiteX17" fmla="*/ 9708 w 10000"/>
                <a:gd name="connsiteY17" fmla="*/ 5167 h 10000"/>
                <a:gd name="connsiteX18" fmla="*/ 9963 w 10000"/>
                <a:gd name="connsiteY18" fmla="*/ 4490 h 10000"/>
                <a:gd name="connsiteX19" fmla="*/ 10000 w 10000"/>
                <a:gd name="connsiteY19" fmla="*/ 3813 h 10000"/>
                <a:gd name="connsiteX20" fmla="*/ 9933 w 10000"/>
                <a:gd name="connsiteY20" fmla="*/ 3248 h 10000"/>
                <a:gd name="connsiteX21" fmla="*/ 9798 w 10000"/>
                <a:gd name="connsiteY21" fmla="*/ 2639 h 10000"/>
                <a:gd name="connsiteX22" fmla="*/ 9573 w 10000"/>
                <a:gd name="connsiteY22" fmla="*/ 1997 h 10000"/>
                <a:gd name="connsiteX23" fmla="*/ 9341 w 10000"/>
                <a:gd name="connsiteY23" fmla="*/ 1620 h 10000"/>
                <a:gd name="connsiteX24" fmla="*/ 9072 w 10000"/>
                <a:gd name="connsiteY24" fmla="*/ 1131 h 10000"/>
                <a:gd name="connsiteX25" fmla="*/ 8683 w 10000"/>
                <a:gd name="connsiteY25" fmla="*/ 711 h 10000"/>
                <a:gd name="connsiteX26" fmla="*/ 8383 w 10000"/>
                <a:gd name="connsiteY26" fmla="*/ 454 h 10000"/>
                <a:gd name="connsiteX27" fmla="*/ 7889 w 10000"/>
                <a:gd name="connsiteY27" fmla="*/ 146 h 10000"/>
                <a:gd name="connsiteX28" fmla="*/ 7522 w 10000"/>
                <a:gd name="connsiteY28" fmla="*/ 0 h 10000"/>
                <a:gd name="connsiteX29" fmla="*/ 7560 w 10000"/>
                <a:gd name="connsiteY29" fmla="*/ 2982 h 10000"/>
                <a:gd name="connsiteX30" fmla="*/ 7425 w 10000"/>
                <a:gd name="connsiteY30" fmla="*/ 3453 h 10000"/>
                <a:gd name="connsiteX31" fmla="*/ 7133 w 10000"/>
                <a:gd name="connsiteY31" fmla="*/ 3882 h 10000"/>
                <a:gd name="connsiteX32" fmla="*/ 6737 w 10000"/>
                <a:gd name="connsiteY32" fmla="*/ 4113 h 10000"/>
                <a:gd name="connsiteX33" fmla="*/ 6243 w 10000"/>
                <a:gd name="connsiteY33" fmla="*/ 4225 h 10000"/>
                <a:gd name="connsiteX34" fmla="*/ 5778 w 10000"/>
                <a:gd name="connsiteY34" fmla="*/ 4147 h 10000"/>
                <a:gd name="connsiteX35" fmla="*/ 5509 w 10000"/>
                <a:gd name="connsiteY35" fmla="*/ 4036 h 10000"/>
                <a:gd name="connsiteX36" fmla="*/ 5344 w 10000"/>
                <a:gd name="connsiteY36" fmla="*/ 3846 h 10000"/>
                <a:gd name="connsiteX37" fmla="*/ 3930 w 10000"/>
                <a:gd name="connsiteY37" fmla="*/ 4756 h 10000"/>
                <a:gd name="connsiteX38" fmla="*/ 3204 w 10000"/>
                <a:gd name="connsiteY38" fmla="*/ 4824 h 10000"/>
                <a:gd name="connsiteX39" fmla="*/ 2672 w 10000"/>
                <a:gd name="connsiteY39" fmla="*/ 4679 h 10000"/>
                <a:gd name="connsiteX40" fmla="*/ 2313 w 10000"/>
                <a:gd name="connsiteY40" fmla="*/ 4413 h 10000"/>
                <a:gd name="connsiteX41" fmla="*/ 1916 w 10000"/>
                <a:gd name="connsiteY41" fmla="*/ 4147 h 10000"/>
                <a:gd name="connsiteX42" fmla="*/ 1751 w 10000"/>
                <a:gd name="connsiteY42" fmla="*/ 3925 h 10000"/>
                <a:gd name="connsiteX43" fmla="*/ 1647 w 10000"/>
                <a:gd name="connsiteY43" fmla="*/ 3393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0000" h="10000">
                  <a:moveTo>
                    <a:pt x="1647" y="3393"/>
                  </a:moveTo>
                  <a:lnTo>
                    <a:pt x="0" y="4524"/>
                  </a:lnTo>
                  <a:lnTo>
                    <a:pt x="464" y="4379"/>
                  </a:lnTo>
                  <a:lnTo>
                    <a:pt x="1055" y="4413"/>
                  </a:lnTo>
                  <a:lnTo>
                    <a:pt x="1422" y="4602"/>
                  </a:lnTo>
                  <a:lnTo>
                    <a:pt x="1916" y="4901"/>
                  </a:lnTo>
                  <a:lnTo>
                    <a:pt x="2275" y="5278"/>
                  </a:lnTo>
                  <a:lnTo>
                    <a:pt x="2642" y="5733"/>
                  </a:lnTo>
                  <a:lnTo>
                    <a:pt x="2904" y="6187"/>
                  </a:lnTo>
                  <a:cubicBezTo>
                    <a:pt x="2981" y="6387"/>
                    <a:pt x="3059" y="6587"/>
                    <a:pt x="3136" y="6787"/>
                  </a:cubicBezTo>
                  <a:cubicBezTo>
                    <a:pt x="3213" y="6953"/>
                    <a:pt x="3291" y="7118"/>
                    <a:pt x="3368" y="7284"/>
                  </a:cubicBezTo>
                  <a:lnTo>
                    <a:pt x="3503" y="8081"/>
                  </a:lnTo>
                  <a:lnTo>
                    <a:pt x="3398" y="8680"/>
                  </a:lnTo>
                  <a:cubicBezTo>
                    <a:pt x="3356" y="8920"/>
                    <a:pt x="3313" y="9160"/>
                    <a:pt x="3271" y="9400"/>
                  </a:cubicBezTo>
                  <a:lnTo>
                    <a:pt x="3039" y="9734"/>
                  </a:lnTo>
                  <a:cubicBezTo>
                    <a:pt x="2972" y="9823"/>
                    <a:pt x="2904" y="9911"/>
                    <a:pt x="2837" y="10000"/>
                  </a:cubicBezTo>
                  <a:lnTo>
                    <a:pt x="9244" y="5775"/>
                  </a:lnTo>
                  <a:lnTo>
                    <a:pt x="9708" y="5167"/>
                  </a:lnTo>
                  <a:lnTo>
                    <a:pt x="9963" y="4490"/>
                  </a:lnTo>
                  <a:cubicBezTo>
                    <a:pt x="9975" y="4264"/>
                    <a:pt x="9988" y="4039"/>
                    <a:pt x="10000" y="3813"/>
                  </a:cubicBezTo>
                  <a:cubicBezTo>
                    <a:pt x="9978" y="3625"/>
                    <a:pt x="9955" y="3436"/>
                    <a:pt x="9933" y="3248"/>
                  </a:cubicBezTo>
                  <a:lnTo>
                    <a:pt x="9798" y="2639"/>
                  </a:lnTo>
                  <a:lnTo>
                    <a:pt x="9573" y="1997"/>
                  </a:lnTo>
                  <a:cubicBezTo>
                    <a:pt x="9496" y="1871"/>
                    <a:pt x="9418" y="1746"/>
                    <a:pt x="9341" y="1620"/>
                  </a:cubicBezTo>
                  <a:lnTo>
                    <a:pt x="9072" y="1131"/>
                  </a:lnTo>
                  <a:lnTo>
                    <a:pt x="8683" y="711"/>
                  </a:lnTo>
                  <a:lnTo>
                    <a:pt x="8383" y="454"/>
                  </a:lnTo>
                  <a:lnTo>
                    <a:pt x="7889" y="146"/>
                  </a:lnTo>
                  <a:lnTo>
                    <a:pt x="7522" y="0"/>
                  </a:lnTo>
                  <a:cubicBezTo>
                    <a:pt x="7535" y="994"/>
                    <a:pt x="7547" y="1988"/>
                    <a:pt x="7560" y="2982"/>
                  </a:cubicBezTo>
                  <a:lnTo>
                    <a:pt x="7425" y="3453"/>
                  </a:lnTo>
                  <a:lnTo>
                    <a:pt x="7133" y="3882"/>
                  </a:lnTo>
                  <a:lnTo>
                    <a:pt x="6737" y="4113"/>
                  </a:lnTo>
                  <a:lnTo>
                    <a:pt x="6243" y="4225"/>
                  </a:lnTo>
                  <a:lnTo>
                    <a:pt x="5778" y="4147"/>
                  </a:lnTo>
                  <a:lnTo>
                    <a:pt x="5509" y="4036"/>
                  </a:lnTo>
                  <a:lnTo>
                    <a:pt x="5344" y="3846"/>
                  </a:lnTo>
                  <a:lnTo>
                    <a:pt x="3930" y="4756"/>
                  </a:lnTo>
                  <a:lnTo>
                    <a:pt x="3204" y="4824"/>
                  </a:lnTo>
                  <a:lnTo>
                    <a:pt x="2672" y="4679"/>
                  </a:lnTo>
                  <a:lnTo>
                    <a:pt x="2313" y="4413"/>
                  </a:lnTo>
                  <a:lnTo>
                    <a:pt x="1916" y="4147"/>
                  </a:lnTo>
                  <a:lnTo>
                    <a:pt x="1751" y="3925"/>
                  </a:lnTo>
                  <a:cubicBezTo>
                    <a:pt x="1716" y="3748"/>
                    <a:pt x="1682" y="3570"/>
                    <a:pt x="1647" y="339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1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1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108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9" name="Oval 56"/>
            <p:cNvSpPr>
              <a:spLocks noChangeArrowheads="1"/>
            </p:cNvSpPr>
            <p:nvPr/>
          </p:nvSpPr>
          <p:spPr bwMode="auto">
            <a:xfrm rot="3454427">
              <a:off x="3935" y="2355"/>
              <a:ext cx="737" cy="484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1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1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rot="10800000" vert="eaVert"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0" name="Oval 57"/>
            <p:cNvSpPr>
              <a:spLocks noChangeArrowheads="1"/>
            </p:cNvSpPr>
            <p:nvPr/>
          </p:nvSpPr>
          <p:spPr bwMode="auto">
            <a:xfrm>
              <a:off x="4562" y="1620"/>
              <a:ext cx="539" cy="353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1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1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1" name="Freeform 58"/>
            <p:cNvSpPr/>
            <p:nvPr/>
          </p:nvSpPr>
          <p:spPr bwMode="auto">
            <a:xfrm>
              <a:off x="4321" y="2060"/>
              <a:ext cx="493" cy="260"/>
            </a:xfrm>
            <a:custGeom>
              <a:avLst/>
              <a:gdLst>
                <a:gd name="T0" fmla="*/ 0 w 1075"/>
                <a:gd name="T1" fmla="*/ 0 h 566"/>
                <a:gd name="T2" fmla="*/ 0 w 1075"/>
                <a:gd name="T3" fmla="*/ 1 h 566"/>
                <a:gd name="T4" fmla="*/ 0 w 1075"/>
                <a:gd name="T5" fmla="*/ 2 h 566"/>
                <a:gd name="T6" fmla="*/ 0 w 1075"/>
                <a:gd name="T7" fmla="*/ 2 h 566"/>
                <a:gd name="T8" fmla="*/ 1 w 1075"/>
                <a:gd name="T9" fmla="*/ 2 h 566"/>
                <a:gd name="T10" fmla="*/ 1 w 1075"/>
                <a:gd name="T11" fmla="*/ 2 h 566"/>
                <a:gd name="T12" fmla="*/ 2 w 1075"/>
                <a:gd name="T13" fmla="*/ 2 h 566"/>
                <a:gd name="T14" fmla="*/ 3 w 1075"/>
                <a:gd name="T15" fmla="*/ 2 h 566"/>
                <a:gd name="T16" fmla="*/ 3 w 1075"/>
                <a:gd name="T17" fmla="*/ 2 h 566"/>
                <a:gd name="T18" fmla="*/ 5 w 1075"/>
                <a:gd name="T19" fmla="*/ 1 h 566"/>
                <a:gd name="T20" fmla="*/ 5 w 1075"/>
                <a:gd name="T21" fmla="*/ 0 h 566"/>
                <a:gd name="T22" fmla="*/ 4 w 1075"/>
                <a:gd name="T23" fmla="*/ 0 h 566"/>
                <a:gd name="T24" fmla="*/ 4 w 1075"/>
                <a:gd name="T25" fmla="*/ 0 h 566"/>
                <a:gd name="T26" fmla="*/ 3 w 1075"/>
                <a:gd name="T27" fmla="*/ 1 h 566"/>
                <a:gd name="T28" fmla="*/ 3 w 1075"/>
                <a:gd name="T29" fmla="*/ 1 h 566"/>
                <a:gd name="T30" fmla="*/ 3 w 1075"/>
                <a:gd name="T31" fmla="*/ 1 h 566"/>
                <a:gd name="T32" fmla="*/ 2 w 1075"/>
                <a:gd name="T33" fmla="*/ 1 h 566"/>
                <a:gd name="T34" fmla="*/ 2 w 1075"/>
                <a:gd name="T35" fmla="*/ 1 h 566"/>
                <a:gd name="T36" fmla="*/ 1 w 1075"/>
                <a:gd name="T37" fmla="*/ 1 h 566"/>
                <a:gd name="T38" fmla="*/ 1 w 1075"/>
                <a:gd name="T39" fmla="*/ 1 h 566"/>
                <a:gd name="T40" fmla="*/ 0 w 1075"/>
                <a:gd name="T41" fmla="*/ 1 h 566"/>
                <a:gd name="T42" fmla="*/ 0 w 1075"/>
                <a:gd name="T43" fmla="*/ 1 h 566"/>
                <a:gd name="T44" fmla="*/ 0 w 1075"/>
                <a:gd name="T45" fmla="*/ 0 h 56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075"/>
                <a:gd name="T70" fmla="*/ 0 h 566"/>
                <a:gd name="T71" fmla="*/ 1075 w 1075"/>
                <a:gd name="T72" fmla="*/ 566 h 56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075" h="566">
                  <a:moveTo>
                    <a:pt x="0" y="29"/>
                  </a:moveTo>
                  <a:lnTo>
                    <a:pt x="0" y="288"/>
                  </a:lnTo>
                  <a:lnTo>
                    <a:pt x="67" y="394"/>
                  </a:lnTo>
                  <a:lnTo>
                    <a:pt x="154" y="451"/>
                  </a:lnTo>
                  <a:lnTo>
                    <a:pt x="231" y="509"/>
                  </a:lnTo>
                  <a:lnTo>
                    <a:pt x="346" y="547"/>
                  </a:lnTo>
                  <a:lnTo>
                    <a:pt x="451" y="566"/>
                  </a:lnTo>
                  <a:lnTo>
                    <a:pt x="586" y="566"/>
                  </a:lnTo>
                  <a:lnTo>
                    <a:pt x="691" y="538"/>
                  </a:lnTo>
                  <a:lnTo>
                    <a:pt x="1075" y="307"/>
                  </a:lnTo>
                  <a:lnTo>
                    <a:pt x="1075" y="0"/>
                  </a:lnTo>
                  <a:lnTo>
                    <a:pt x="960" y="86"/>
                  </a:lnTo>
                  <a:lnTo>
                    <a:pt x="893" y="125"/>
                  </a:lnTo>
                  <a:lnTo>
                    <a:pt x="797" y="173"/>
                  </a:lnTo>
                  <a:lnTo>
                    <a:pt x="711" y="221"/>
                  </a:lnTo>
                  <a:lnTo>
                    <a:pt x="595" y="278"/>
                  </a:lnTo>
                  <a:lnTo>
                    <a:pt x="499" y="288"/>
                  </a:lnTo>
                  <a:lnTo>
                    <a:pt x="403" y="307"/>
                  </a:lnTo>
                  <a:lnTo>
                    <a:pt x="307" y="307"/>
                  </a:lnTo>
                  <a:lnTo>
                    <a:pt x="183" y="269"/>
                  </a:lnTo>
                  <a:lnTo>
                    <a:pt x="115" y="230"/>
                  </a:lnTo>
                  <a:lnTo>
                    <a:pt x="39" y="173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" name="Freeform 59"/>
            <p:cNvSpPr/>
            <p:nvPr/>
          </p:nvSpPr>
          <p:spPr bwMode="auto">
            <a:xfrm>
              <a:off x="4321" y="1909"/>
              <a:ext cx="493" cy="309"/>
            </a:xfrm>
            <a:custGeom>
              <a:avLst/>
              <a:gdLst>
                <a:gd name="T0" fmla="*/ 2 w 1075"/>
                <a:gd name="T1" fmla="*/ 0 h 672"/>
                <a:gd name="T2" fmla="*/ 0 w 1075"/>
                <a:gd name="T3" fmla="*/ 1 h 672"/>
                <a:gd name="T4" fmla="*/ 0 w 1075"/>
                <a:gd name="T5" fmla="*/ 1 h 672"/>
                <a:gd name="T6" fmla="*/ 0 w 1075"/>
                <a:gd name="T7" fmla="*/ 2 h 672"/>
                <a:gd name="T8" fmla="*/ 0 w 1075"/>
                <a:gd name="T9" fmla="*/ 2 h 672"/>
                <a:gd name="T10" fmla="*/ 0 w 1075"/>
                <a:gd name="T11" fmla="*/ 2 h 672"/>
                <a:gd name="T12" fmla="*/ 1 w 1075"/>
                <a:gd name="T13" fmla="*/ 3 h 672"/>
                <a:gd name="T14" fmla="*/ 1 w 1075"/>
                <a:gd name="T15" fmla="*/ 3 h 672"/>
                <a:gd name="T16" fmla="*/ 2 w 1075"/>
                <a:gd name="T17" fmla="*/ 3 h 672"/>
                <a:gd name="T18" fmla="*/ 3 w 1075"/>
                <a:gd name="T19" fmla="*/ 3 h 672"/>
                <a:gd name="T20" fmla="*/ 3 w 1075"/>
                <a:gd name="T21" fmla="*/ 3 h 672"/>
                <a:gd name="T22" fmla="*/ 5 w 1075"/>
                <a:gd name="T23" fmla="*/ 1 h 672"/>
                <a:gd name="T24" fmla="*/ 4 w 1075"/>
                <a:gd name="T25" fmla="*/ 1 h 672"/>
                <a:gd name="T26" fmla="*/ 4 w 1075"/>
                <a:gd name="T27" fmla="*/ 1 h 672"/>
                <a:gd name="T28" fmla="*/ 3 w 1075"/>
                <a:gd name="T29" fmla="*/ 1 h 672"/>
                <a:gd name="T30" fmla="*/ 3 w 1075"/>
                <a:gd name="T31" fmla="*/ 1 h 672"/>
                <a:gd name="T32" fmla="*/ 3 w 1075"/>
                <a:gd name="T33" fmla="*/ 0 h 672"/>
                <a:gd name="T34" fmla="*/ 2 w 1075"/>
                <a:gd name="T35" fmla="*/ 0 h 672"/>
                <a:gd name="T36" fmla="*/ 2 w 1075"/>
                <a:gd name="T37" fmla="*/ 0 h 67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075"/>
                <a:gd name="T58" fmla="*/ 0 h 672"/>
                <a:gd name="T59" fmla="*/ 1075 w 1075"/>
                <a:gd name="T60" fmla="*/ 672 h 67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075" h="672">
                  <a:moveTo>
                    <a:pt x="519" y="0"/>
                  </a:moveTo>
                  <a:lnTo>
                    <a:pt x="96" y="240"/>
                  </a:lnTo>
                  <a:lnTo>
                    <a:pt x="39" y="298"/>
                  </a:lnTo>
                  <a:lnTo>
                    <a:pt x="0" y="375"/>
                  </a:lnTo>
                  <a:lnTo>
                    <a:pt x="19" y="490"/>
                  </a:lnTo>
                  <a:lnTo>
                    <a:pt x="87" y="567"/>
                  </a:lnTo>
                  <a:lnTo>
                    <a:pt x="183" y="634"/>
                  </a:lnTo>
                  <a:lnTo>
                    <a:pt x="317" y="663"/>
                  </a:lnTo>
                  <a:lnTo>
                    <a:pt x="451" y="672"/>
                  </a:lnTo>
                  <a:lnTo>
                    <a:pt x="586" y="634"/>
                  </a:lnTo>
                  <a:lnTo>
                    <a:pt x="711" y="576"/>
                  </a:lnTo>
                  <a:lnTo>
                    <a:pt x="1075" y="365"/>
                  </a:lnTo>
                  <a:lnTo>
                    <a:pt x="989" y="346"/>
                  </a:lnTo>
                  <a:lnTo>
                    <a:pt x="883" y="308"/>
                  </a:lnTo>
                  <a:lnTo>
                    <a:pt x="768" y="269"/>
                  </a:lnTo>
                  <a:lnTo>
                    <a:pt x="672" y="212"/>
                  </a:lnTo>
                  <a:lnTo>
                    <a:pt x="586" y="135"/>
                  </a:lnTo>
                  <a:lnTo>
                    <a:pt x="528" y="68"/>
                  </a:lnTo>
                  <a:lnTo>
                    <a:pt x="519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1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1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270733" y="3053925"/>
            <a:ext cx="1786890" cy="1421765"/>
            <a:chOff x="598170" y="2792730"/>
            <a:chExt cx="1786890" cy="1421765"/>
          </a:xfrm>
        </p:grpSpPr>
        <p:sp>
          <p:nvSpPr>
            <p:cNvPr id="40" name="任意多边形 39"/>
            <p:cNvSpPr/>
            <p:nvPr/>
          </p:nvSpPr>
          <p:spPr>
            <a:xfrm>
              <a:off x="598170" y="3305810"/>
              <a:ext cx="502920" cy="769620"/>
            </a:xfrm>
            <a:custGeom>
              <a:avLst/>
              <a:gdLst>
                <a:gd name="connsiteX0" fmla="*/ 217170 w 502920"/>
                <a:gd name="connsiteY0" fmla="*/ 0 h 769620"/>
                <a:gd name="connsiteX1" fmla="*/ 502920 w 502920"/>
                <a:gd name="connsiteY1" fmla="*/ 769620 h 769620"/>
                <a:gd name="connsiteX2" fmla="*/ 0 w 502920"/>
                <a:gd name="connsiteY2" fmla="*/ 415290 h 769620"/>
                <a:gd name="connsiteX3" fmla="*/ 217170 w 502920"/>
                <a:gd name="connsiteY3" fmla="*/ 0 h 769620"/>
                <a:gd name="connsiteX0-1" fmla="*/ 232410 w 502920"/>
                <a:gd name="connsiteY0-2" fmla="*/ 0 h 769620"/>
                <a:gd name="connsiteX1-3" fmla="*/ 502920 w 502920"/>
                <a:gd name="connsiteY1-4" fmla="*/ 769620 h 769620"/>
                <a:gd name="connsiteX2-5" fmla="*/ 0 w 502920"/>
                <a:gd name="connsiteY2-6" fmla="*/ 415290 h 769620"/>
                <a:gd name="connsiteX3-7" fmla="*/ 232410 w 502920"/>
                <a:gd name="connsiteY3-8" fmla="*/ 0 h 769620"/>
                <a:gd name="connsiteX0-9" fmla="*/ 224790 w 502920"/>
                <a:gd name="connsiteY0-10" fmla="*/ 0 h 769620"/>
                <a:gd name="connsiteX1-11" fmla="*/ 502920 w 502920"/>
                <a:gd name="connsiteY1-12" fmla="*/ 769620 h 769620"/>
                <a:gd name="connsiteX2-13" fmla="*/ 0 w 502920"/>
                <a:gd name="connsiteY2-14" fmla="*/ 415290 h 769620"/>
                <a:gd name="connsiteX3-15" fmla="*/ 224790 w 502920"/>
                <a:gd name="connsiteY3-16" fmla="*/ 0 h 76962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502920" h="769620">
                  <a:moveTo>
                    <a:pt x="224790" y="0"/>
                  </a:moveTo>
                  <a:lnTo>
                    <a:pt x="502920" y="769620"/>
                  </a:lnTo>
                  <a:lnTo>
                    <a:pt x="0" y="415290"/>
                  </a:lnTo>
                  <a:lnTo>
                    <a:pt x="22479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1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1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任意多边形 40"/>
            <p:cNvSpPr/>
            <p:nvPr/>
          </p:nvSpPr>
          <p:spPr>
            <a:xfrm>
              <a:off x="819150" y="3103880"/>
              <a:ext cx="1565910" cy="967740"/>
            </a:xfrm>
            <a:custGeom>
              <a:avLst/>
              <a:gdLst>
                <a:gd name="connsiteX0" fmla="*/ 1565910 w 1565910"/>
                <a:gd name="connsiteY0" fmla="*/ 758190 h 960120"/>
                <a:gd name="connsiteX1" fmla="*/ 278130 w 1565910"/>
                <a:gd name="connsiteY1" fmla="*/ 960120 h 960120"/>
                <a:gd name="connsiteX2" fmla="*/ 0 w 1565910"/>
                <a:gd name="connsiteY2" fmla="*/ 194310 h 960120"/>
                <a:gd name="connsiteX3" fmla="*/ 320040 w 1565910"/>
                <a:gd name="connsiteY3" fmla="*/ 144780 h 960120"/>
                <a:gd name="connsiteX4" fmla="*/ 922020 w 1565910"/>
                <a:gd name="connsiteY4" fmla="*/ 563880 h 960120"/>
                <a:gd name="connsiteX5" fmla="*/ 1062990 w 1565910"/>
                <a:gd name="connsiteY5" fmla="*/ 30480 h 960120"/>
                <a:gd name="connsiteX6" fmla="*/ 1283970 w 1565910"/>
                <a:gd name="connsiteY6" fmla="*/ 0 h 960120"/>
                <a:gd name="connsiteX7" fmla="*/ 1565910 w 1565910"/>
                <a:gd name="connsiteY7" fmla="*/ 758190 h 960120"/>
                <a:gd name="connsiteX0-1" fmla="*/ 1565910 w 1565910"/>
                <a:gd name="connsiteY0-2" fmla="*/ 758190 h 960120"/>
                <a:gd name="connsiteX1-3" fmla="*/ 278130 w 1565910"/>
                <a:gd name="connsiteY1-4" fmla="*/ 960120 h 960120"/>
                <a:gd name="connsiteX2-5" fmla="*/ 0 w 1565910"/>
                <a:gd name="connsiteY2-6" fmla="*/ 194310 h 960120"/>
                <a:gd name="connsiteX3-7" fmla="*/ 312420 w 1565910"/>
                <a:gd name="connsiteY3-8" fmla="*/ 134620 h 960120"/>
                <a:gd name="connsiteX4-9" fmla="*/ 922020 w 1565910"/>
                <a:gd name="connsiteY4-10" fmla="*/ 563880 h 960120"/>
                <a:gd name="connsiteX5-11" fmla="*/ 1062990 w 1565910"/>
                <a:gd name="connsiteY5-12" fmla="*/ 30480 h 960120"/>
                <a:gd name="connsiteX6-13" fmla="*/ 1283970 w 1565910"/>
                <a:gd name="connsiteY6-14" fmla="*/ 0 h 960120"/>
                <a:gd name="connsiteX7-15" fmla="*/ 1565910 w 1565910"/>
                <a:gd name="connsiteY7-16" fmla="*/ 758190 h 960120"/>
                <a:gd name="connsiteX0-17" fmla="*/ 1565910 w 1565910"/>
                <a:gd name="connsiteY0-18" fmla="*/ 758190 h 960120"/>
                <a:gd name="connsiteX1-19" fmla="*/ 278130 w 1565910"/>
                <a:gd name="connsiteY1-20" fmla="*/ 960120 h 960120"/>
                <a:gd name="connsiteX2-21" fmla="*/ 0 w 1565910"/>
                <a:gd name="connsiteY2-22" fmla="*/ 194310 h 960120"/>
                <a:gd name="connsiteX3-23" fmla="*/ 312420 w 1565910"/>
                <a:gd name="connsiteY3-24" fmla="*/ 134620 h 960120"/>
                <a:gd name="connsiteX4-25" fmla="*/ 922020 w 1565910"/>
                <a:gd name="connsiteY4-26" fmla="*/ 551180 h 960120"/>
                <a:gd name="connsiteX5-27" fmla="*/ 1062990 w 1565910"/>
                <a:gd name="connsiteY5-28" fmla="*/ 30480 h 960120"/>
                <a:gd name="connsiteX6-29" fmla="*/ 1283970 w 1565910"/>
                <a:gd name="connsiteY6-30" fmla="*/ 0 h 960120"/>
                <a:gd name="connsiteX7-31" fmla="*/ 1565910 w 1565910"/>
                <a:gd name="connsiteY7-32" fmla="*/ 758190 h 960120"/>
                <a:gd name="connsiteX0-33" fmla="*/ 1565910 w 1565910"/>
                <a:gd name="connsiteY0-34" fmla="*/ 765810 h 967740"/>
                <a:gd name="connsiteX1-35" fmla="*/ 278130 w 1565910"/>
                <a:gd name="connsiteY1-36" fmla="*/ 967740 h 967740"/>
                <a:gd name="connsiteX2-37" fmla="*/ 0 w 1565910"/>
                <a:gd name="connsiteY2-38" fmla="*/ 201930 h 967740"/>
                <a:gd name="connsiteX3-39" fmla="*/ 312420 w 1565910"/>
                <a:gd name="connsiteY3-40" fmla="*/ 142240 h 967740"/>
                <a:gd name="connsiteX4-41" fmla="*/ 922020 w 1565910"/>
                <a:gd name="connsiteY4-42" fmla="*/ 558800 h 967740"/>
                <a:gd name="connsiteX5-43" fmla="*/ 1062990 w 1565910"/>
                <a:gd name="connsiteY5-44" fmla="*/ 38100 h 967740"/>
                <a:gd name="connsiteX6-45" fmla="*/ 1283970 w 1565910"/>
                <a:gd name="connsiteY6-46" fmla="*/ 0 h 967740"/>
                <a:gd name="connsiteX7-47" fmla="*/ 1565910 w 1565910"/>
                <a:gd name="connsiteY7-48" fmla="*/ 765810 h 967740"/>
                <a:gd name="connsiteX0-49" fmla="*/ 1565910 w 1565910"/>
                <a:gd name="connsiteY0-50" fmla="*/ 765810 h 967740"/>
                <a:gd name="connsiteX1-51" fmla="*/ 278130 w 1565910"/>
                <a:gd name="connsiteY1-52" fmla="*/ 967740 h 967740"/>
                <a:gd name="connsiteX2-53" fmla="*/ 0 w 1565910"/>
                <a:gd name="connsiteY2-54" fmla="*/ 201930 h 967740"/>
                <a:gd name="connsiteX3-55" fmla="*/ 312420 w 1565910"/>
                <a:gd name="connsiteY3-56" fmla="*/ 142240 h 967740"/>
                <a:gd name="connsiteX4-57" fmla="*/ 922020 w 1565910"/>
                <a:gd name="connsiteY4-58" fmla="*/ 558800 h 967740"/>
                <a:gd name="connsiteX5-59" fmla="*/ 1062990 w 1565910"/>
                <a:gd name="connsiteY5-60" fmla="*/ 30480 h 967740"/>
                <a:gd name="connsiteX6-61" fmla="*/ 1283970 w 1565910"/>
                <a:gd name="connsiteY6-62" fmla="*/ 0 h 967740"/>
                <a:gd name="connsiteX7-63" fmla="*/ 1565910 w 1565910"/>
                <a:gd name="connsiteY7-64" fmla="*/ 765810 h 967740"/>
                <a:gd name="connsiteX0-65" fmla="*/ 1565910 w 1565910"/>
                <a:gd name="connsiteY0-66" fmla="*/ 765810 h 967740"/>
                <a:gd name="connsiteX1-67" fmla="*/ 278130 w 1565910"/>
                <a:gd name="connsiteY1-68" fmla="*/ 967740 h 967740"/>
                <a:gd name="connsiteX2-69" fmla="*/ 0 w 1565910"/>
                <a:gd name="connsiteY2-70" fmla="*/ 201930 h 967740"/>
                <a:gd name="connsiteX3-71" fmla="*/ 312420 w 1565910"/>
                <a:gd name="connsiteY3-72" fmla="*/ 142240 h 967740"/>
                <a:gd name="connsiteX4-73" fmla="*/ 919480 w 1565910"/>
                <a:gd name="connsiteY4-74" fmla="*/ 546100 h 967740"/>
                <a:gd name="connsiteX5-75" fmla="*/ 1062990 w 1565910"/>
                <a:gd name="connsiteY5-76" fmla="*/ 30480 h 967740"/>
                <a:gd name="connsiteX6-77" fmla="*/ 1283970 w 1565910"/>
                <a:gd name="connsiteY6-78" fmla="*/ 0 h 967740"/>
                <a:gd name="connsiteX7-79" fmla="*/ 1565910 w 1565910"/>
                <a:gd name="connsiteY7-80" fmla="*/ 765810 h 96774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1565910" h="967740">
                  <a:moveTo>
                    <a:pt x="1565910" y="765810"/>
                  </a:moveTo>
                  <a:lnTo>
                    <a:pt x="278130" y="967740"/>
                  </a:lnTo>
                  <a:lnTo>
                    <a:pt x="0" y="201930"/>
                  </a:lnTo>
                  <a:lnTo>
                    <a:pt x="312420" y="142240"/>
                  </a:lnTo>
                  <a:lnTo>
                    <a:pt x="919480" y="546100"/>
                  </a:lnTo>
                  <a:lnTo>
                    <a:pt x="1062990" y="30480"/>
                  </a:lnTo>
                  <a:lnTo>
                    <a:pt x="1283970" y="0"/>
                  </a:lnTo>
                  <a:lnTo>
                    <a:pt x="1565910" y="76581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1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1">
                    <a:lumMod val="60000"/>
                    <a:lumOff val="40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任意多边形 41"/>
            <p:cNvSpPr/>
            <p:nvPr/>
          </p:nvSpPr>
          <p:spPr>
            <a:xfrm>
              <a:off x="845820" y="2943860"/>
              <a:ext cx="891540" cy="723900"/>
            </a:xfrm>
            <a:custGeom>
              <a:avLst/>
              <a:gdLst>
                <a:gd name="connsiteX0" fmla="*/ 891540 w 891540"/>
                <a:gd name="connsiteY0" fmla="*/ 723900 h 723900"/>
                <a:gd name="connsiteX1" fmla="*/ 887730 w 891540"/>
                <a:gd name="connsiteY1" fmla="*/ 80010 h 723900"/>
                <a:gd name="connsiteX2" fmla="*/ 0 w 891540"/>
                <a:gd name="connsiteY2" fmla="*/ 0 h 723900"/>
                <a:gd name="connsiteX3" fmla="*/ 15240 w 891540"/>
                <a:gd name="connsiteY3" fmla="*/ 358140 h 723900"/>
                <a:gd name="connsiteX4" fmla="*/ 289560 w 891540"/>
                <a:gd name="connsiteY4" fmla="*/ 304800 h 723900"/>
                <a:gd name="connsiteX5" fmla="*/ 891540 w 891540"/>
                <a:gd name="connsiteY5" fmla="*/ 72390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1540" h="723900">
                  <a:moveTo>
                    <a:pt x="891540" y="723900"/>
                  </a:moveTo>
                  <a:lnTo>
                    <a:pt x="887730" y="80010"/>
                  </a:lnTo>
                  <a:lnTo>
                    <a:pt x="0" y="0"/>
                  </a:lnTo>
                  <a:lnTo>
                    <a:pt x="15240" y="358140"/>
                  </a:lnTo>
                  <a:lnTo>
                    <a:pt x="289560" y="304800"/>
                  </a:lnTo>
                  <a:lnTo>
                    <a:pt x="891540" y="7239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任意多边形 42"/>
            <p:cNvSpPr/>
            <p:nvPr/>
          </p:nvSpPr>
          <p:spPr>
            <a:xfrm>
              <a:off x="848360" y="2795270"/>
              <a:ext cx="1087120" cy="236220"/>
            </a:xfrm>
            <a:custGeom>
              <a:avLst/>
              <a:gdLst>
                <a:gd name="connsiteX0" fmla="*/ 0 w 1082040"/>
                <a:gd name="connsiteY0" fmla="*/ 152400 h 236220"/>
                <a:gd name="connsiteX1" fmla="*/ 883920 w 1082040"/>
                <a:gd name="connsiteY1" fmla="*/ 236220 h 236220"/>
                <a:gd name="connsiteX2" fmla="*/ 1082040 w 1082040"/>
                <a:gd name="connsiteY2" fmla="*/ 0 h 236220"/>
                <a:gd name="connsiteX3" fmla="*/ 0 w 1082040"/>
                <a:gd name="connsiteY3" fmla="*/ 152400 h 236220"/>
                <a:gd name="connsiteX0-1" fmla="*/ 0 w 1087120"/>
                <a:gd name="connsiteY0-2" fmla="*/ 162560 h 236220"/>
                <a:gd name="connsiteX1-3" fmla="*/ 889000 w 1087120"/>
                <a:gd name="connsiteY1-4" fmla="*/ 236220 h 236220"/>
                <a:gd name="connsiteX2-5" fmla="*/ 1087120 w 1087120"/>
                <a:gd name="connsiteY2-6" fmla="*/ 0 h 236220"/>
                <a:gd name="connsiteX3-7" fmla="*/ 0 w 1087120"/>
                <a:gd name="connsiteY3-8" fmla="*/ 162560 h 236220"/>
                <a:gd name="connsiteX0-9" fmla="*/ 0 w 1051560"/>
                <a:gd name="connsiteY0-10" fmla="*/ 162560 h 236220"/>
                <a:gd name="connsiteX1-11" fmla="*/ 853440 w 1051560"/>
                <a:gd name="connsiteY1-12" fmla="*/ 236220 h 236220"/>
                <a:gd name="connsiteX2-13" fmla="*/ 1051560 w 1051560"/>
                <a:gd name="connsiteY2-14" fmla="*/ 0 h 236220"/>
                <a:gd name="connsiteX3-15" fmla="*/ 0 w 1051560"/>
                <a:gd name="connsiteY3-16" fmla="*/ 162560 h 236220"/>
                <a:gd name="connsiteX0-17" fmla="*/ 0 w 1087120"/>
                <a:gd name="connsiteY0-18" fmla="*/ 154940 h 236220"/>
                <a:gd name="connsiteX1-19" fmla="*/ 889000 w 1087120"/>
                <a:gd name="connsiteY1-20" fmla="*/ 236220 h 236220"/>
                <a:gd name="connsiteX2-21" fmla="*/ 1087120 w 1087120"/>
                <a:gd name="connsiteY2-22" fmla="*/ 0 h 236220"/>
                <a:gd name="connsiteX3-23" fmla="*/ 0 w 1087120"/>
                <a:gd name="connsiteY3-24" fmla="*/ 154940 h 23622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1087120" h="236220">
                  <a:moveTo>
                    <a:pt x="0" y="154940"/>
                  </a:moveTo>
                  <a:lnTo>
                    <a:pt x="889000" y="236220"/>
                  </a:lnTo>
                  <a:lnTo>
                    <a:pt x="1087120" y="0"/>
                  </a:lnTo>
                  <a:lnTo>
                    <a:pt x="0" y="15494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任意多边形 43"/>
            <p:cNvSpPr/>
            <p:nvPr/>
          </p:nvSpPr>
          <p:spPr>
            <a:xfrm>
              <a:off x="1729740" y="2792730"/>
              <a:ext cx="209550" cy="872490"/>
            </a:xfrm>
            <a:custGeom>
              <a:avLst/>
              <a:gdLst>
                <a:gd name="connsiteX0" fmla="*/ 209550 w 209550"/>
                <a:gd name="connsiteY0" fmla="*/ 339090 h 872490"/>
                <a:gd name="connsiteX1" fmla="*/ 201930 w 209550"/>
                <a:gd name="connsiteY1" fmla="*/ 0 h 872490"/>
                <a:gd name="connsiteX2" fmla="*/ 0 w 209550"/>
                <a:gd name="connsiteY2" fmla="*/ 228600 h 872490"/>
                <a:gd name="connsiteX3" fmla="*/ 7620 w 209550"/>
                <a:gd name="connsiteY3" fmla="*/ 872490 h 872490"/>
                <a:gd name="connsiteX4" fmla="*/ 160020 w 209550"/>
                <a:gd name="connsiteY4" fmla="*/ 346710 h 872490"/>
                <a:gd name="connsiteX5" fmla="*/ 209550 w 209550"/>
                <a:gd name="connsiteY5" fmla="*/ 339090 h 87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9550" h="872490">
                  <a:moveTo>
                    <a:pt x="209550" y="339090"/>
                  </a:moveTo>
                  <a:lnTo>
                    <a:pt x="201930" y="0"/>
                  </a:lnTo>
                  <a:lnTo>
                    <a:pt x="0" y="228600"/>
                  </a:lnTo>
                  <a:lnTo>
                    <a:pt x="7620" y="872490"/>
                  </a:lnTo>
                  <a:lnTo>
                    <a:pt x="160020" y="346710"/>
                  </a:lnTo>
                  <a:lnTo>
                    <a:pt x="209550" y="33909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/>
          </p:nvSpPr>
          <p:spPr>
            <a:xfrm>
              <a:off x="853440" y="3900170"/>
              <a:ext cx="891540" cy="312420"/>
            </a:xfrm>
            <a:custGeom>
              <a:avLst/>
              <a:gdLst>
                <a:gd name="connsiteX0" fmla="*/ 902970 w 902970"/>
                <a:gd name="connsiteY0" fmla="*/ 76200 h 312420"/>
                <a:gd name="connsiteX1" fmla="*/ 899160 w 902970"/>
                <a:gd name="connsiteY1" fmla="*/ 312420 h 312420"/>
                <a:gd name="connsiteX2" fmla="*/ 0 w 902970"/>
                <a:gd name="connsiteY2" fmla="*/ 228600 h 312420"/>
                <a:gd name="connsiteX3" fmla="*/ 7620 w 902970"/>
                <a:gd name="connsiteY3" fmla="*/ 0 h 312420"/>
                <a:gd name="connsiteX4" fmla="*/ 255270 w 902970"/>
                <a:gd name="connsiteY4" fmla="*/ 167640 h 312420"/>
                <a:gd name="connsiteX5" fmla="*/ 902970 w 902970"/>
                <a:gd name="connsiteY5" fmla="*/ 76200 h 312420"/>
                <a:gd name="connsiteX0-1" fmla="*/ 897890 w 899160"/>
                <a:gd name="connsiteY0-2" fmla="*/ 66040 h 312420"/>
                <a:gd name="connsiteX1-3" fmla="*/ 899160 w 899160"/>
                <a:gd name="connsiteY1-4" fmla="*/ 312420 h 312420"/>
                <a:gd name="connsiteX2-5" fmla="*/ 0 w 899160"/>
                <a:gd name="connsiteY2-6" fmla="*/ 228600 h 312420"/>
                <a:gd name="connsiteX3-7" fmla="*/ 7620 w 899160"/>
                <a:gd name="connsiteY3-8" fmla="*/ 0 h 312420"/>
                <a:gd name="connsiteX4-9" fmla="*/ 255270 w 899160"/>
                <a:gd name="connsiteY4-10" fmla="*/ 167640 h 312420"/>
                <a:gd name="connsiteX5-11" fmla="*/ 897890 w 899160"/>
                <a:gd name="connsiteY5-12" fmla="*/ 66040 h 312420"/>
                <a:gd name="connsiteX0-13" fmla="*/ 890270 w 891540"/>
                <a:gd name="connsiteY0-14" fmla="*/ 66040 h 312420"/>
                <a:gd name="connsiteX1-15" fmla="*/ 891540 w 891540"/>
                <a:gd name="connsiteY1-16" fmla="*/ 312420 h 312420"/>
                <a:gd name="connsiteX2-17" fmla="*/ 0 w 891540"/>
                <a:gd name="connsiteY2-18" fmla="*/ 223520 h 312420"/>
                <a:gd name="connsiteX3-19" fmla="*/ 0 w 891540"/>
                <a:gd name="connsiteY3-20" fmla="*/ 0 h 312420"/>
                <a:gd name="connsiteX4-21" fmla="*/ 247650 w 891540"/>
                <a:gd name="connsiteY4-22" fmla="*/ 167640 h 312420"/>
                <a:gd name="connsiteX5-23" fmla="*/ 890270 w 891540"/>
                <a:gd name="connsiteY5-24" fmla="*/ 66040 h 31242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891540" h="312420">
                  <a:moveTo>
                    <a:pt x="890270" y="66040"/>
                  </a:moveTo>
                  <a:cubicBezTo>
                    <a:pt x="890693" y="148167"/>
                    <a:pt x="891117" y="230293"/>
                    <a:pt x="891540" y="312420"/>
                  </a:cubicBezTo>
                  <a:lnTo>
                    <a:pt x="0" y="223520"/>
                  </a:lnTo>
                  <a:lnTo>
                    <a:pt x="0" y="0"/>
                  </a:lnTo>
                  <a:lnTo>
                    <a:pt x="247650" y="167640"/>
                  </a:lnTo>
                  <a:lnTo>
                    <a:pt x="890270" y="6604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1735455" y="3938270"/>
              <a:ext cx="205740" cy="276225"/>
            </a:xfrm>
            <a:custGeom>
              <a:avLst/>
              <a:gdLst>
                <a:gd name="connsiteX0" fmla="*/ 9525 w 200025"/>
                <a:gd name="connsiteY0" fmla="*/ 34290 h 268605"/>
                <a:gd name="connsiteX1" fmla="*/ 200025 w 200025"/>
                <a:gd name="connsiteY1" fmla="*/ 0 h 268605"/>
                <a:gd name="connsiteX2" fmla="*/ 200025 w 200025"/>
                <a:gd name="connsiteY2" fmla="*/ 30480 h 268605"/>
                <a:gd name="connsiteX3" fmla="*/ 0 w 200025"/>
                <a:gd name="connsiteY3" fmla="*/ 268605 h 268605"/>
                <a:gd name="connsiteX4" fmla="*/ 9525 w 200025"/>
                <a:gd name="connsiteY4" fmla="*/ 34290 h 268605"/>
                <a:gd name="connsiteX0-1" fmla="*/ 1905 w 200025"/>
                <a:gd name="connsiteY0-2" fmla="*/ 31750 h 268605"/>
                <a:gd name="connsiteX1-3" fmla="*/ 200025 w 200025"/>
                <a:gd name="connsiteY1-4" fmla="*/ 0 h 268605"/>
                <a:gd name="connsiteX2-5" fmla="*/ 200025 w 200025"/>
                <a:gd name="connsiteY2-6" fmla="*/ 30480 h 268605"/>
                <a:gd name="connsiteX3-7" fmla="*/ 0 w 200025"/>
                <a:gd name="connsiteY3-8" fmla="*/ 268605 h 268605"/>
                <a:gd name="connsiteX4-9" fmla="*/ 1905 w 200025"/>
                <a:gd name="connsiteY4-10" fmla="*/ 31750 h 268605"/>
                <a:gd name="connsiteX0-11" fmla="*/ 0 w 205740"/>
                <a:gd name="connsiteY0-12" fmla="*/ 31750 h 268605"/>
                <a:gd name="connsiteX1-13" fmla="*/ 205740 w 205740"/>
                <a:gd name="connsiteY1-14" fmla="*/ 0 h 268605"/>
                <a:gd name="connsiteX2-15" fmla="*/ 205740 w 205740"/>
                <a:gd name="connsiteY2-16" fmla="*/ 30480 h 268605"/>
                <a:gd name="connsiteX3-17" fmla="*/ 5715 w 205740"/>
                <a:gd name="connsiteY3-18" fmla="*/ 268605 h 268605"/>
                <a:gd name="connsiteX4-19" fmla="*/ 0 w 205740"/>
                <a:gd name="connsiteY4-20" fmla="*/ 31750 h 268605"/>
                <a:gd name="connsiteX0-21" fmla="*/ 0 w 205740"/>
                <a:gd name="connsiteY0-22" fmla="*/ 31750 h 276225"/>
                <a:gd name="connsiteX1-23" fmla="*/ 205740 w 205740"/>
                <a:gd name="connsiteY1-24" fmla="*/ 0 h 276225"/>
                <a:gd name="connsiteX2-25" fmla="*/ 205740 w 205740"/>
                <a:gd name="connsiteY2-26" fmla="*/ 30480 h 276225"/>
                <a:gd name="connsiteX3-27" fmla="*/ 5715 w 205740"/>
                <a:gd name="connsiteY3-28" fmla="*/ 276225 h 276225"/>
                <a:gd name="connsiteX4-29" fmla="*/ 0 w 205740"/>
                <a:gd name="connsiteY4-30" fmla="*/ 31750 h 27622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05740" h="276225">
                  <a:moveTo>
                    <a:pt x="0" y="31750"/>
                  </a:moveTo>
                  <a:lnTo>
                    <a:pt x="205740" y="0"/>
                  </a:lnTo>
                  <a:lnTo>
                    <a:pt x="205740" y="30480"/>
                  </a:lnTo>
                  <a:lnTo>
                    <a:pt x="5715" y="276225"/>
                  </a:lnTo>
                  <a:lnTo>
                    <a:pt x="0" y="317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807943" y="3410160"/>
            <a:ext cx="752475" cy="516255"/>
            <a:chOff x="807943" y="3410160"/>
            <a:chExt cx="752475" cy="516255"/>
          </a:xfrm>
        </p:grpSpPr>
        <p:cxnSp>
          <p:nvCxnSpPr>
            <p:cNvPr id="14" name="直接连接符 13"/>
            <p:cNvCxnSpPr>
              <a:stCxn id="42" idx="4"/>
              <a:endCxn id="44" idx="3"/>
            </p:cNvCxnSpPr>
            <p:nvPr/>
          </p:nvCxnSpPr>
          <p:spPr>
            <a:xfrm>
              <a:off x="807943" y="3509855"/>
              <a:ext cx="601980" cy="416560"/>
            </a:xfrm>
            <a:prstGeom prst="line">
              <a:avLst/>
            </a:prstGeom>
            <a:noFill/>
            <a:ln w="1905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1" name="直接连接符 50"/>
            <p:cNvCxnSpPr/>
            <p:nvPr/>
          </p:nvCxnSpPr>
          <p:spPr>
            <a:xfrm flipV="1">
              <a:off x="1409288" y="3410160"/>
              <a:ext cx="151130" cy="510540"/>
            </a:xfrm>
            <a:prstGeom prst="line">
              <a:avLst/>
            </a:prstGeom>
            <a:noFill/>
            <a:ln w="1905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0" name="组合 29"/>
          <p:cNvGrpSpPr/>
          <p:nvPr/>
        </p:nvGrpSpPr>
        <p:grpSpPr>
          <a:xfrm>
            <a:off x="7505017" y="3131820"/>
            <a:ext cx="960804" cy="497443"/>
            <a:chOff x="7505017" y="3131820"/>
            <a:chExt cx="960804" cy="497443"/>
          </a:xfrm>
        </p:grpSpPr>
        <p:sp>
          <p:nvSpPr>
            <p:cNvPr id="21" name="任意多边形 20"/>
            <p:cNvSpPr/>
            <p:nvPr/>
          </p:nvSpPr>
          <p:spPr>
            <a:xfrm>
              <a:off x="8102601" y="3347720"/>
              <a:ext cx="363220" cy="188347"/>
            </a:xfrm>
            <a:custGeom>
              <a:avLst/>
              <a:gdLst>
                <a:gd name="connsiteX0" fmla="*/ 0 w 371037"/>
                <a:gd name="connsiteY0" fmla="*/ 127394 h 173501"/>
                <a:gd name="connsiteX1" fmla="*/ 48260 w 371037"/>
                <a:gd name="connsiteY1" fmla="*/ 155334 h 173501"/>
                <a:gd name="connsiteX2" fmla="*/ 91440 w 371037"/>
                <a:gd name="connsiteY2" fmla="*/ 162954 h 173501"/>
                <a:gd name="connsiteX3" fmla="*/ 121920 w 371037"/>
                <a:gd name="connsiteY3" fmla="*/ 170574 h 173501"/>
                <a:gd name="connsiteX4" fmla="*/ 167640 w 371037"/>
                <a:gd name="connsiteY4" fmla="*/ 173114 h 173501"/>
                <a:gd name="connsiteX5" fmla="*/ 213360 w 371037"/>
                <a:gd name="connsiteY5" fmla="*/ 162954 h 173501"/>
                <a:gd name="connsiteX6" fmla="*/ 259080 w 371037"/>
                <a:gd name="connsiteY6" fmla="*/ 142634 h 173501"/>
                <a:gd name="connsiteX7" fmla="*/ 292100 w 371037"/>
                <a:gd name="connsiteY7" fmla="*/ 119774 h 173501"/>
                <a:gd name="connsiteX8" fmla="*/ 314960 w 371037"/>
                <a:gd name="connsiteY8" fmla="*/ 89294 h 173501"/>
                <a:gd name="connsiteX9" fmla="*/ 335280 w 371037"/>
                <a:gd name="connsiteY9" fmla="*/ 53734 h 173501"/>
                <a:gd name="connsiteX10" fmla="*/ 345440 w 371037"/>
                <a:gd name="connsiteY10" fmla="*/ 20714 h 173501"/>
                <a:gd name="connsiteX11" fmla="*/ 355600 w 371037"/>
                <a:gd name="connsiteY11" fmla="*/ 394 h 173501"/>
                <a:gd name="connsiteX0-1" fmla="*/ 0 w 388414"/>
                <a:gd name="connsiteY0-2" fmla="*/ 129890 h 175997"/>
                <a:gd name="connsiteX1-3" fmla="*/ 48260 w 388414"/>
                <a:gd name="connsiteY1-4" fmla="*/ 157830 h 175997"/>
                <a:gd name="connsiteX2-5" fmla="*/ 91440 w 388414"/>
                <a:gd name="connsiteY2-6" fmla="*/ 165450 h 175997"/>
                <a:gd name="connsiteX3-7" fmla="*/ 121920 w 388414"/>
                <a:gd name="connsiteY3-8" fmla="*/ 173070 h 175997"/>
                <a:gd name="connsiteX4-9" fmla="*/ 167640 w 388414"/>
                <a:gd name="connsiteY4-10" fmla="*/ 175610 h 175997"/>
                <a:gd name="connsiteX5-11" fmla="*/ 213360 w 388414"/>
                <a:gd name="connsiteY5-12" fmla="*/ 165450 h 175997"/>
                <a:gd name="connsiteX6-13" fmla="*/ 259080 w 388414"/>
                <a:gd name="connsiteY6-14" fmla="*/ 145130 h 175997"/>
                <a:gd name="connsiteX7-15" fmla="*/ 292100 w 388414"/>
                <a:gd name="connsiteY7-16" fmla="*/ 122270 h 175997"/>
                <a:gd name="connsiteX8-17" fmla="*/ 314960 w 388414"/>
                <a:gd name="connsiteY8-18" fmla="*/ 91790 h 175997"/>
                <a:gd name="connsiteX9-19" fmla="*/ 335280 w 388414"/>
                <a:gd name="connsiteY9-20" fmla="*/ 56230 h 175997"/>
                <a:gd name="connsiteX10-21" fmla="*/ 345440 w 388414"/>
                <a:gd name="connsiteY10-22" fmla="*/ 23210 h 175997"/>
                <a:gd name="connsiteX11-23" fmla="*/ 375920 w 388414"/>
                <a:gd name="connsiteY11-24" fmla="*/ 350 h 175997"/>
                <a:gd name="connsiteX0-25" fmla="*/ 0 w 375920"/>
                <a:gd name="connsiteY0-26" fmla="*/ 129540 h 175647"/>
                <a:gd name="connsiteX1-27" fmla="*/ 48260 w 375920"/>
                <a:gd name="connsiteY1-28" fmla="*/ 157480 h 175647"/>
                <a:gd name="connsiteX2-29" fmla="*/ 91440 w 375920"/>
                <a:gd name="connsiteY2-30" fmla="*/ 165100 h 175647"/>
                <a:gd name="connsiteX3-31" fmla="*/ 121920 w 375920"/>
                <a:gd name="connsiteY3-32" fmla="*/ 172720 h 175647"/>
                <a:gd name="connsiteX4-33" fmla="*/ 167640 w 375920"/>
                <a:gd name="connsiteY4-34" fmla="*/ 175260 h 175647"/>
                <a:gd name="connsiteX5-35" fmla="*/ 213360 w 375920"/>
                <a:gd name="connsiteY5-36" fmla="*/ 165100 h 175647"/>
                <a:gd name="connsiteX6-37" fmla="*/ 259080 w 375920"/>
                <a:gd name="connsiteY6-38" fmla="*/ 144780 h 175647"/>
                <a:gd name="connsiteX7-39" fmla="*/ 292100 w 375920"/>
                <a:gd name="connsiteY7-40" fmla="*/ 121920 h 175647"/>
                <a:gd name="connsiteX8-41" fmla="*/ 314960 w 375920"/>
                <a:gd name="connsiteY8-42" fmla="*/ 91440 h 175647"/>
                <a:gd name="connsiteX9-43" fmla="*/ 335280 w 375920"/>
                <a:gd name="connsiteY9-44" fmla="*/ 55880 h 175647"/>
                <a:gd name="connsiteX10-45" fmla="*/ 345440 w 375920"/>
                <a:gd name="connsiteY10-46" fmla="*/ 22860 h 175647"/>
                <a:gd name="connsiteX11-47" fmla="*/ 375920 w 375920"/>
                <a:gd name="connsiteY11-48" fmla="*/ 0 h 175647"/>
                <a:gd name="connsiteX0-49" fmla="*/ 0 w 363220"/>
                <a:gd name="connsiteY0-50" fmla="*/ 142240 h 188347"/>
                <a:gd name="connsiteX1-51" fmla="*/ 48260 w 363220"/>
                <a:gd name="connsiteY1-52" fmla="*/ 170180 h 188347"/>
                <a:gd name="connsiteX2-53" fmla="*/ 91440 w 363220"/>
                <a:gd name="connsiteY2-54" fmla="*/ 177800 h 188347"/>
                <a:gd name="connsiteX3-55" fmla="*/ 121920 w 363220"/>
                <a:gd name="connsiteY3-56" fmla="*/ 185420 h 188347"/>
                <a:gd name="connsiteX4-57" fmla="*/ 167640 w 363220"/>
                <a:gd name="connsiteY4-58" fmla="*/ 187960 h 188347"/>
                <a:gd name="connsiteX5-59" fmla="*/ 213360 w 363220"/>
                <a:gd name="connsiteY5-60" fmla="*/ 177800 h 188347"/>
                <a:gd name="connsiteX6-61" fmla="*/ 259080 w 363220"/>
                <a:gd name="connsiteY6-62" fmla="*/ 157480 h 188347"/>
                <a:gd name="connsiteX7-63" fmla="*/ 292100 w 363220"/>
                <a:gd name="connsiteY7-64" fmla="*/ 134620 h 188347"/>
                <a:gd name="connsiteX8-65" fmla="*/ 314960 w 363220"/>
                <a:gd name="connsiteY8-66" fmla="*/ 104140 h 188347"/>
                <a:gd name="connsiteX9-67" fmla="*/ 335280 w 363220"/>
                <a:gd name="connsiteY9-68" fmla="*/ 68580 h 188347"/>
                <a:gd name="connsiteX10-69" fmla="*/ 345440 w 363220"/>
                <a:gd name="connsiteY10-70" fmla="*/ 35560 h 188347"/>
                <a:gd name="connsiteX11-71" fmla="*/ 363220 w 363220"/>
                <a:gd name="connsiteY11-72" fmla="*/ 0 h 188347"/>
                <a:gd name="connsiteX0-73" fmla="*/ 0 w 363220"/>
                <a:gd name="connsiteY0-74" fmla="*/ 142240 h 188671"/>
                <a:gd name="connsiteX1-75" fmla="*/ 48260 w 363220"/>
                <a:gd name="connsiteY1-76" fmla="*/ 170180 h 188671"/>
                <a:gd name="connsiteX2-77" fmla="*/ 91440 w 363220"/>
                <a:gd name="connsiteY2-78" fmla="*/ 187960 h 188671"/>
                <a:gd name="connsiteX3-79" fmla="*/ 121920 w 363220"/>
                <a:gd name="connsiteY3-80" fmla="*/ 185420 h 188671"/>
                <a:gd name="connsiteX4-81" fmla="*/ 167640 w 363220"/>
                <a:gd name="connsiteY4-82" fmla="*/ 187960 h 188671"/>
                <a:gd name="connsiteX5-83" fmla="*/ 213360 w 363220"/>
                <a:gd name="connsiteY5-84" fmla="*/ 177800 h 188671"/>
                <a:gd name="connsiteX6-85" fmla="*/ 259080 w 363220"/>
                <a:gd name="connsiteY6-86" fmla="*/ 157480 h 188671"/>
                <a:gd name="connsiteX7-87" fmla="*/ 292100 w 363220"/>
                <a:gd name="connsiteY7-88" fmla="*/ 134620 h 188671"/>
                <a:gd name="connsiteX8-89" fmla="*/ 314960 w 363220"/>
                <a:gd name="connsiteY8-90" fmla="*/ 104140 h 188671"/>
                <a:gd name="connsiteX9-91" fmla="*/ 335280 w 363220"/>
                <a:gd name="connsiteY9-92" fmla="*/ 68580 h 188671"/>
                <a:gd name="connsiteX10-93" fmla="*/ 345440 w 363220"/>
                <a:gd name="connsiteY10-94" fmla="*/ 35560 h 188671"/>
                <a:gd name="connsiteX11-95" fmla="*/ 363220 w 363220"/>
                <a:gd name="connsiteY11-96" fmla="*/ 0 h 188671"/>
                <a:gd name="connsiteX0-97" fmla="*/ 0 w 363220"/>
                <a:gd name="connsiteY0-98" fmla="*/ 142240 h 188347"/>
                <a:gd name="connsiteX1-99" fmla="*/ 48260 w 363220"/>
                <a:gd name="connsiteY1-100" fmla="*/ 170180 h 188347"/>
                <a:gd name="connsiteX2-101" fmla="*/ 91440 w 363220"/>
                <a:gd name="connsiteY2-102" fmla="*/ 177800 h 188347"/>
                <a:gd name="connsiteX3-103" fmla="*/ 121920 w 363220"/>
                <a:gd name="connsiteY3-104" fmla="*/ 185420 h 188347"/>
                <a:gd name="connsiteX4-105" fmla="*/ 167640 w 363220"/>
                <a:gd name="connsiteY4-106" fmla="*/ 187960 h 188347"/>
                <a:gd name="connsiteX5-107" fmla="*/ 213360 w 363220"/>
                <a:gd name="connsiteY5-108" fmla="*/ 177800 h 188347"/>
                <a:gd name="connsiteX6-109" fmla="*/ 259080 w 363220"/>
                <a:gd name="connsiteY6-110" fmla="*/ 157480 h 188347"/>
                <a:gd name="connsiteX7-111" fmla="*/ 292100 w 363220"/>
                <a:gd name="connsiteY7-112" fmla="*/ 134620 h 188347"/>
                <a:gd name="connsiteX8-113" fmla="*/ 314960 w 363220"/>
                <a:gd name="connsiteY8-114" fmla="*/ 104140 h 188347"/>
                <a:gd name="connsiteX9-115" fmla="*/ 335280 w 363220"/>
                <a:gd name="connsiteY9-116" fmla="*/ 68580 h 188347"/>
                <a:gd name="connsiteX10-117" fmla="*/ 345440 w 363220"/>
                <a:gd name="connsiteY10-118" fmla="*/ 35560 h 188347"/>
                <a:gd name="connsiteX11-119" fmla="*/ 363220 w 363220"/>
                <a:gd name="connsiteY11-120" fmla="*/ 0 h 18834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</a:cxnLst>
              <a:rect l="l" t="t" r="r" b="b"/>
              <a:pathLst>
                <a:path w="363220" h="188347">
                  <a:moveTo>
                    <a:pt x="0" y="142240"/>
                  </a:moveTo>
                  <a:cubicBezTo>
                    <a:pt x="16510" y="153246"/>
                    <a:pt x="33020" y="164253"/>
                    <a:pt x="48260" y="170180"/>
                  </a:cubicBezTo>
                  <a:cubicBezTo>
                    <a:pt x="63500" y="176107"/>
                    <a:pt x="79163" y="175260"/>
                    <a:pt x="91440" y="177800"/>
                  </a:cubicBezTo>
                  <a:cubicBezTo>
                    <a:pt x="103717" y="180340"/>
                    <a:pt x="109220" y="183727"/>
                    <a:pt x="121920" y="185420"/>
                  </a:cubicBezTo>
                  <a:cubicBezTo>
                    <a:pt x="134620" y="187113"/>
                    <a:pt x="152400" y="189230"/>
                    <a:pt x="167640" y="187960"/>
                  </a:cubicBezTo>
                  <a:cubicBezTo>
                    <a:pt x="182880" y="186690"/>
                    <a:pt x="198120" y="182880"/>
                    <a:pt x="213360" y="177800"/>
                  </a:cubicBezTo>
                  <a:cubicBezTo>
                    <a:pt x="228600" y="172720"/>
                    <a:pt x="245957" y="164677"/>
                    <a:pt x="259080" y="157480"/>
                  </a:cubicBezTo>
                  <a:cubicBezTo>
                    <a:pt x="272203" y="150283"/>
                    <a:pt x="282787" y="143510"/>
                    <a:pt x="292100" y="134620"/>
                  </a:cubicBezTo>
                  <a:cubicBezTo>
                    <a:pt x="301413" y="125730"/>
                    <a:pt x="307763" y="115147"/>
                    <a:pt x="314960" y="104140"/>
                  </a:cubicBezTo>
                  <a:cubicBezTo>
                    <a:pt x="322157" y="93133"/>
                    <a:pt x="330200" y="80010"/>
                    <a:pt x="335280" y="68580"/>
                  </a:cubicBezTo>
                  <a:cubicBezTo>
                    <a:pt x="340360" y="57150"/>
                    <a:pt x="340783" y="46990"/>
                    <a:pt x="345440" y="35560"/>
                  </a:cubicBezTo>
                  <a:cubicBezTo>
                    <a:pt x="350097" y="24130"/>
                    <a:pt x="356023" y="14817"/>
                    <a:pt x="363220" y="0"/>
                  </a:cubicBezTo>
                </a:path>
              </a:pathLst>
            </a:custGeom>
            <a:noFill/>
            <a:ln w="1905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3" name="直接连接符 22"/>
            <p:cNvCxnSpPr>
              <a:stCxn id="21" idx="0"/>
              <a:endCxn id="78" idx="37"/>
            </p:cNvCxnSpPr>
            <p:nvPr/>
          </p:nvCxnSpPr>
          <p:spPr>
            <a:xfrm flipH="1">
              <a:off x="7876555" y="3489960"/>
              <a:ext cx="226046" cy="122406"/>
            </a:xfrm>
            <a:prstGeom prst="line">
              <a:avLst/>
            </a:prstGeom>
            <a:noFill/>
            <a:ln w="1905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5" name="任意多边形 24"/>
            <p:cNvSpPr/>
            <p:nvPr/>
          </p:nvSpPr>
          <p:spPr>
            <a:xfrm>
              <a:off x="7505017" y="3457575"/>
              <a:ext cx="374063" cy="171688"/>
            </a:xfrm>
            <a:custGeom>
              <a:avLst/>
              <a:gdLst>
                <a:gd name="connsiteX0" fmla="*/ 374063 w 374063"/>
                <a:gd name="connsiteY0" fmla="*/ 152400 h 171688"/>
                <a:gd name="connsiteX1" fmla="*/ 311198 w 374063"/>
                <a:gd name="connsiteY1" fmla="*/ 169545 h 171688"/>
                <a:gd name="connsiteX2" fmla="*/ 294053 w 374063"/>
                <a:gd name="connsiteY2" fmla="*/ 171450 h 171688"/>
                <a:gd name="connsiteX3" fmla="*/ 271193 w 374063"/>
                <a:gd name="connsiteY3" fmla="*/ 171450 h 171688"/>
                <a:gd name="connsiteX4" fmla="*/ 244523 w 374063"/>
                <a:gd name="connsiteY4" fmla="*/ 169545 h 171688"/>
                <a:gd name="connsiteX5" fmla="*/ 223568 w 374063"/>
                <a:gd name="connsiteY5" fmla="*/ 167640 h 171688"/>
                <a:gd name="connsiteX6" fmla="*/ 198803 w 374063"/>
                <a:gd name="connsiteY6" fmla="*/ 161925 h 171688"/>
                <a:gd name="connsiteX7" fmla="*/ 175943 w 374063"/>
                <a:gd name="connsiteY7" fmla="*/ 152400 h 171688"/>
                <a:gd name="connsiteX8" fmla="*/ 153083 w 374063"/>
                <a:gd name="connsiteY8" fmla="*/ 142875 h 171688"/>
                <a:gd name="connsiteX9" fmla="*/ 120698 w 374063"/>
                <a:gd name="connsiteY9" fmla="*/ 125730 h 171688"/>
                <a:gd name="connsiteX10" fmla="*/ 92123 w 374063"/>
                <a:gd name="connsiteY10" fmla="*/ 110490 h 171688"/>
                <a:gd name="connsiteX11" fmla="*/ 54023 w 374063"/>
                <a:gd name="connsiteY11" fmla="*/ 80010 h 171688"/>
                <a:gd name="connsiteX12" fmla="*/ 21638 w 374063"/>
                <a:gd name="connsiteY12" fmla="*/ 40005 h 171688"/>
                <a:gd name="connsiteX13" fmla="*/ 2588 w 374063"/>
                <a:gd name="connsiteY13" fmla="*/ 11430 h 171688"/>
                <a:gd name="connsiteX14" fmla="*/ 683 w 374063"/>
                <a:gd name="connsiteY14" fmla="*/ 0 h 171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4063" h="171688">
                  <a:moveTo>
                    <a:pt x="374063" y="152400"/>
                  </a:moveTo>
                  <a:lnTo>
                    <a:pt x="311198" y="169545"/>
                  </a:lnTo>
                  <a:cubicBezTo>
                    <a:pt x="297863" y="172720"/>
                    <a:pt x="300720" y="171133"/>
                    <a:pt x="294053" y="171450"/>
                  </a:cubicBezTo>
                  <a:cubicBezTo>
                    <a:pt x="287386" y="171767"/>
                    <a:pt x="279448" y="171768"/>
                    <a:pt x="271193" y="171450"/>
                  </a:cubicBezTo>
                  <a:cubicBezTo>
                    <a:pt x="262938" y="171133"/>
                    <a:pt x="252460" y="170180"/>
                    <a:pt x="244523" y="169545"/>
                  </a:cubicBezTo>
                  <a:cubicBezTo>
                    <a:pt x="236586" y="168910"/>
                    <a:pt x="231188" y="168910"/>
                    <a:pt x="223568" y="167640"/>
                  </a:cubicBezTo>
                  <a:cubicBezTo>
                    <a:pt x="215948" y="166370"/>
                    <a:pt x="206740" y="164465"/>
                    <a:pt x="198803" y="161925"/>
                  </a:cubicBezTo>
                  <a:cubicBezTo>
                    <a:pt x="190866" y="159385"/>
                    <a:pt x="175943" y="152400"/>
                    <a:pt x="175943" y="152400"/>
                  </a:cubicBezTo>
                  <a:cubicBezTo>
                    <a:pt x="168323" y="149225"/>
                    <a:pt x="162290" y="147320"/>
                    <a:pt x="153083" y="142875"/>
                  </a:cubicBezTo>
                  <a:cubicBezTo>
                    <a:pt x="143875" y="138430"/>
                    <a:pt x="120698" y="125730"/>
                    <a:pt x="120698" y="125730"/>
                  </a:cubicBezTo>
                  <a:cubicBezTo>
                    <a:pt x="110538" y="120332"/>
                    <a:pt x="103235" y="118110"/>
                    <a:pt x="92123" y="110490"/>
                  </a:cubicBezTo>
                  <a:cubicBezTo>
                    <a:pt x="81010" y="102870"/>
                    <a:pt x="65770" y="91757"/>
                    <a:pt x="54023" y="80010"/>
                  </a:cubicBezTo>
                  <a:cubicBezTo>
                    <a:pt x="42276" y="68263"/>
                    <a:pt x="30210" y="51435"/>
                    <a:pt x="21638" y="40005"/>
                  </a:cubicBezTo>
                  <a:cubicBezTo>
                    <a:pt x="13065" y="28575"/>
                    <a:pt x="6080" y="18097"/>
                    <a:pt x="2588" y="11430"/>
                  </a:cubicBezTo>
                  <a:cubicBezTo>
                    <a:pt x="-905" y="4762"/>
                    <a:pt x="-111" y="2381"/>
                    <a:pt x="683" y="0"/>
                  </a:cubicBezTo>
                </a:path>
              </a:pathLst>
            </a:custGeom>
            <a:noFill/>
            <a:ln w="1905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7" name="直接连接符 26"/>
            <p:cNvCxnSpPr>
              <a:stCxn id="78" idx="36"/>
              <a:endCxn id="77" idx="9"/>
            </p:cNvCxnSpPr>
            <p:nvPr/>
          </p:nvCxnSpPr>
          <p:spPr>
            <a:xfrm flipH="1" flipV="1">
              <a:off x="8099097" y="3333578"/>
              <a:ext cx="4763" cy="151188"/>
            </a:xfrm>
            <a:prstGeom prst="line">
              <a:avLst/>
            </a:prstGeom>
            <a:noFill/>
            <a:ln w="1905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" name="任意多边形 27"/>
            <p:cNvSpPr/>
            <p:nvPr/>
          </p:nvSpPr>
          <p:spPr>
            <a:xfrm>
              <a:off x="7795260" y="3131820"/>
              <a:ext cx="308610" cy="199219"/>
            </a:xfrm>
            <a:custGeom>
              <a:avLst/>
              <a:gdLst>
                <a:gd name="connsiteX0" fmla="*/ 308610 w 308610"/>
                <a:gd name="connsiteY0" fmla="*/ 198120 h 199219"/>
                <a:gd name="connsiteX1" fmla="*/ 241935 w 308610"/>
                <a:gd name="connsiteY1" fmla="*/ 198120 h 199219"/>
                <a:gd name="connsiteX2" fmla="*/ 209550 w 308610"/>
                <a:gd name="connsiteY2" fmla="*/ 186690 h 199219"/>
                <a:gd name="connsiteX3" fmla="*/ 179070 w 308610"/>
                <a:gd name="connsiteY3" fmla="*/ 171450 h 199219"/>
                <a:gd name="connsiteX4" fmla="*/ 142875 w 308610"/>
                <a:gd name="connsiteY4" fmla="*/ 154305 h 199219"/>
                <a:gd name="connsiteX5" fmla="*/ 116205 w 308610"/>
                <a:gd name="connsiteY5" fmla="*/ 135255 h 199219"/>
                <a:gd name="connsiteX6" fmla="*/ 78105 w 308610"/>
                <a:gd name="connsiteY6" fmla="*/ 112395 h 199219"/>
                <a:gd name="connsiteX7" fmla="*/ 55245 w 308610"/>
                <a:gd name="connsiteY7" fmla="*/ 83820 h 199219"/>
                <a:gd name="connsiteX8" fmla="*/ 26670 w 308610"/>
                <a:gd name="connsiteY8" fmla="*/ 59055 h 199219"/>
                <a:gd name="connsiteX9" fmla="*/ 7620 w 308610"/>
                <a:gd name="connsiteY9" fmla="*/ 24765 h 199219"/>
                <a:gd name="connsiteX10" fmla="*/ 0 w 308610"/>
                <a:gd name="connsiteY10" fmla="*/ 0 h 199219"/>
                <a:gd name="connsiteX0-1" fmla="*/ 308610 w 308610"/>
                <a:gd name="connsiteY0-2" fmla="*/ 198120 h 199219"/>
                <a:gd name="connsiteX1-3" fmla="*/ 241935 w 308610"/>
                <a:gd name="connsiteY1-4" fmla="*/ 198120 h 199219"/>
                <a:gd name="connsiteX2-5" fmla="*/ 209550 w 308610"/>
                <a:gd name="connsiteY2-6" fmla="*/ 186690 h 199219"/>
                <a:gd name="connsiteX3-7" fmla="*/ 179070 w 308610"/>
                <a:gd name="connsiteY3-8" fmla="*/ 171450 h 199219"/>
                <a:gd name="connsiteX4-9" fmla="*/ 142875 w 308610"/>
                <a:gd name="connsiteY4-10" fmla="*/ 154305 h 199219"/>
                <a:gd name="connsiteX5-11" fmla="*/ 116205 w 308610"/>
                <a:gd name="connsiteY5-12" fmla="*/ 135255 h 199219"/>
                <a:gd name="connsiteX6-13" fmla="*/ 78105 w 308610"/>
                <a:gd name="connsiteY6-14" fmla="*/ 112395 h 199219"/>
                <a:gd name="connsiteX7-15" fmla="*/ 55245 w 308610"/>
                <a:gd name="connsiteY7-16" fmla="*/ 83820 h 199219"/>
                <a:gd name="connsiteX8-17" fmla="*/ 26670 w 308610"/>
                <a:gd name="connsiteY8-18" fmla="*/ 59055 h 199219"/>
                <a:gd name="connsiteX9-19" fmla="*/ 7620 w 308610"/>
                <a:gd name="connsiteY9-20" fmla="*/ 24765 h 199219"/>
                <a:gd name="connsiteX10-21" fmla="*/ 0 w 308610"/>
                <a:gd name="connsiteY10-22" fmla="*/ 0 h 199219"/>
                <a:gd name="connsiteX0-23" fmla="*/ 314783 w 314783"/>
                <a:gd name="connsiteY0-24" fmla="*/ 198120 h 199219"/>
                <a:gd name="connsiteX1-25" fmla="*/ 248108 w 314783"/>
                <a:gd name="connsiteY1-26" fmla="*/ 198120 h 199219"/>
                <a:gd name="connsiteX2-27" fmla="*/ 215723 w 314783"/>
                <a:gd name="connsiteY2-28" fmla="*/ 186690 h 199219"/>
                <a:gd name="connsiteX3-29" fmla="*/ 185243 w 314783"/>
                <a:gd name="connsiteY3-30" fmla="*/ 171450 h 199219"/>
                <a:gd name="connsiteX4-31" fmla="*/ 149048 w 314783"/>
                <a:gd name="connsiteY4-32" fmla="*/ 154305 h 199219"/>
                <a:gd name="connsiteX5-33" fmla="*/ 122378 w 314783"/>
                <a:gd name="connsiteY5-34" fmla="*/ 135255 h 199219"/>
                <a:gd name="connsiteX6-35" fmla="*/ 84278 w 314783"/>
                <a:gd name="connsiteY6-36" fmla="*/ 112395 h 199219"/>
                <a:gd name="connsiteX7-37" fmla="*/ 61418 w 314783"/>
                <a:gd name="connsiteY7-38" fmla="*/ 83820 h 199219"/>
                <a:gd name="connsiteX8-39" fmla="*/ 32843 w 314783"/>
                <a:gd name="connsiteY8-40" fmla="*/ 59055 h 199219"/>
                <a:gd name="connsiteX9-41" fmla="*/ 458 w 314783"/>
                <a:gd name="connsiteY9-42" fmla="*/ 30480 h 199219"/>
                <a:gd name="connsiteX10-43" fmla="*/ 6173 w 314783"/>
                <a:gd name="connsiteY10-44" fmla="*/ 0 h 199219"/>
                <a:gd name="connsiteX0-45" fmla="*/ 309169 w 309169"/>
                <a:gd name="connsiteY0-46" fmla="*/ 198120 h 199219"/>
                <a:gd name="connsiteX1-47" fmla="*/ 242494 w 309169"/>
                <a:gd name="connsiteY1-48" fmla="*/ 198120 h 199219"/>
                <a:gd name="connsiteX2-49" fmla="*/ 210109 w 309169"/>
                <a:gd name="connsiteY2-50" fmla="*/ 186690 h 199219"/>
                <a:gd name="connsiteX3-51" fmla="*/ 179629 w 309169"/>
                <a:gd name="connsiteY3-52" fmla="*/ 171450 h 199219"/>
                <a:gd name="connsiteX4-53" fmla="*/ 143434 w 309169"/>
                <a:gd name="connsiteY4-54" fmla="*/ 154305 h 199219"/>
                <a:gd name="connsiteX5-55" fmla="*/ 116764 w 309169"/>
                <a:gd name="connsiteY5-56" fmla="*/ 135255 h 199219"/>
                <a:gd name="connsiteX6-57" fmla="*/ 78664 w 309169"/>
                <a:gd name="connsiteY6-58" fmla="*/ 112395 h 199219"/>
                <a:gd name="connsiteX7-59" fmla="*/ 55804 w 309169"/>
                <a:gd name="connsiteY7-60" fmla="*/ 83820 h 199219"/>
                <a:gd name="connsiteX8-61" fmla="*/ 27229 w 309169"/>
                <a:gd name="connsiteY8-62" fmla="*/ 59055 h 199219"/>
                <a:gd name="connsiteX9-63" fmla="*/ 559 w 309169"/>
                <a:gd name="connsiteY9-64" fmla="*/ 30480 h 199219"/>
                <a:gd name="connsiteX10-65" fmla="*/ 559 w 309169"/>
                <a:gd name="connsiteY10-66" fmla="*/ 0 h 199219"/>
                <a:gd name="connsiteX0-67" fmla="*/ 308828 w 308828"/>
                <a:gd name="connsiteY0-68" fmla="*/ 198120 h 199219"/>
                <a:gd name="connsiteX1-69" fmla="*/ 242153 w 308828"/>
                <a:gd name="connsiteY1-70" fmla="*/ 198120 h 199219"/>
                <a:gd name="connsiteX2-71" fmla="*/ 209768 w 308828"/>
                <a:gd name="connsiteY2-72" fmla="*/ 186690 h 199219"/>
                <a:gd name="connsiteX3-73" fmla="*/ 179288 w 308828"/>
                <a:gd name="connsiteY3-74" fmla="*/ 171450 h 199219"/>
                <a:gd name="connsiteX4-75" fmla="*/ 143093 w 308828"/>
                <a:gd name="connsiteY4-76" fmla="*/ 154305 h 199219"/>
                <a:gd name="connsiteX5-77" fmla="*/ 116423 w 308828"/>
                <a:gd name="connsiteY5-78" fmla="*/ 135255 h 199219"/>
                <a:gd name="connsiteX6-79" fmla="*/ 78323 w 308828"/>
                <a:gd name="connsiteY6-80" fmla="*/ 112395 h 199219"/>
                <a:gd name="connsiteX7-81" fmla="*/ 55463 w 308828"/>
                <a:gd name="connsiteY7-82" fmla="*/ 83820 h 199219"/>
                <a:gd name="connsiteX8-83" fmla="*/ 26888 w 308828"/>
                <a:gd name="connsiteY8-84" fmla="*/ 59055 h 199219"/>
                <a:gd name="connsiteX9-85" fmla="*/ 218 w 308828"/>
                <a:gd name="connsiteY9-86" fmla="*/ 30480 h 199219"/>
                <a:gd name="connsiteX10-87" fmla="*/ 13554 w 308828"/>
                <a:gd name="connsiteY10-88" fmla="*/ 41910 h 199219"/>
                <a:gd name="connsiteX11" fmla="*/ 218 w 308828"/>
                <a:gd name="connsiteY11" fmla="*/ 0 h 199219"/>
                <a:gd name="connsiteX0-89" fmla="*/ 308610 w 308610"/>
                <a:gd name="connsiteY0-90" fmla="*/ 198120 h 199219"/>
                <a:gd name="connsiteX1-91" fmla="*/ 241935 w 308610"/>
                <a:gd name="connsiteY1-92" fmla="*/ 198120 h 199219"/>
                <a:gd name="connsiteX2-93" fmla="*/ 209550 w 308610"/>
                <a:gd name="connsiteY2-94" fmla="*/ 186690 h 199219"/>
                <a:gd name="connsiteX3-95" fmla="*/ 179070 w 308610"/>
                <a:gd name="connsiteY3-96" fmla="*/ 171450 h 199219"/>
                <a:gd name="connsiteX4-97" fmla="*/ 142875 w 308610"/>
                <a:gd name="connsiteY4-98" fmla="*/ 154305 h 199219"/>
                <a:gd name="connsiteX5-99" fmla="*/ 116205 w 308610"/>
                <a:gd name="connsiteY5-100" fmla="*/ 135255 h 199219"/>
                <a:gd name="connsiteX6-101" fmla="*/ 78105 w 308610"/>
                <a:gd name="connsiteY6-102" fmla="*/ 112395 h 199219"/>
                <a:gd name="connsiteX7-103" fmla="*/ 55245 w 308610"/>
                <a:gd name="connsiteY7-104" fmla="*/ 83820 h 199219"/>
                <a:gd name="connsiteX8-105" fmla="*/ 26670 w 308610"/>
                <a:gd name="connsiteY8-106" fmla="*/ 59055 h 199219"/>
                <a:gd name="connsiteX9-107" fmla="*/ 15240 w 308610"/>
                <a:gd name="connsiteY9-108" fmla="*/ 41910 h 199219"/>
                <a:gd name="connsiteX10-109" fmla="*/ 13336 w 308610"/>
                <a:gd name="connsiteY10-110" fmla="*/ 41910 h 199219"/>
                <a:gd name="connsiteX11-111" fmla="*/ 0 w 308610"/>
                <a:gd name="connsiteY11-112" fmla="*/ 0 h 199219"/>
                <a:gd name="connsiteX0-113" fmla="*/ 308610 w 308610"/>
                <a:gd name="connsiteY0-114" fmla="*/ 198120 h 199219"/>
                <a:gd name="connsiteX1-115" fmla="*/ 241935 w 308610"/>
                <a:gd name="connsiteY1-116" fmla="*/ 198120 h 199219"/>
                <a:gd name="connsiteX2-117" fmla="*/ 209550 w 308610"/>
                <a:gd name="connsiteY2-118" fmla="*/ 186690 h 199219"/>
                <a:gd name="connsiteX3-119" fmla="*/ 179070 w 308610"/>
                <a:gd name="connsiteY3-120" fmla="*/ 171450 h 199219"/>
                <a:gd name="connsiteX4-121" fmla="*/ 142875 w 308610"/>
                <a:gd name="connsiteY4-122" fmla="*/ 154305 h 199219"/>
                <a:gd name="connsiteX5-123" fmla="*/ 116205 w 308610"/>
                <a:gd name="connsiteY5-124" fmla="*/ 135255 h 199219"/>
                <a:gd name="connsiteX6-125" fmla="*/ 78105 w 308610"/>
                <a:gd name="connsiteY6-126" fmla="*/ 112395 h 199219"/>
                <a:gd name="connsiteX7-127" fmla="*/ 53340 w 308610"/>
                <a:gd name="connsiteY7-128" fmla="*/ 93345 h 199219"/>
                <a:gd name="connsiteX8-129" fmla="*/ 26670 w 308610"/>
                <a:gd name="connsiteY8-130" fmla="*/ 59055 h 199219"/>
                <a:gd name="connsiteX9-131" fmla="*/ 15240 w 308610"/>
                <a:gd name="connsiteY9-132" fmla="*/ 41910 h 199219"/>
                <a:gd name="connsiteX10-133" fmla="*/ 13336 w 308610"/>
                <a:gd name="connsiteY10-134" fmla="*/ 41910 h 199219"/>
                <a:gd name="connsiteX11-135" fmla="*/ 0 w 308610"/>
                <a:gd name="connsiteY11-136" fmla="*/ 0 h 199219"/>
                <a:gd name="connsiteX0-137" fmla="*/ 308610 w 308610"/>
                <a:gd name="connsiteY0-138" fmla="*/ 198120 h 199219"/>
                <a:gd name="connsiteX1-139" fmla="*/ 241935 w 308610"/>
                <a:gd name="connsiteY1-140" fmla="*/ 198120 h 199219"/>
                <a:gd name="connsiteX2-141" fmla="*/ 209550 w 308610"/>
                <a:gd name="connsiteY2-142" fmla="*/ 186690 h 199219"/>
                <a:gd name="connsiteX3-143" fmla="*/ 179070 w 308610"/>
                <a:gd name="connsiteY3-144" fmla="*/ 171450 h 199219"/>
                <a:gd name="connsiteX4-145" fmla="*/ 142875 w 308610"/>
                <a:gd name="connsiteY4-146" fmla="*/ 154305 h 199219"/>
                <a:gd name="connsiteX5-147" fmla="*/ 112395 w 308610"/>
                <a:gd name="connsiteY5-148" fmla="*/ 140970 h 199219"/>
                <a:gd name="connsiteX6-149" fmla="*/ 78105 w 308610"/>
                <a:gd name="connsiteY6-150" fmla="*/ 112395 h 199219"/>
                <a:gd name="connsiteX7-151" fmla="*/ 53340 w 308610"/>
                <a:gd name="connsiteY7-152" fmla="*/ 93345 h 199219"/>
                <a:gd name="connsiteX8-153" fmla="*/ 26670 w 308610"/>
                <a:gd name="connsiteY8-154" fmla="*/ 59055 h 199219"/>
                <a:gd name="connsiteX9-155" fmla="*/ 15240 w 308610"/>
                <a:gd name="connsiteY9-156" fmla="*/ 41910 h 199219"/>
                <a:gd name="connsiteX10-157" fmla="*/ 13336 w 308610"/>
                <a:gd name="connsiteY10-158" fmla="*/ 41910 h 199219"/>
                <a:gd name="connsiteX11-159" fmla="*/ 0 w 308610"/>
                <a:gd name="connsiteY11-160" fmla="*/ 0 h 199219"/>
                <a:gd name="connsiteX0-161" fmla="*/ 308610 w 308610"/>
                <a:gd name="connsiteY0-162" fmla="*/ 198120 h 199219"/>
                <a:gd name="connsiteX1-163" fmla="*/ 241935 w 308610"/>
                <a:gd name="connsiteY1-164" fmla="*/ 198120 h 199219"/>
                <a:gd name="connsiteX2-165" fmla="*/ 209550 w 308610"/>
                <a:gd name="connsiteY2-166" fmla="*/ 186690 h 199219"/>
                <a:gd name="connsiteX3-167" fmla="*/ 179070 w 308610"/>
                <a:gd name="connsiteY3-168" fmla="*/ 171450 h 199219"/>
                <a:gd name="connsiteX4-169" fmla="*/ 148590 w 308610"/>
                <a:gd name="connsiteY4-170" fmla="*/ 161925 h 199219"/>
                <a:gd name="connsiteX5-171" fmla="*/ 112395 w 308610"/>
                <a:gd name="connsiteY5-172" fmla="*/ 140970 h 199219"/>
                <a:gd name="connsiteX6-173" fmla="*/ 78105 w 308610"/>
                <a:gd name="connsiteY6-174" fmla="*/ 112395 h 199219"/>
                <a:gd name="connsiteX7-175" fmla="*/ 53340 w 308610"/>
                <a:gd name="connsiteY7-176" fmla="*/ 93345 h 199219"/>
                <a:gd name="connsiteX8-177" fmla="*/ 26670 w 308610"/>
                <a:gd name="connsiteY8-178" fmla="*/ 59055 h 199219"/>
                <a:gd name="connsiteX9-179" fmla="*/ 15240 w 308610"/>
                <a:gd name="connsiteY9-180" fmla="*/ 41910 h 199219"/>
                <a:gd name="connsiteX10-181" fmla="*/ 13336 w 308610"/>
                <a:gd name="connsiteY10-182" fmla="*/ 41910 h 199219"/>
                <a:gd name="connsiteX11-183" fmla="*/ 0 w 308610"/>
                <a:gd name="connsiteY11-184" fmla="*/ 0 h 199219"/>
                <a:gd name="connsiteX0-185" fmla="*/ 308610 w 308610"/>
                <a:gd name="connsiteY0-186" fmla="*/ 198120 h 199219"/>
                <a:gd name="connsiteX1-187" fmla="*/ 253365 w 308610"/>
                <a:gd name="connsiteY1-188" fmla="*/ 198120 h 199219"/>
                <a:gd name="connsiteX2-189" fmla="*/ 209550 w 308610"/>
                <a:gd name="connsiteY2-190" fmla="*/ 186690 h 199219"/>
                <a:gd name="connsiteX3-191" fmla="*/ 179070 w 308610"/>
                <a:gd name="connsiteY3-192" fmla="*/ 171450 h 199219"/>
                <a:gd name="connsiteX4-193" fmla="*/ 148590 w 308610"/>
                <a:gd name="connsiteY4-194" fmla="*/ 161925 h 199219"/>
                <a:gd name="connsiteX5-195" fmla="*/ 112395 w 308610"/>
                <a:gd name="connsiteY5-196" fmla="*/ 140970 h 199219"/>
                <a:gd name="connsiteX6-197" fmla="*/ 78105 w 308610"/>
                <a:gd name="connsiteY6-198" fmla="*/ 112395 h 199219"/>
                <a:gd name="connsiteX7-199" fmla="*/ 53340 w 308610"/>
                <a:gd name="connsiteY7-200" fmla="*/ 93345 h 199219"/>
                <a:gd name="connsiteX8-201" fmla="*/ 26670 w 308610"/>
                <a:gd name="connsiteY8-202" fmla="*/ 59055 h 199219"/>
                <a:gd name="connsiteX9-203" fmla="*/ 15240 w 308610"/>
                <a:gd name="connsiteY9-204" fmla="*/ 41910 h 199219"/>
                <a:gd name="connsiteX10-205" fmla="*/ 13336 w 308610"/>
                <a:gd name="connsiteY10-206" fmla="*/ 41910 h 199219"/>
                <a:gd name="connsiteX11-207" fmla="*/ 0 w 308610"/>
                <a:gd name="connsiteY11-208" fmla="*/ 0 h 199219"/>
                <a:gd name="connsiteX0-209" fmla="*/ 308610 w 308610"/>
                <a:gd name="connsiteY0-210" fmla="*/ 198120 h 199219"/>
                <a:gd name="connsiteX1-211" fmla="*/ 253365 w 308610"/>
                <a:gd name="connsiteY1-212" fmla="*/ 198120 h 199219"/>
                <a:gd name="connsiteX2-213" fmla="*/ 209550 w 308610"/>
                <a:gd name="connsiteY2-214" fmla="*/ 186690 h 199219"/>
                <a:gd name="connsiteX3-215" fmla="*/ 190500 w 308610"/>
                <a:gd name="connsiteY3-216" fmla="*/ 180975 h 199219"/>
                <a:gd name="connsiteX4-217" fmla="*/ 179070 w 308610"/>
                <a:gd name="connsiteY4-218" fmla="*/ 171450 h 199219"/>
                <a:gd name="connsiteX5-219" fmla="*/ 148590 w 308610"/>
                <a:gd name="connsiteY5-220" fmla="*/ 161925 h 199219"/>
                <a:gd name="connsiteX6-221" fmla="*/ 112395 w 308610"/>
                <a:gd name="connsiteY6-222" fmla="*/ 140970 h 199219"/>
                <a:gd name="connsiteX7-223" fmla="*/ 78105 w 308610"/>
                <a:gd name="connsiteY7-224" fmla="*/ 112395 h 199219"/>
                <a:gd name="connsiteX8-225" fmla="*/ 53340 w 308610"/>
                <a:gd name="connsiteY8-226" fmla="*/ 93345 h 199219"/>
                <a:gd name="connsiteX9-227" fmla="*/ 26670 w 308610"/>
                <a:gd name="connsiteY9-228" fmla="*/ 59055 h 199219"/>
                <a:gd name="connsiteX10-229" fmla="*/ 15240 w 308610"/>
                <a:gd name="connsiteY10-230" fmla="*/ 41910 h 199219"/>
                <a:gd name="connsiteX11-231" fmla="*/ 13336 w 308610"/>
                <a:gd name="connsiteY11-232" fmla="*/ 41910 h 199219"/>
                <a:gd name="connsiteX12" fmla="*/ 0 w 308610"/>
                <a:gd name="connsiteY12" fmla="*/ 0 h 199219"/>
                <a:gd name="connsiteX0-233" fmla="*/ 308610 w 308610"/>
                <a:gd name="connsiteY0-234" fmla="*/ 198120 h 199219"/>
                <a:gd name="connsiteX1-235" fmla="*/ 253365 w 308610"/>
                <a:gd name="connsiteY1-236" fmla="*/ 198120 h 199219"/>
                <a:gd name="connsiteX2-237" fmla="*/ 209550 w 308610"/>
                <a:gd name="connsiteY2-238" fmla="*/ 186690 h 199219"/>
                <a:gd name="connsiteX3-239" fmla="*/ 190500 w 308610"/>
                <a:gd name="connsiteY3-240" fmla="*/ 180975 h 199219"/>
                <a:gd name="connsiteX4-241" fmla="*/ 179070 w 308610"/>
                <a:gd name="connsiteY4-242" fmla="*/ 177165 h 199219"/>
                <a:gd name="connsiteX5-243" fmla="*/ 148590 w 308610"/>
                <a:gd name="connsiteY5-244" fmla="*/ 161925 h 199219"/>
                <a:gd name="connsiteX6-245" fmla="*/ 112395 w 308610"/>
                <a:gd name="connsiteY6-246" fmla="*/ 140970 h 199219"/>
                <a:gd name="connsiteX7-247" fmla="*/ 78105 w 308610"/>
                <a:gd name="connsiteY7-248" fmla="*/ 112395 h 199219"/>
                <a:gd name="connsiteX8-249" fmla="*/ 53340 w 308610"/>
                <a:gd name="connsiteY8-250" fmla="*/ 93345 h 199219"/>
                <a:gd name="connsiteX9-251" fmla="*/ 26670 w 308610"/>
                <a:gd name="connsiteY9-252" fmla="*/ 59055 h 199219"/>
                <a:gd name="connsiteX10-253" fmla="*/ 15240 w 308610"/>
                <a:gd name="connsiteY10-254" fmla="*/ 41910 h 199219"/>
                <a:gd name="connsiteX11-255" fmla="*/ 13336 w 308610"/>
                <a:gd name="connsiteY11-256" fmla="*/ 41910 h 199219"/>
                <a:gd name="connsiteX12-257" fmla="*/ 0 w 308610"/>
                <a:gd name="connsiteY12-258" fmla="*/ 0 h 19921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111" y="connsiteY11-112"/>
                </a:cxn>
                <a:cxn ang="0">
                  <a:pos x="connsiteX12-257" y="connsiteY12-258"/>
                </a:cxn>
              </a:cxnLst>
              <a:rect l="l" t="t" r="r" b="b"/>
              <a:pathLst>
                <a:path w="308610" h="199219">
                  <a:moveTo>
                    <a:pt x="308610" y="198120"/>
                  </a:moveTo>
                  <a:cubicBezTo>
                    <a:pt x="283527" y="199072"/>
                    <a:pt x="269875" y="200025"/>
                    <a:pt x="253365" y="198120"/>
                  </a:cubicBezTo>
                  <a:cubicBezTo>
                    <a:pt x="236855" y="196215"/>
                    <a:pt x="220028" y="189548"/>
                    <a:pt x="209550" y="186690"/>
                  </a:cubicBezTo>
                  <a:cubicBezTo>
                    <a:pt x="199073" y="183833"/>
                    <a:pt x="195580" y="183515"/>
                    <a:pt x="190500" y="180975"/>
                  </a:cubicBezTo>
                  <a:cubicBezTo>
                    <a:pt x="185420" y="178435"/>
                    <a:pt x="186055" y="180340"/>
                    <a:pt x="179070" y="177165"/>
                  </a:cubicBezTo>
                  <a:cubicBezTo>
                    <a:pt x="172085" y="173990"/>
                    <a:pt x="159703" y="167958"/>
                    <a:pt x="148590" y="161925"/>
                  </a:cubicBezTo>
                  <a:cubicBezTo>
                    <a:pt x="137478" y="155893"/>
                    <a:pt x="124143" y="149225"/>
                    <a:pt x="112395" y="140970"/>
                  </a:cubicBezTo>
                  <a:cubicBezTo>
                    <a:pt x="100648" y="132715"/>
                    <a:pt x="87947" y="120332"/>
                    <a:pt x="78105" y="112395"/>
                  </a:cubicBezTo>
                  <a:cubicBezTo>
                    <a:pt x="68263" y="104458"/>
                    <a:pt x="61912" y="102235"/>
                    <a:pt x="53340" y="93345"/>
                  </a:cubicBezTo>
                  <a:cubicBezTo>
                    <a:pt x="44768" y="84455"/>
                    <a:pt x="33020" y="67627"/>
                    <a:pt x="26670" y="59055"/>
                  </a:cubicBezTo>
                  <a:cubicBezTo>
                    <a:pt x="20320" y="50483"/>
                    <a:pt x="17462" y="44767"/>
                    <a:pt x="15240" y="41910"/>
                  </a:cubicBezTo>
                  <a:cubicBezTo>
                    <a:pt x="13018" y="39053"/>
                    <a:pt x="13336" y="46990"/>
                    <a:pt x="13336" y="41910"/>
                  </a:cubicBezTo>
                  <a:cubicBezTo>
                    <a:pt x="13336" y="36830"/>
                    <a:pt x="953" y="4445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49" name="组合 2048"/>
          <p:cNvGrpSpPr/>
          <p:nvPr/>
        </p:nvGrpSpPr>
        <p:grpSpPr>
          <a:xfrm>
            <a:off x="333366" y="3736577"/>
            <a:ext cx="1274677" cy="1742323"/>
            <a:chOff x="2451971" y="3923212"/>
            <a:chExt cx="1274677" cy="1742323"/>
          </a:xfrm>
        </p:grpSpPr>
        <p:sp>
          <p:nvSpPr>
            <p:cNvPr id="64" name="Text Box 12"/>
            <p:cNvSpPr txBox="1">
              <a:spLocks noChangeArrowheads="1"/>
            </p:cNvSpPr>
            <p:nvPr/>
          </p:nvSpPr>
          <p:spPr bwMode="auto">
            <a:xfrm>
              <a:off x="2451971" y="4957649"/>
              <a:ext cx="1274677" cy="70788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封闭的空间折线</a:t>
              </a:r>
            </a:p>
          </p:txBody>
        </p:sp>
        <p:sp>
          <p:nvSpPr>
            <p:cNvPr id="65" name="Line 15"/>
            <p:cNvSpPr>
              <a:spLocks noChangeShapeType="1"/>
            </p:cNvSpPr>
            <p:nvPr/>
          </p:nvSpPr>
          <p:spPr bwMode="auto">
            <a:xfrm flipH="1">
              <a:off x="2742510" y="3923212"/>
              <a:ext cx="440578" cy="10344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2510477" y="3630246"/>
            <a:ext cx="1485459" cy="1829563"/>
            <a:chOff x="2451971" y="3923212"/>
            <a:chExt cx="1485459" cy="1829563"/>
          </a:xfrm>
        </p:grpSpPr>
        <p:sp>
          <p:nvSpPr>
            <p:cNvPr id="74" name="Text Box 12"/>
            <p:cNvSpPr txBox="1">
              <a:spLocks noChangeArrowheads="1"/>
            </p:cNvSpPr>
            <p:nvPr/>
          </p:nvSpPr>
          <p:spPr bwMode="auto">
            <a:xfrm>
              <a:off x="2451971" y="5044889"/>
              <a:ext cx="1485459" cy="70788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eaLnBrk="0" hangingPunct="0"/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若干段平面直线和曲线</a:t>
              </a:r>
            </a:p>
          </p:txBody>
        </p:sp>
        <p:sp>
          <p:nvSpPr>
            <p:cNvPr id="75" name="Line 15"/>
            <p:cNvSpPr>
              <a:spLocks noChangeShapeType="1"/>
            </p:cNvSpPr>
            <p:nvPr/>
          </p:nvSpPr>
          <p:spPr bwMode="auto">
            <a:xfrm flipH="1">
              <a:off x="2742510" y="3923212"/>
              <a:ext cx="440578" cy="11216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4765759" y="3567005"/>
            <a:ext cx="1316268" cy="1905559"/>
            <a:chOff x="2432863" y="3932592"/>
            <a:chExt cx="1316268" cy="1905559"/>
          </a:xfrm>
        </p:grpSpPr>
        <p:sp>
          <p:nvSpPr>
            <p:cNvPr id="84" name="Text Box 12"/>
            <p:cNvSpPr txBox="1">
              <a:spLocks noChangeArrowheads="1"/>
            </p:cNvSpPr>
            <p:nvPr/>
          </p:nvSpPr>
          <p:spPr bwMode="auto">
            <a:xfrm>
              <a:off x="2432863" y="5130265"/>
              <a:ext cx="1316268" cy="70788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封闭的空间曲线</a:t>
              </a:r>
            </a:p>
          </p:txBody>
        </p:sp>
        <p:sp>
          <p:nvSpPr>
            <p:cNvPr id="85" name="Line 15"/>
            <p:cNvSpPr>
              <a:spLocks noChangeShapeType="1"/>
            </p:cNvSpPr>
            <p:nvPr/>
          </p:nvSpPr>
          <p:spPr bwMode="auto">
            <a:xfrm flipH="1">
              <a:off x="2742510" y="3932592"/>
              <a:ext cx="576714" cy="111229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6840609" y="3629263"/>
            <a:ext cx="1482312" cy="1849637"/>
            <a:chOff x="2437433" y="3926922"/>
            <a:chExt cx="1482312" cy="1849637"/>
          </a:xfrm>
        </p:grpSpPr>
        <p:sp>
          <p:nvSpPr>
            <p:cNvPr id="87" name="Text Box 12"/>
            <p:cNvSpPr txBox="1">
              <a:spLocks noChangeArrowheads="1"/>
            </p:cNvSpPr>
            <p:nvPr/>
          </p:nvSpPr>
          <p:spPr bwMode="auto">
            <a:xfrm>
              <a:off x="2437433" y="5068673"/>
              <a:ext cx="1482312" cy="70788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ctr" eaLnBrk="0" hangingPunct="0"/>
              <a:r>
                <a:rPr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多段空间直线或曲线</a:t>
              </a:r>
            </a:p>
          </p:txBody>
        </p:sp>
        <p:sp>
          <p:nvSpPr>
            <p:cNvPr id="88" name="Line 15"/>
            <p:cNvSpPr>
              <a:spLocks noChangeShapeType="1"/>
            </p:cNvSpPr>
            <p:nvPr/>
          </p:nvSpPr>
          <p:spPr bwMode="auto">
            <a:xfrm flipH="1">
              <a:off x="2742509" y="3926922"/>
              <a:ext cx="730869" cy="11179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7" name="Rectangle 2"/>
          <p:cNvSpPr txBox="1">
            <a:spLocks noChangeArrowheads="1"/>
          </p:cNvSpPr>
          <p:nvPr/>
        </p:nvSpPr>
        <p:spPr>
          <a:xfrm>
            <a:off x="76629" y="549454"/>
            <a:ext cx="8775700" cy="609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kern="0" dirty="0">
                <a:latin typeface="Times New Roman" panose="02020603050405020304" pitchFamily="18" charset="0"/>
              </a:rPr>
              <a:t>9.2.2 </a:t>
            </a:r>
            <a:r>
              <a:rPr lang="zh-CN" altLang="en-US" sz="4000" kern="0" dirty="0">
                <a:latin typeface="Times New Roman" panose="02020603050405020304" pitchFamily="18" charset="0"/>
              </a:rPr>
              <a:t>相贯线的定义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5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1"/>
          <p:cNvSpPr txBox="1">
            <a:spLocks noChangeArrowheads="1"/>
          </p:cNvSpPr>
          <p:nvPr/>
        </p:nvSpPr>
        <p:spPr bwMode="auto">
          <a:xfrm>
            <a:off x="486781" y="2039029"/>
            <a:ext cx="8353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Ø"/>
            </a:pPr>
            <a:r>
              <a:rPr kumimoji="1" lang="zh-CN" altLang="en-US" b="1" i="0" dirty="0">
                <a:latin typeface="黑体" panose="02010609060101010101" pitchFamily="49" charset="-122"/>
                <a:ea typeface="黑体" panose="02010609060101010101" pitchFamily="49" charset="-122"/>
              </a:rPr>
              <a:t>表面性：</a:t>
            </a:r>
            <a:r>
              <a:rPr kumimoji="1" lang="zh-CN" altLang="zh-CN" b="1" i="0" dirty="0">
                <a:latin typeface="黑体" panose="02010609060101010101" pitchFamily="49" charset="-122"/>
                <a:ea typeface="黑体" panose="02010609060101010101" pitchFamily="49" charset="-122"/>
              </a:rPr>
              <a:t>相贯线必位于相交立体的表面上</a:t>
            </a:r>
            <a:r>
              <a:rPr kumimoji="1" lang="zh-CN" altLang="en-US" b="1" i="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</p:txBody>
      </p:sp>
      <p:sp>
        <p:nvSpPr>
          <p:cNvPr id="4" name="Text Box 22"/>
          <p:cNvSpPr txBox="1">
            <a:spLocks noChangeArrowheads="1"/>
          </p:cNvSpPr>
          <p:nvPr/>
        </p:nvSpPr>
        <p:spPr bwMode="auto">
          <a:xfrm>
            <a:off x="486781" y="3509253"/>
            <a:ext cx="84947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1" sz="2400" b="1" i="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zh-CN" dirty="0"/>
              <a:t>封闭性：相贯线一般由封闭的空间曲线或折线组成</a:t>
            </a:r>
            <a:r>
              <a:rPr lang="zh-CN" altLang="en-US" dirty="0"/>
              <a:t>。</a:t>
            </a:r>
          </a:p>
        </p:txBody>
      </p:sp>
      <p:sp>
        <p:nvSpPr>
          <p:cNvPr id="5" name="Text Box 23"/>
          <p:cNvSpPr txBox="1">
            <a:spLocks noChangeArrowheads="1"/>
          </p:cNvSpPr>
          <p:nvPr/>
        </p:nvSpPr>
        <p:spPr bwMode="auto">
          <a:xfrm>
            <a:off x="496306" y="2603130"/>
            <a:ext cx="8382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1" sz="2400" b="1" i="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zh-CN" dirty="0"/>
              <a:t>共有性：相贯线是相交立体表面上共有的线，线上的点都是相交立体表面上共有的点</a:t>
            </a:r>
            <a:r>
              <a:rPr lang="en-US" altLang="zh-CN" dirty="0"/>
              <a:t>;</a:t>
            </a:r>
            <a:endParaRPr lang="zh-CN" altLang="en-US" dirty="0"/>
          </a:p>
        </p:txBody>
      </p:sp>
      <p:sp>
        <p:nvSpPr>
          <p:cNvPr id="37" name="Text Box 3"/>
          <p:cNvSpPr txBox="1">
            <a:spLocks noChangeArrowheads="1"/>
          </p:cNvSpPr>
          <p:nvPr/>
        </p:nvSpPr>
        <p:spPr bwMode="auto">
          <a:xfrm>
            <a:off x="791580" y="4257092"/>
            <a:ext cx="7743825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defPPr>
              <a:defRPr lang="zh-CN"/>
            </a:defPPr>
            <a:lvl1pPr marL="342900" indent="-342900">
              <a:buFont typeface="Wingdings" panose="05000000000000000000" pitchFamily="2" charset="2"/>
              <a:buChar char="Ø"/>
              <a:defRPr kumimoji="1" sz="2400" b="1" i="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CN" dirty="0"/>
              <a:t>    </a:t>
            </a:r>
            <a:r>
              <a:rPr lang="zh-CN" altLang="en-US" dirty="0"/>
              <a:t>求相贯线的作图实质是找出相贯的两立体表面的若干共有点的投影。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02606" y="725670"/>
            <a:ext cx="8775700" cy="609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kern="0" dirty="0">
                <a:latin typeface="Times New Roman" panose="02020603050405020304" pitchFamily="18" charset="0"/>
              </a:rPr>
              <a:t>9.2.3 </a:t>
            </a:r>
            <a:r>
              <a:rPr lang="zh-CN" altLang="en-US" sz="4000" kern="0" dirty="0">
                <a:latin typeface="Times New Roman" panose="02020603050405020304" pitchFamily="18" charset="0"/>
              </a:rPr>
              <a:t>相贯线的性质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02606" y="725670"/>
            <a:ext cx="8775700" cy="609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kern="0" dirty="0">
                <a:latin typeface="Times New Roman" panose="02020603050405020304" pitchFamily="18" charset="0"/>
              </a:rPr>
              <a:t>9.2.4 </a:t>
            </a:r>
            <a:r>
              <a:rPr lang="zh-CN" altLang="en-US" sz="4000" kern="0" dirty="0">
                <a:latin typeface="Times New Roman" panose="02020603050405020304" pitchFamily="18" charset="0"/>
              </a:rPr>
              <a:t>相贯线的作法</a:t>
            </a:r>
          </a:p>
        </p:txBody>
      </p:sp>
      <p:sp>
        <p:nvSpPr>
          <p:cNvPr id="8" name="矩形 2"/>
          <p:cNvSpPr/>
          <p:nvPr/>
        </p:nvSpPr>
        <p:spPr>
          <a:xfrm>
            <a:off x="556989" y="1482089"/>
            <a:ext cx="7706193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回转体与回转体表面相交时，相贯线一般是封闭而光滑的空间曲线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9" name="Rectangle 37"/>
          <p:cNvSpPr>
            <a:spLocks noChangeArrowheads="1"/>
          </p:cNvSpPr>
          <p:nvPr/>
        </p:nvSpPr>
        <p:spPr bwMode="auto">
          <a:xfrm>
            <a:off x="523521" y="2418193"/>
            <a:ext cx="8352928" cy="224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基本步骤：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确定特殊位置点：如轮廓线上的点、极限位置位置点、椭圆长短轴端点、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可见与不可见部分的分界点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……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等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）；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补充适当的中间点；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光滑连接曲线。</a:t>
            </a:r>
          </a:p>
        </p:txBody>
      </p:sp>
      <p:sp>
        <p:nvSpPr>
          <p:cNvPr id="10" name="Text Box 39"/>
          <p:cNvSpPr txBox="1">
            <a:spLocks noChangeArrowheads="1"/>
          </p:cNvSpPr>
          <p:nvPr/>
        </p:nvSpPr>
        <p:spPr bwMode="auto">
          <a:xfrm>
            <a:off x="523521" y="4689140"/>
            <a:ext cx="5867515" cy="1363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24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求作相贯线上的点的基本方法：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表面取点法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辅助面法（辅助平面法，辅助球面法）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71327" y="2212894"/>
            <a:ext cx="74056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1" sz="24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zh-CN" dirty="0"/>
              <a:t>两圆柱体垂直相交，求作相贯线的正面投影</a:t>
            </a:r>
            <a:r>
              <a:rPr lang="zh-CN" altLang="en-US" dirty="0"/>
              <a:t>。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4519204" y="2660462"/>
            <a:ext cx="11049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分析：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4519204" y="3074187"/>
            <a:ext cx="4624795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    </a:t>
            </a:r>
            <a:r>
              <a:rPr lang="zh-CN" altLang="zh-CN" dirty="0"/>
              <a:t>两圆柱体正交，相贯线是前后及左右分别对称的封闭空间曲线</a:t>
            </a:r>
            <a:r>
              <a:rPr lang="zh-CN" altLang="en-US" dirty="0"/>
              <a:t>；其</a:t>
            </a:r>
            <a:r>
              <a:rPr lang="zh-CN" altLang="zh-CN" dirty="0"/>
              <a:t>水平投影和侧面投影均为已知，即：水平投影积聚在俯视图的小圆上，侧面投影积聚在左视图中大圆上方圆弧上。</a:t>
            </a:r>
            <a:endParaRPr lang="zh-CN" altLang="en-US" dirty="0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4646050" y="4635252"/>
            <a:ext cx="19708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作图步骤：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5086809" y="5060566"/>
            <a:ext cx="30749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* 作特殊点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D</a:t>
            </a:r>
            <a:r>
              <a:rPr lang="zh-CN" altLang="en-US" dirty="0"/>
              <a:t>；</a:t>
            </a:r>
          </a:p>
        </p:txBody>
      </p:sp>
      <p:sp>
        <p:nvSpPr>
          <p:cNvPr id="90" name="Text Box 125"/>
          <p:cNvSpPr txBox="1">
            <a:spLocks noChangeArrowheads="1"/>
          </p:cNvSpPr>
          <p:nvPr/>
        </p:nvSpPr>
        <p:spPr bwMode="auto">
          <a:xfrm>
            <a:off x="5086809" y="5468198"/>
            <a:ext cx="26336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* 求中间点</a:t>
            </a:r>
            <a:r>
              <a:rPr lang="en-US" altLang="zh-CN" dirty="0"/>
              <a:t>K</a:t>
            </a:r>
            <a:r>
              <a:rPr lang="zh-CN" altLang="en-US" dirty="0"/>
              <a:t>、</a:t>
            </a:r>
            <a:r>
              <a:rPr lang="en-US" altLang="zh-CN" dirty="0"/>
              <a:t>L</a:t>
            </a:r>
            <a:r>
              <a:rPr lang="zh-CN" altLang="en-US" dirty="0"/>
              <a:t>；</a:t>
            </a:r>
          </a:p>
        </p:txBody>
      </p:sp>
      <p:sp>
        <p:nvSpPr>
          <p:cNvPr id="125" name="Text Box 159"/>
          <p:cNvSpPr txBox="1">
            <a:spLocks noChangeArrowheads="1"/>
          </p:cNvSpPr>
          <p:nvPr/>
        </p:nvSpPr>
        <p:spPr bwMode="auto">
          <a:xfrm>
            <a:off x="5086809" y="5875830"/>
            <a:ext cx="312896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* 光滑连接曲线</a:t>
            </a:r>
            <a:r>
              <a:rPr lang="en-US" altLang="zh-CN" dirty="0"/>
              <a:t>;</a:t>
            </a:r>
          </a:p>
        </p:txBody>
      </p:sp>
      <p:sp>
        <p:nvSpPr>
          <p:cNvPr id="136" name="Rectangle 2"/>
          <p:cNvSpPr>
            <a:spLocks noChangeArrowheads="1"/>
          </p:cNvSpPr>
          <p:nvPr/>
        </p:nvSpPr>
        <p:spPr bwMode="auto">
          <a:xfrm>
            <a:off x="77549" y="477825"/>
            <a:ext cx="7604125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3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9.2.4.1 </a:t>
            </a:r>
            <a:r>
              <a:rPr lang="zh-CN" altLang="en-US" sz="3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表面取点法求相贯线</a:t>
            </a:r>
          </a:p>
        </p:txBody>
      </p:sp>
      <p:sp>
        <p:nvSpPr>
          <p:cNvPr id="12" name="矩形 11"/>
          <p:cNvSpPr/>
          <p:nvPr/>
        </p:nvSpPr>
        <p:spPr>
          <a:xfrm>
            <a:off x="324745" y="909347"/>
            <a:ext cx="8580174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1"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表面取点法</a:t>
            </a: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1"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先确定出共有点的某个已知投影，然后直接利用回转体表面上取点的方法，求出共有点的未知投影。在这一过程中，常常要利用回转表面的积聚性投影。</a:t>
            </a:r>
          </a:p>
        </p:txBody>
      </p:sp>
      <p:grpSp>
        <p:nvGrpSpPr>
          <p:cNvPr id="137" name="Group 13"/>
          <p:cNvGrpSpPr/>
          <p:nvPr/>
        </p:nvGrpSpPr>
        <p:grpSpPr bwMode="auto">
          <a:xfrm>
            <a:off x="380702" y="4825752"/>
            <a:ext cx="2205037" cy="1095375"/>
            <a:chOff x="2999" y="1485"/>
            <a:chExt cx="1389" cy="690"/>
          </a:xfrm>
        </p:grpSpPr>
        <p:sp>
          <p:nvSpPr>
            <p:cNvPr id="138" name="Line 14"/>
            <p:cNvSpPr>
              <a:spLocks noChangeShapeType="1"/>
            </p:cNvSpPr>
            <p:nvPr/>
          </p:nvSpPr>
          <p:spPr bwMode="auto">
            <a:xfrm>
              <a:off x="2999" y="1834"/>
              <a:ext cx="13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" name="Line 15"/>
            <p:cNvSpPr>
              <a:spLocks noChangeShapeType="1"/>
            </p:cNvSpPr>
            <p:nvPr/>
          </p:nvSpPr>
          <p:spPr bwMode="auto">
            <a:xfrm>
              <a:off x="3655" y="1526"/>
              <a:ext cx="0" cy="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0" name="Oval 16"/>
            <p:cNvSpPr>
              <a:spLocks noChangeArrowheads="1"/>
            </p:cNvSpPr>
            <p:nvPr/>
          </p:nvSpPr>
          <p:spPr bwMode="auto">
            <a:xfrm>
              <a:off x="3389" y="1563"/>
              <a:ext cx="533" cy="53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" name="Freeform 17"/>
            <p:cNvSpPr/>
            <p:nvPr/>
          </p:nvSpPr>
          <p:spPr bwMode="auto">
            <a:xfrm>
              <a:off x="3062" y="1485"/>
              <a:ext cx="1254" cy="690"/>
            </a:xfrm>
            <a:custGeom>
              <a:avLst/>
              <a:gdLst>
                <a:gd name="T0" fmla="*/ 0 w 1254"/>
                <a:gd name="T1" fmla="*/ 690 h 690"/>
                <a:gd name="T2" fmla="*/ 0 w 1254"/>
                <a:gd name="T3" fmla="*/ 0 h 690"/>
                <a:gd name="T4" fmla="*/ 1254 w 1254"/>
                <a:gd name="T5" fmla="*/ 0 h 690"/>
                <a:gd name="T6" fmla="*/ 1254 w 1254"/>
                <a:gd name="T7" fmla="*/ 690 h 690"/>
                <a:gd name="T8" fmla="*/ 0 w 1254"/>
                <a:gd name="T9" fmla="*/ 690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54" h="690">
                  <a:moveTo>
                    <a:pt x="0" y="690"/>
                  </a:moveTo>
                  <a:lnTo>
                    <a:pt x="0" y="0"/>
                  </a:lnTo>
                  <a:lnTo>
                    <a:pt x="1254" y="0"/>
                  </a:lnTo>
                  <a:lnTo>
                    <a:pt x="1254" y="690"/>
                  </a:lnTo>
                  <a:lnTo>
                    <a:pt x="0" y="69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2" name="Group 18"/>
          <p:cNvGrpSpPr/>
          <p:nvPr/>
        </p:nvGrpSpPr>
        <p:grpSpPr bwMode="auto">
          <a:xfrm>
            <a:off x="3057227" y="3030290"/>
            <a:ext cx="1411287" cy="1604962"/>
            <a:chOff x="4685" y="223"/>
            <a:chExt cx="889" cy="1011"/>
          </a:xfrm>
        </p:grpSpPr>
        <p:sp>
          <p:nvSpPr>
            <p:cNvPr id="143" name="Line 19"/>
            <p:cNvSpPr>
              <a:spLocks noChangeShapeType="1"/>
            </p:cNvSpPr>
            <p:nvPr/>
          </p:nvSpPr>
          <p:spPr bwMode="auto">
            <a:xfrm>
              <a:off x="4685" y="823"/>
              <a:ext cx="8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" name="Line 20"/>
            <p:cNvSpPr>
              <a:spLocks noChangeShapeType="1"/>
            </p:cNvSpPr>
            <p:nvPr/>
          </p:nvSpPr>
          <p:spPr bwMode="auto">
            <a:xfrm>
              <a:off x="5140" y="223"/>
              <a:ext cx="0" cy="10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" name="Oval 21"/>
            <p:cNvSpPr>
              <a:spLocks noChangeArrowheads="1"/>
            </p:cNvSpPr>
            <p:nvPr/>
          </p:nvSpPr>
          <p:spPr bwMode="auto">
            <a:xfrm>
              <a:off x="4793" y="472"/>
              <a:ext cx="689" cy="68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" name="Freeform 22"/>
            <p:cNvSpPr/>
            <p:nvPr/>
          </p:nvSpPr>
          <p:spPr bwMode="auto">
            <a:xfrm>
              <a:off x="4874" y="310"/>
              <a:ext cx="528" cy="288"/>
            </a:xfrm>
            <a:custGeom>
              <a:avLst/>
              <a:gdLst>
                <a:gd name="T0" fmla="*/ 0 w 528"/>
                <a:gd name="T1" fmla="*/ 288 h 288"/>
                <a:gd name="T2" fmla="*/ 0 w 528"/>
                <a:gd name="T3" fmla="*/ 0 h 288"/>
                <a:gd name="T4" fmla="*/ 528 w 528"/>
                <a:gd name="T5" fmla="*/ 0 h 288"/>
                <a:gd name="T6" fmla="*/ 528 w 528"/>
                <a:gd name="T7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8" h="288">
                  <a:moveTo>
                    <a:pt x="0" y="288"/>
                  </a:moveTo>
                  <a:lnTo>
                    <a:pt x="0" y="0"/>
                  </a:lnTo>
                  <a:lnTo>
                    <a:pt x="528" y="0"/>
                  </a:lnTo>
                  <a:lnTo>
                    <a:pt x="528" y="288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7" name="Group 23"/>
          <p:cNvGrpSpPr/>
          <p:nvPr/>
        </p:nvGrpSpPr>
        <p:grpSpPr bwMode="auto">
          <a:xfrm>
            <a:off x="380702" y="3084265"/>
            <a:ext cx="2311400" cy="1436687"/>
            <a:chOff x="2999" y="257"/>
            <a:chExt cx="1456" cy="905"/>
          </a:xfrm>
        </p:grpSpPr>
        <p:sp>
          <p:nvSpPr>
            <p:cNvPr id="148" name="Line 24"/>
            <p:cNvSpPr>
              <a:spLocks noChangeShapeType="1"/>
            </p:cNvSpPr>
            <p:nvPr/>
          </p:nvSpPr>
          <p:spPr bwMode="auto">
            <a:xfrm>
              <a:off x="3655" y="257"/>
              <a:ext cx="0" cy="4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9" name="Line 25"/>
            <p:cNvSpPr>
              <a:spLocks noChangeShapeType="1"/>
            </p:cNvSpPr>
            <p:nvPr/>
          </p:nvSpPr>
          <p:spPr bwMode="auto">
            <a:xfrm>
              <a:off x="2999" y="823"/>
              <a:ext cx="14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0" name="Freeform 26"/>
            <p:cNvSpPr/>
            <p:nvPr/>
          </p:nvSpPr>
          <p:spPr bwMode="auto">
            <a:xfrm>
              <a:off x="3062" y="310"/>
              <a:ext cx="1254" cy="852"/>
            </a:xfrm>
            <a:custGeom>
              <a:avLst/>
              <a:gdLst>
                <a:gd name="T0" fmla="*/ 0 w 1254"/>
                <a:gd name="T1" fmla="*/ 852 h 852"/>
                <a:gd name="T2" fmla="*/ 0 w 1254"/>
                <a:gd name="T3" fmla="*/ 162 h 852"/>
                <a:gd name="T4" fmla="*/ 330 w 1254"/>
                <a:gd name="T5" fmla="*/ 162 h 852"/>
                <a:gd name="T6" fmla="*/ 330 w 1254"/>
                <a:gd name="T7" fmla="*/ 0 h 852"/>
                <a:gd name="T8" fmla="*/ 858 w 1254"/>
                <a:gd name="T9" fmla="*/ 0 h 852"/>
                <a:gd name="T10" fmla="*/ 858 w 1254"/>
                <a:gd name="T11" fmla="*/ 162 h 852"/>
                <a:gd name="T12" fmla="*/ 1254 w 1254"/>
                <a:gd name="T13" fmla="*/ 162 h 852"/>
                <a:gd name="T14" fmla="*/ 1254 w 1254"/>
                <a:gd name="T15" fmla="*/ 852 h 852"/>
                <a:gd name="T16" fmla="*/ 0 w 1254"/>
                <a:gd name="T17" fmla="*/ 852 h 8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54" h="852">
                  <a:moveTo>
                    <a:pt x="0" y="852"/>
                  </a:moveTo>
                  <a:lnTo>
                    <a:pt x="0" y="162"/>
                  </a:lnTo>
                  <a:lnTo>
                    <a:pt x="330" y="162"/>
                  </a:lnTo>
                  <a:lnTo>
                    <a:pt x="330" y="0"/>
                  </a:lnTo>
                  <a:lnTo>
                    <a:pt x="858" y="0"/>
                  </a:lnTo>
                  <a:lnTo>
                    <a:pt x="858" y="162"/>
                  </a:lnTo>
                  <a:lnTo>
                    <a:pt x="1254" y="162"/>
                  </a:lnTo>
                  <a:lnTo>
                    <a:pt x="1254" y="852"/>
                  </a:lnTo>
                  <a:lnTo>
                    <a:pt x="0" y="852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76" name="Line 29"/>
          <p:cNvSpPr>
            <a:spLocks noChangeShapeType="1"/>
          </p:cNvSpPr>
          <p:nvPr/>
        </p:nvSpPr>
        <p:spPr bwMode="auto">
          <a:xfrm flipH="1">
            <a:off x="1420514" y="3619252"/>
            <a:ext cx="2771775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7" name="Line 32"/>
          <p:cNvSpPr>
            <a:spLocks noChangeShapeType="1"/>
          </p:cNvSpPr>
          <p:nvPr/>
        </p:nvSpPr>
        <p:spPr bwMode="auto">
          <a:xfrm flipH="1">
            <a:off x="477539" y="3485902"/>
            <a:ext cx="354330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8" name="Line 33"/>
          <p:cNvSpPr>
            <a:spLocks noChangeShapeType="1"/>
          </p:cNvSpPr>
          <p:nvPr/>
        </p:nvSpPr>
        <p:spPr bwMode="auto">
          <a:xfrm flipV="1">
            <a:off x="1077614" y="3171577"/>
            <a:ext cx="0" cy="2452688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9" name="Line 34"/>
          <p:cNvSpPr>
            <a:spLocks noChangeShapeType="1"/>
          </p:cNvSpPr>
          <p:nvPr/>
        </p:nvSpPr>
        <p:spPr bwMode="auto">
          <a:xfrm flipV="1">
            <a:off x="1763414" y="3171577"/>
            <a:ext cx="0" cy="2452688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0" name="Arc 35"/>
          <p:cNvSpPr/>
          <p:nvPr/>
        </p:nvSpPr>
        <p:spPr bwMode="auto">
          <a:xfrm>
            <a:off x="999827" y="3130302"/>
            <a:ext cx="844550" cy="481013"/>
          </a:xfrm>
          <a:custGeom>
            <a:avLst/>
            <a:gdLst>
              <a:gd name="G0" fmla="+- 17533 0 0"/>
              <a:gd name="G1" fmla="+- 0 0 0"/>
              <a:gd name="G2" fmla="+- 21600 0 0"/>
              <a:gd name="T0" fmla="*/ 35003 w 35003"/>
              <a:gd name="T1" fmla="*/ 12703 h 21600"/>
              <a:gd name="T2" fmla="*/ 0 w 35003"/>
              <a:gd name="T3" fmla="*/ 12615 h 21600"/>
              <a:gd name="T4" fmla="*/ 17533 w 35003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5003" h="21600" fill="none" extrusionOk="0">
                <a:moveTo>
                  <a:pt x="35002" y="12702"/>
                </a:moveTo>
                <a:cubicBezTo>
                  <a:pt x="30938" y="18292"/>
                  <a:pt x="24444" y="21599"/>
                  <a:pt x="17533" y="21600"/>
                </a:cubicBezTo>
                <a:cubicBezTo>
                  <a:pt x="10583" y="21600"/>
                  <a:pt x="4058" y="18256"/>
                  <a:pt x="-1" y="12615"/>
                </a:cubicBezTo>
              </a:path>
              <a:path w="35003" h="21600" stroke="0" extrusionOk="0">
                <a:moveTo>
                  <a:pt x="35002" y="12702"/>
                </a:moveTo>
                <a:cubicBezTo>
                  <a:pt x="30938" y="18292"/>
                  <a:pt x="24444" y="21599"/>
                  <a:pt x="17533" y="21600"/>
                </a:cubicBezTo>
                <a:cubicBezTo>
                  <a:pt x="10583" y="21600"/>
                  <a:pt x="4058" y="18256"/>
                  <a:pt x="-1" y="12615"/>
                </a:cubicBezTo>
                <a:lnTo>
                  <a:pt x="17533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1" name="AutoShape 36"/>
          <p:cNvSpPr>
            <a:spLocks noChangeArrowheads="1"/>
          </p:cNvSpPr>
          <p:nvPr/>
        </p:nvSpPr>
        <p:spPr bwMode="auto">
          <a:xfrm>
            <a:off x="961727" y="3384302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2" name="AutoShape 37"/>
          <p:cNvSpPr>
            <a:spLocks noChangeArrowheads="1"/>
          </p:cNvSpPr>
          <p:nvPr/>
        </p:nvSpPr>
        <p:spPr bwMode="auto">
          <a:xfrm>
            <a:off x="1799927" y="3379540"/>
            <a:ext cx="74612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3" name="AutoShape 38"/>
          <p:cNvSpPr>
            <a:spLocks noChangeArrowheads="1"/>
          </p:cNvSpPr>
          <p:nvPr/>
        </p:nvSpPr>
        <p:spPr bwMode="auto">
          <a:xfrm>
            <a:off x="1380827" y="3579565"/>
            <a:ext cx="74612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4" name="AutoShape 39"/>
          <p:cNvSpPr>
            <a:spLocks noChangeArrowheads="1"/>
          </p:cNvSpPr>
          <p:nvPr/>
        </p:nvSpPr>
        <p:spPr bwMode="auto">
          <a:xfrm>
            <a:off x="1037927" y="3450977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5" name="AutoShape 40"/>
          <p:cNvSpPr>
            <a:spLocks noChangeArrowheads="1"/>
          </p:cNvSpPr>
          <p:nvPr/>
        </p:nvSpPr>
        <p:spPr bwMode="auto">
          <a:xfrm>
            <a:off x="1723727" y="3450977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6" name="AutoShape 41"/>
          <p:cNvSpPr>
            <a:spLocks noChangeArrowheads="1"/>
          </p:cNvSpPr>
          <p:nvPr/>
        </p:nvSpPr>
        <p:spPr bwMode="auto">
          <a:xfrm>
            <a:off x="3319164" y="3577977"/>
            <a:ext cx="74613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7" name="AutoShape 42"/>
          <p:cNvSpPr>
            <a:spLocks noChangeArrowheads="1"/>
          </p:cNvSpPr>
          <p:nvPr/>
        </p:nvSpPr>
        <p:spPr bwMode="auto">
          <a:xfrm>
            <a:off x="3741439" y="3384302"/>
            <a:ext cx="74613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8" name="AutoShape 43"/>
          <p:cNvSpPr>
            <a:spLocks noChangeArrowheads="1"/>
          </p:cNvSpPr>
          <p:nvPr/>
        </p:nvSpPr>
        <p:spPr bwMode="auto">
          <a:xfrm>
            <a:off x="4157364" y="3579565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9" name="AutoShape 44"/>
          <p:cNvSpPr>
            <a:spLocks noChangeArrowheads="1"/>
          </p:cNvSpPr>
          <p:nvPr/>
        </p:nvSpPr>
        <p:spPr bwMode="auto">
          <a:xfrm>
            <a:off x="961727" y="5338515"/>
            <a:ext cx="74612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0" name="AutoShape 45"/>
          <p:cNvSpPr>
            <a:spLocks noChangeArrowheads="1"/>
          </p:cNvSpPr>
          <p:nvPr/>
        </p:nvSpPr>
        <p:spPr bwMode="auto">
          <a:xfrm>
            <a:off x="1804689" y="5338515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1" name="AutoShape 46"/>
          <p:cNvSpPr>
            <a:spLocks noChangeArrowheads="1"/>
          </p:cNvSpPr>
          <p:nvPr/>
        </p:nvSpPr>
        <p:spPr bwMode="auto">
          <a:xfrm>
            <a:off x="1380827" y="4909890"/>
            <a:ext cx="74612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2" name="AutoShape 47"/>
          <p:cNvSpPr>
            <a:spLocks noChangeArrowheads="1"/>
          </p:cNvSpPr>
          <p:nvPr/>
        </p:nvSpPr>
        <p:spPr bwMode="auto">
          <a:xfrm>
            <a:off x="1376064" y="5757615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3" name="AutoShape 70"/>
          <p:cNvSpPr>
            <a:spLocks noChangeArrowheads="1"/>
          </p:cNvSpPr>
          <p:nvPr/>
        </p:nvSpPr>
        <p:spPr bwMode="auto">
          <a:xfrm>
            <a:off x="1728489" y="5581402"/>
            <a:ext cx="74613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4" name="AutoShape 71"/>
          <p:cNvSpPr>
            <a:spLocks noChangeArrowheads="1"/>
          </p:cNvSpPr>
          <p:nvPr/>
        </p:nvSpPr>
        <p:spPr bwMode="auto">
          <a:xfrm>
            <a:off x="1037927" y="5586165"/>
            <a:ext cx="74612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5" name="AutoShape 72"/>
          <p:cNvSpPr>
            <a:spLocks noChangeArrowheads="1"/>
          </p:cNvSpPr>
          <p:nvPr/>
        </p:nvSpPr>
        <p:spPr bwMode="auto">
          <a:xfrm>
            <a:off x="3985914" y="3446215"/>
            <a:ext cx="74613" cy="74612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6" name="Oval 97"/>
          <p:cNvSpPr>
            <a:spLocks noChangeArrowheads="1"/>
          </p:cNvSpPr>
          <p:nvPr/>
        </p:nvSpPr>
        <p:spPr bwMode="auto">
          <a:xfrm>
            <a:off x="991889" y="4943227"/>
            <a:ext cx="847725" cy="847725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7" name="Arc 98"/>
          <p:cNvSpPr/>
          <p:nvPr/>
        </p:nvSpPr>
        <p:spPr bwMode="auto">
          <a:xfrm>
            <a:off x="3355677" y="3427165"/>
            <a:ext cx="835025" cy="515937"/>
          </a:xfrm>
          <a:custGeom>
            <a:avLst/>
            <a:gdLst>
              <a:gd name="G0" fmla="+- 16627 0 0"/>
              <a:gd name="G1" fmla="+- 21600 0 0"/>
              <a:gd name="G2" fmla="+- 21600 0 0"/>
              <a:gd name="T0" fmla="*/ 0 w 32923"/>
              <a:gd name="T1" fmla="*/ 7812 h 21600"/>
              <a:gd name="T2" fmla="*/ 32923 w 32923"/>
              <a:gd name="T3" fmla="*/ 7423 h 21600"/>
              <a:gd name="T4" fmla="*/ 16627 w 3292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2923" h="21600" fill="none" extrusionOk="0">
                <a:moveTo>
                  <a:pt x="0" y="7812"/>
                </a:moveTo>
                <a:cubicBezTo>
                  <a:pt x="4103" y="2863"/>
                  <a:pt x="10198" y="-1"/>
                  <a:pt x="16627" y="0"/>
                </a:cubicBezTo>
                <a:cubicBezTo>
                  <a:pt x="22877" y="0"/>
                  <a:pt x="28820" y="2707"/>
                  <a:pt x="32923" y="7422"/>
                </a:cubicBezTo>
              </a:path>
              <a:path w="32923" h="21600" stroke="0" extrusionOk="0">
                <a:moveTo>
                  <a:pt x="0" y="7812"/>
                </a:moveTo>
                <a:cubicBezTo>
                  <a:pt x="4103" y="2863"/>
                  <a:pt x="10198" y="-1"/>
                  <a:pt x="16627" y="0"/>
                </a:cubicBezTo>
                <a:cubicBezTo>
                  <a:pt x="22877" y="0"/>
                  <a:pt x="28820" y="2707"/>
                  <a:pt x="32923" y="7422"/>
                </a:cubicBezTo>
                <a:lnTo>
                  <a:pt x="16627" y="21600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8" name="Text Box 99"/>
          <p:cNvSpPr txBox="1">
            <a:spLocks noChangeArrowheads="1"/>
          </p:cNvSpPr>
          <p:nvPr/>
        </p:nvSpPr>
        <p:spPr bwMode="auto">
          <a:xfrm>
            <a:off x="856952" y="5541715"/>
            <a:ext cx="279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600" i="1" dirty="0">
                <a:solidFill>
                  <a:srgbClr val="000000"/>
                </a:solidFill>
                <a:latin typeface="ISOCPEUR" panose="020B0604020202020204" pitchFamily="34" charset="0"/>
              </a:rPr>
              <a:t>k</a:t>
            </a:r>
          </a:p>
        </p:txBody>
      </p:sp>
      <p:sp>
        <p:nvSpPr>
          <p:cNvPr id="199" name="Text Box 100"/>
          <p:cNvSpPr txBox="1">
            <a:spLocks noChangeArrowheads="1"/>
          </p:cNvSpPr>
          <p:nvPr/>
        </p:nvSpPr>
        <p:spPr bwMode="auto">
          <a:xfrm>
            <a:off x="974427" y="3193802"/>
            <a:ext cx="3270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600" i="1" dirty="0">
                <a:solidFill>
                  <a:srgbClr val="000000"/>
                </a:solidFill>
                <a:latin typeface="ISOCPEUR" panose="020B0604020202020204" pitchFamily="34" charset="0"/>
              </a:rPr>
              <a:t>k’</a:t>
            </a:r>
          </a:p>
        </p:txBody>
      </p:sp>
      <p:sp>
        <p:nvSpPr>
          <p:cNvPr id="200" name="Text Box 101"/>
          <p:cNvSpPr txBox="1">
            <a:spLocks noChangeArrowheads="1"/>
          </p:cNvSpPr>
          <p:nvPr/>
        </p:nvSpPr>
        <p:spPr bwMode="auto">
          <a:xfrm>
            <a:off x="4180373" y="3452029"/>
            <a:ext cx="31829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1600" i="1" dirty="0">
                <a:solidFill>
                  <a:srgbClr val="000000"/>
                </a:solidFill>
                <a:latin typeface="ISOCPEUR" panose="020B0604020202020204" pitchFamily="34" charset="0"/>
              </a:rPr>
              <a:t>c”</a:t>
            </a:r>
          </a:p>
        </p:txBody>
      </p:sp>
      <p:sp>
        <p:nvSpPr>
          <p:cNvPr id="201" name="Text Box 102"/>
          <p:cNvSpPr txBox="1">
            <a:spLocks noChangeArrowheads="1"/>
          </p:cNvSpPr>
          <p:nvPr/>
        </p:nvSpPr>
        <p:spPr bwMode="auto">
          <a:xfrm>
            <a:off x="1676102" y="5540127"/>
            <a:ext cx="2381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600" i="1">
                <a:solidFill>
                  <a:srgbClr val="000000"/>
                </a:solidFill>
                <a:latin typeface="ISOCPEUR" panose="020B0604020202020204" pitchFamily="34" charset="0"/>
              </a:rPr>
              <a:t>l</a:t>
            </a:r>
          </a:p>
        </p:txBody>
      </p:sp>
      <p:sp>
        <p:nvSpPr>
          <p:cNvPr id="202" name="Text Box 105"/>
          <p:cNvSpPr txBox="1">
            <a:spLocks noChangeArrowheads="1"/>
          </p:cNvSpPr>
          <p:nvPr/>
        </p:nvSpPr>
        <p:spPr bwMode="auto">
          <a:xfrm>
            <a:off x="1512589" y="3204915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600" i="1">
                <a:solidFill>
                  <a:srgbClr val="000000"/>
                </a:solidFill>
                <a:latin typeface="ISOCPEUR" panose="020B0604020202020204" pitchFamily="34" charset="0"/>
              </a:rPr>
              <a:t>l’</a:t>
            </a:r>
          </a:p>
        </p:txBody>
      </p:sp>
      <p:sp>
        <p:nvSpPr>
          <p:cNvPr id="203" name="Text Box 99"/>
          <p:cNvSpPr txBox="1">
            <a:spLocks noChangeArrowheads="1"/>
          </p:cNvSpPr>
          <p:nvPr/>
        </p:nvSpPr>
        <p:spPr bwMode="auto">
          <a:xfrm>
            <a:off x="756939" y="5321370"/>
            <a:ext cx="279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600" i="1" dirty="0">
                <a:solidFill>
                  <a:srgbClr val="000000"/>
                </a:solidFill>
                <a:latin typeface="ISOCPEUR" panose="020B0604020202020204" pitchFamily="34" charset="0"/>
              </a:rPr>
              <a:t>a</a:t>
            </a:r>
          </a:p>
        </p:txBody>
      </p:sp>
      <p:sp>
        <p:nvSpPr>
          <p:cNvPr id="204" name="Text Box 99"/>
          <p:cNvSpPr txBox="1">
            <a:spLocks noChangeArrowheads="1"/>
          </p:cNvSpPr>
          <p:nvPr/>
        </p:nvSpPr>
        <p:spPr bwMode="auto">
          <a:xfrm>
            <a:off x="1807383" y="5296923"/>
            <a:ext cx="279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600" i="1">
                <a:solidFill>
                  <a:srgbClr val="000000"/>
                </a:solidFill>
                <a:latin typeface="ISOCPEUR" panose="020B0604020202020204" pitchFamily="34" charset="0"/>
              </a:defRPr>
            </a:lvl1pPr>
          </a:lstStyle>
          <a:p>
            <a:r>
              <a:rPr lang="en-US" altLang="zh-CN" dirty="0"/>
              <a:t>b</a:t>
            </a:r>
          </a:p>
        </p:txBody>
      </p:sp>
      <p:sp>
        <p:nvSpPr>
          <p:cNvPr id="205" name="Text Box 99"/>
          <p:cNvSpPr txBox="1">
            <a:spLocks noChangeArrowheads="1"/>
          </p:cNvSpPr>
          <p:nvPr/>
        </p:nvSpPr>
        <p:spPr bwMode="auto">
          <a:xfrm>
            <a:off x="1119170" y="5673229"/>
            <a:ext cx="2664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600" i="1" dirty="0">
                <a:solidFill>
                  <a:srgbClr val="000000"/>
                </a:solidFill>
                <a:latin typeface="ISOCPEUR" panose="020B0604020202020204" pitchFamily="34" charset="0"/>
              </a:rPr>
              <a:t>c</a:t>
            </a:r>
          </a:p>
        </p:txBody>
      </p:sp>
      <p:sp>
        <p:nvSpPr>
          <p:cNvPr id="206" name="Text Box 99"/>
          <p:cNvSpPr txBox="1">
            <a:spLocks noChangeArrowheads="1"/>
          </p:cNvSpPr>
          <p:nvPr/>
        </p:nvSpPr>
        <p:spPr bwMode="auto">
          <a:xfrm>
            <a:off x="1343917" y="4911621"/>
            <a:ext cx="279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600" i="1" dirty="0">
                <a:solidFill>
                  <a:srgbClr val="000000"/>
                </a:solidFill>
                <a:latin typeface="ISOCPEUR" panose="020B0604020202020204" pitchFamily="34" charset="0"/>
              </a:rPr>
              <a:t>d</a:t>
            </a:r>
          </a:p>
        </p:txBody>
      </p:sp>
      <p:sp>
        <p:nvSpPr>
          <p:cNvPr id="207" name="Text Box 100"/>
          <p:cNvSpPr txBox="1">
            <a:spLocks noChangeArrowheads="1"/>
          </p:cNvSpPr>
          <p:nvPr/>
        </p:nvSpPr>
        <p:spPr bwMode="auto">
          <a:xfrm>
            <a:off x="717985" y="3154273"/>
            <a:ext cx="3270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600" i="1" dirty="0">
                <a:solidFill>
                  <a:srgbClr val="000000"/>
                </a:solidFill>
                <a:latin typeface="ISOCPEUR" panose="020B0604020202020204" pitchFamily="34" charset="0"/>
              </a:rPr>
              <a:t>a’</a:t>
            </a:r>
          </a:p>
        </p:txBody>
      </p:sp>
      <p:sp>
        <p:nvSpPr>
          <p:cNvPr id="208" name="Text Box 100"/>
          <p:cNvSpPr txBox="1">
            <a:spLocks noChangeArrowheads="1"/>
          </p:cNvSpPr>
          <p:nvPr/>
        </p:nvSpPr>
        <p:spPr bwMode="auto">
          <a:xfrm>
            <a:off x="1781035" y="3141097"/>
            <a:ext cx="3270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600" i="1" dirty="0">
                <a:solidFill>
                  <a:srgbClr val="000000"/>
                </a:solidFill>
                <a:latin typeface="ISOCPEUR" panose="020B0604020202020204" pitchFamily="34" charset="0"/>
              </a:rPr>
              <a:t>b’</a:t>
            </a:r>
          </a:p>
        </p:txBody>
      </p:sp>
      <p:sp>
        <p:nvSpPr>
          <p:cNvPr id="209" name="Text Box 100"/>
          <p:cNvSpPr txBox="1">
            <a:spLocks noChangeArrowheads="1"/>
          </p:cNvSpPr>
          <p:nvPr/>
        </p:nvSpPr>
        <p:spPr bwMode="auto">
          <a:xfrm>
            <a:off x="1084202" y="3582105"/>
            <a:ext cx="61827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1600" i="1" dirty="0" err="1">
                <a:solidFill>
                  <a:srgbClr val="000000"/>
                </a:solidFill>
                <a:latin typeface="ISOCPEUR" panose="020B0604020202020204" pitchFamily="34" charset="0"/>
              </a:rPr>
              <a:t>c’</a:t>
            </a:r>
            <a:r>
              <a:rPr lang="en-US" altLang="zh-CN" sz="1600" dirty="0" err="1">
                <a:solidFill>
                  <a:srgbClr val="000000"/>
                </a:solidFill>
                <a:latin typeface="ISOCPEUR" panose="020B0604020202020204" pitchFamily="34" charset="0"/>
                <a:ea typeface="宋体" panose="02010600030101010101" pitchFamily="2" charset="-122"/>
              </a:rPr>
              <a:t>≡</a:t>
            </a:r>
            <a:r>
              <a:rPr lang="en-US" altLang="zh-CN" sz="1600" i="1" dirty="0" err="1">
                <a:solidFill>
                  <a:srgbClr val="000000"/>
                </a:solidFill>
                <a:latin typeface="ISOCPEUR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1600" i="1" dirty="0">
                <a:solidFill>
                  <a:srgbClr val="000000"/>
                </a:solidFill>
                <a:latin typeface="ISOCPEUR" panose="020B0604020202020204" pitchFamily="34" charset="0"/>
              </a:rPr>
              <a:t>’</a:t>
            </a:r>
          </a:p>
        </p:txBody>
      </p:sp>
      <p:grpSp>
        <p:nvGrpSpPr>
          <p:cNvPr id="210" name="组合 209"/>
          <p:cNvGrpSpPr/>
          <p:nvPr/>
        </p:nvGrpSpPr>
        <p:grpSpPr>
          <a:xfrm>
            <a:off x="4012107" y="3258791"/>
            <a:ext cx="636587" cy="338554"/>
            <a:chOff x="8392318" y="582514"/>
            <a:chExt cx="636587" cy="338554"/>
          </a:xfrm>
        </p:grpSpPr>
        <p:sp>
          <p:nvSpPr>
            <p:cNvPr id="211" name="矩形 210"/>
            <p:cNvSpPr/>
            <p:nvPr/>
          </p:nvSpPr>
          <p:spPr>
            <a:xfrm>
              <a:off x="8537575" y="703263"/>
              <a:ext cx="144145" cy="1412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Text Box 101"/>
            <p:cNvSpPr txBox="1">
              <a:spLocks noChangeArrowheads="1"/>
            </p:cNvSpPr>
            <p:nvPr/>
          </p:nvSpPr>
          <p:spPr bwMode="auto">
            <a:xfrm>
              <a:off x="8392318" y="582514"/>
              <a:ext cx="636587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 i="1" dirty="0" err="1">
                  <a:solidFill>
                    <a:srgbClr val="000000"/>
                  </a:solidFill>
                  <a:latin typeface="ISOCPEUR" panose="020B0604020202020204" pitchFamily="34" charset="0"/>
                </a:rPr>
                <a:t>k”</a:t>
              </a:r>
              <a:r>
                <a:rPr lang="en-US" altLang="zh-CN" sz="1600" dirty="0" err="1">
                  <a:solidFill>
                    <a:srgbClr val="000000"/>
                  </a:solidFill>
                  <a:latin typeface="ISOCPEUR" panose="020B0604020202020204" pitchFamily="34" charset="0"/>
                  <a:ea typeface="宋体" panose="02010600030101010101" pitchFamily="2" charset="-122"/>
                </a:rPr>
                <a:t>≡</a:t>
              </a:r>
              <a:r>
                <a:rPr lang="en-US" altLang="zh-CN" sz="1600" i="1" dirty="0" err="1">
                  <a:solidFill>
                    <a:srgbClr val="000000"/>
                  </a:solidFill>
                  <a:latin typeface="ISOCPEUR" panose="020B0604020202020204" pitchFamily="34" charset="0"/>
                </a:rPr>
                <a:t>l</a:t>
              </a:r>
              <a:r>
                <a:rPr lang="en-US" altLang="zh-CN" sz="1600" i="1" dirty="0">
                  <a:solidFill>
                    <a:srgbClr val="000000"/>
                  </a:solidFill>
                  <a:latin typeface="ISOCPEUR" panose="020B0604020202020204" pitchFamily="34" charset="0"/>
                </a:rPr>
                <a:t>”</a:t>
              </a:r>
            </a:p>
          </p:txBody>
        </p:sp>
      </p:grpSp>
      <p:sp>
        <p:nvSpPr>
          <p:cNvPr id="213" name="Text Box 101"/>
          <p:cNvSpPr txBox="1">
            <a:spLocks noChangeArrowheads="1"/>
          </p:cNvSpPr>
          <p:nvPr/>
        </p:nvSpPr>
        <p:spPr bwMode="auto">
          <a:xfrm>
            <a:off x="3216125" y="3562102"/>
            <a:ext cx="31829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1600" i="1" dirty="0">
                <a:solidFill>
                  <a:srgbClr val="000000"/>
                </a:solidFill>
                <a:latin typeface="ISOCPEUR" panose="020B0604020202020204" pitchFamily="34" charset="0"/>
              </a:rPr>
              <a:t>d”</a:t>
            </a:r>
          </a:p>
        </p:txBody>
      </p:sp>
      <p:grpSp>
        <p:nvGrpSpPr>
          <p:cNvPr id="214" name="组合 213"/>
          <p:cNvGrpSpPr/>
          <p:nvPr/>
        </p:nvGrpSpPr>
        <p:grpSpPr>
          <a:xfrm>
            <a:off x="3497758" y="3112423"/>
            <a:ext cx="636587" cy="338554"/>
            <a:chOff x="8392318" y="582514"/>
            <a:chExt cx="636587" cy="338554"/>
          </a:xfrm>
        </p:grpSpPr>
        <p:sp>
          <p:nvSpPr>
            <p:cNvPr id="215" name="矩形 214"/>
            <p:cNvSpPr/>
            <p:nvPr/>
          </p:nvSpPr>
          <p:spPr>
            <a:xfrm>
              <a:off x="8537575" y="703263"/>
              <a:ext cx="144145" cy="1412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Text Box 101"/>
            <p:cNvSpPr txBox="1">
              <a:spLocks noChangeArrowheads="1"/>
            </p:cNvSpPr>
            <p:nvPr/>
          </p:nvSpPr>
          <p:spPr bwMode="auto">
            <a:xfrm>
              <a:off x="8392318" y="582514"/>
              <a:ext cx="636587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en-US" altLang="zh-CN" sz="1600" i="1" dirty="0" err="1">
                  <a:solidFill>
                    <a:srgbClr val="000000"/>
                  </a:solidFill>
                  <a:latin typeface="ISOCPEUR" panose="020B0604020202020204" pitchFamily="34" charset="0"/>
                </a:rPr>
                <a:t>a”</a:t>
              </a:r>
              <a:r>
                <a:rPr lang="en-US" altLang="zh-CN" sz="1600" dirty="0" err="1">
                  <a:solidFill>
                    <a:srgbClr val="000000"/>
                  </a:solidFill>
                  <a:latin typeface="ISOCPEUR" panose="020B0604020202020204" pitchFamily="34" charset="0"/>
                  <a:ea typeface="宋体" panose="02010600030101010101" pitchFamily="2" charset="-122"/>
                </a:rPr>
                <a:t>≡</a:t>
              </a:r>
              <a:r>
                <a:rPr lang="en-US" altLang="zh-CN" sz="1600" i="1" dirty="0" err="1">
                  <a:solidFill>
                    <a:srgbClr val="000000"/>
                  </a:solidFill>
                  <a:latin typeface="ISOCPEUR" panose="020B0604020202020204" pitchFamily="34" charset="0"/>
                </a:rPr>
                <a:t>b</a:t>
              </a:r>
              <a:r>
                <a:rPr lang="en-US" altLang="zh-CN" sz="1600" i="1" dirty="0">
                  <a:solidFill>
                    <a:srgbClr val="000000"/>
                  </a:solidFill>
                  <a:latin typeface="ISOCPEUR" panose="020B0604020202020204" pitchFamily="34" charset="0"/>
                </a:rPr>
                <a:t>”</a:t>
              </a:r>
            </a:p>
          </p:txBody>
        </p:sp>
      </p:grpSp>
      <p:pic>
        <p:nvPicPr>
          <p:cNvPr id="217" name="Picture 2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458447">
            <a:off x="3108059" y="4704311"/>
            <a:ext cx="1176185" cy="135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ction Button: Help 1">
            <a:hlinkClick r:id="" action="ppaction://noaction" highlightClick="1"/>
          </p:cNvPr>
          <p:cNvSpPr/>
          <p:nvPr/>
        </p:nvSpPr>
        <p:spPr bwMode="auto">
          <a:xfrm>
            <a:off x="6840252" y="1880828"/>
            <a:ext cx="324036" cy="321422"/>
          </a:xfrm>
          <a:prstGeom prst="actionButtonHelp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Freeform: Shape 3"/>
          <p:cNvSpPr/>
          <p:nvPr/>
        </p:nvSpPr>
        <p:spPr bwMode="auto">
          <a:xfrm>
            <a:off x="3366135" y="5191125"/>
            <a:ext cx="581025" cy="194681"/>
          </a:xfrm>
          <a:custGeom>
            <a:avLst/>
            <a:gdLst>
              <a:gd name="connsiteX0" fmla="*/ 0 w 581025"/>
              <a:gd name="connsiteY0" fmla="*/ 0 h 194681"/>
              <a:gd name="connsiteX1" fmla="*/ 11430 w 581025"/>
              <a:gd name="connsiteY1" fmla="*/ 62865 h 194681"/>
              <a:gd name="connsiteX2" fmla="*/ 49530 w 581025"/>
              <a:gd name="connsiteY2" fmla="*/ 142875 h 194681"/>
              <a:gd name="connsiteX3" fmla="*/ 87630 w 581025"/>
              <a:gd name="connsiteY3" fmla="*/ 173355 h 194681"/>
              <a:gd name="connsiteX4" fmla="*/ 135255 w 581025"/>
              <a:gd name="connsiteY4" fmla="*/ 188595 h 194681"/>
              <a:gd name="connsiteX5" fmla="*/ 190500 w 581025"/>
              <a:gd name="connsiteY5" fmla="*/ 194310 h 194681"/>
              <a:gd name="connsiteX6" fmla="*/ 260985 w 581025"/>
              <a:gd name="connsiteY6" fmla="*/ 179070 h 194681"/>
              <a:gd name="connsiteX7" fmla="*/ 350520 w 581025"/>
              <a:gd name="connsiteY7" fmla="*/ 142875 h 194681"/>
              <a:gd name="connsiteX8" fmla="*/ 449580 w 581025"/>
              <a:gd name="connsiteY8" fmla="*/ 95250 h 194681"/>
              <a:gd name="connsiteX9" fmla="*/ 520065 w 581025"/>
              <a:gd name="connsiteY9" fmla="*/ 53340 h 194681"/>
              <a:gd name="connsiteX10" fmla="*/ 581025 w 581025"/>
              <a:gd name="connsiteY10" fmla="*/ 15240 h 194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1025" h="194681">
                <a:moveTo>
                  <a:pt x="0" y="0"/>
                </a:moveTo>
                <a:cubicBezTo>
                  <a:pt x="1587" y="19526"/>
                  <a:pt x="3175" y="39053"/>
                  <a:pt x="11430" y="62865"/>
                </a:cubicBezTo>
                <a:cubicBezTo>
                  <a:pt x="19685" y="86677"/>
                  <a:pt x="36830" y="124460"/>
                  <a:pt x="49530" y="142875"/>
                </a:cubicBezTo>
                <a:cubicBezTo>
                  <a:pt x="62230" y="161290"/>
                  <a:pt x="73343" y="165735"/>
                  <a:pt x="87630" y="173355"/>
                </a:cubicBezTo>
                <a:cubicBezTo>
                  <a:pt x="101918" y="180975"/>
                  <a:pt x="118110" y="185103"/>
                  <a:pt x="135255" y="188595"/>
                </a:cubicBezTo>
                <a:cubicBezTo>
                  <a:pt x="152400" y="192087"/>
                  <a:pt x="169545" y="195898"/>
                  <a:pt x="190500" y="194310"/>
                </a:cubicBezTo>
                <a:cubicBezTo>
                  <a:pt x="211455" y="192722"/>
                  <a:pt x="234315" y="187643"/>
                  <a:pt x="260985" y="179070"/>
                </a:cubicBezTo>
                <a:cubicBezTo>
                  <a:pt x="287655" y="170498"/>
                  <a:pt x="319088" y="156845"/>
                  <a:pt x="350520" y="142875"/>
                </a:cubicBezTo>
                <a:cubicBezTo>
                  <a:pt x="381953" y="128905"/>
                  <a:pt x="421323" y="110172"/>
                  <a:pt x="449580" y="95250"/>
                </a:cubicBezTo>
                <a:cubicBezTo>
                  <a:pt x="477837" y="80328"/>
                  <a:pt x="520065" y="53340"/>
                  <a:pt x="520065" y="53340"/>
                </a:cubicBezTo>
                <a:cubicBezTo>
                  <a:pt x="541972" y="40005"/>
                  <a:pt x="561498" y="27622"/>
                  <a:pt x="581025" y="15240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00"/>
                            </p:stCondLst>
                            <p:childTnLst>
                              <p:par>
                                <p:cTn id="1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00"/>
                            </p:stCondLst>
                            <p:childTnLst>
                              <p:par>
                                <p:cTn id="1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3" grpId="0"/>
      <p:bldP spid="90" grpId="0"/>
      <p:bldP spid="125" grpId="0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 animBg="1"/>
      <p:bldP spid="198" grpId="0"/>
      <p:bldP spid="199" grpId="0"/>
      <p:bldP spid="200" grpId="0"/>
      <p:bldP spid="201" grpId="0"/>
      <p:bldP spid="202" grpId="0"/>
      <p:bldP spid="203" grpId="0"/>
      <p:bldP spid="204" grpId="0"/>
      <p:bldP spid="205" grpId="0"/>
      <p:bldP spid="206" grpId="0"/>
      <p:bldP spid="207" grpId="0"/>
      <p:bldP spid="208" grpId="0"/>
      <p:bldP spid="209" grpId="0"/>
      <p:bldP spid="213" grpId="0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-4545" y="559116"/>
            <a:ext cx="1422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讨论：</a:t>
            </a:r>
            <a:endParaRPr lang="en-US" altLang="zh-CN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741363" y="821208"/>
            <a:ext cx="7223125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2400" dirty="0"/>
              <a:t>1.</a:t>
            </a:r>
            <a:r>
              <a:rPr lang="zh-CN" altLang="zh-CN" sz="2400" dirty="0"/>
              <a:t>立体的布尔运算与相贯线</a:t>
            </a:r>
            <a:endParaRPr lang="zh-CN" altLang="en-US" sz="2400" dirty="0"/>
          </a:p>
        </p:txBody>
      </p:sp>
      <p:grpSp>
        <p:nvGrpSpPr>
          <p:cNvPr id="2" name="组合 1"/>
          <p:cNvGrpSpPr/>
          <p:nvPr/>
        </p:nvGrpSpPr>
        <p:grpSpPr>
          <a:xfrm>
            <a:off x="170311" y="1302975"/>
            <a:ext cx="2520280" cy="2243774"/>
            <a:chOff x="170311" y="1302975"/>
            <a:chExt cx="2520280" cy="2243774"/>
          </a:xfrm>
        </p:grpSpPr>
        <p:sp>
          <p:nvSpPr>
            <p:cNvPr id="5" name="Rectangle 185"/>
            <p:cNvSpPr>
              <a:spLocks noChangeArrowheads="1"/>
            </p:cNvSpPr>
            <p:nvPr/>
          </p:nvSpPr>
          <p:spPr bwMode="auto">
            <a:xfrm>
              <a:off x="170311" y="3134136"/>
              <a:ext cx="2520280" cy="412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并运算，外表面相交</a:t>
              </a:r>
              <a:endPara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3372" y="1302975"/>
              <a:ext cx="1654158" cy="1658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" name="组合 5"/>
          <p:cNvGrpSpPr/>
          <p:nvPr/>
        </p:nvGrpSpPr>
        <p:grpSpPr>
          <a:xfrm>
            <a:off x="3092784" y="1412776"/>
            <a:ext cx="2520280" cy="2343165"/>
            <a:chOff x="3092784" y="1412776"/>
            <a:chExt cx="2520280" cy="2343165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24833" y="1412776"/>
              <a:ext cx="1656183" cy="1170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185"/>
            <p:cNvSpPr>
              <a:spLocks noChangeArrowheads="1"/>
            </p:cNvSpPr>
            <p:nvPr/>
          </p:nvSpPr>
          <p:spPr bwMode="auto">
            <a:xfrm>
              <a:off x="3092784" y="2924944"/>
              <a:ext cx="2520280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差</a:t>
              </a:r>
              <a:r>
                <a:rPr kumimoji="1" lang="zh-CN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运算，</a:t>
              </a:r>
              <a:r>
                <a:rPr kumimoji="1"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一</a:t>
              </a:r>
              <a:r>
                <a:rPr kumimoji="1" lang="zh-CN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外</a:t>
              </a:r>
              <a:r>
                <a:rPr kumimoji="1"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与一内</a:t>
              </a:r>
              <a:r>
                <a:rPr kumimoji="1" lang="zh-CN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表面相交</a:t>
              </a:r>
              <a:endPara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883420" y="1252401"/>
            <a:ext cx="2834500" cy="2193738"/>
            <a:chOff x="5883420" y="1252401"/>
            <a:chExt cx="2834500" cy="2193738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0477" y="1252401"/>
              <a:ext cx="2620386" cy="16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185"/>
            <p:cNvSpPr>
              <a:spLocks noChangeArrowheads="1"/>
            </p:cNvSpPr>
            <p:nvPr/>
          </p:nvSpPr>
          <p:spPr bwMode="auto">
            <a:xfrm>
              <a:off x="5883420" y="3033526"/>
              <a:ext cx="2834500" cy="4126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差</a:t>
              </a:r>
              <a:r>
                <a:rPr kumimoji="1" lang="zh-CN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运算，</a:t>
              </a:r>
              <a:r>
                <a:rPr kumimoji="1" lang="zh-CN" altLang="en-US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两内</a:t>
              </a:r>
              <a:r>
                <a:rPr kumimoji="1" lang="zh-CN" altLang="zh-CN" sz="20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表面相交</a:t>
              </a:r>
              <a:endParaRPr kumimoji="1"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1" name="Group 314"/>
          <p:cNvGrpSpPr/>
          <p:nvPr/>
        </p:nvGrpSpPr>
        <p:grpSpPr bwMode="auto">
          <a:xfrm>
            <a:off x="646113" y="3694113"/>
            <a:ext cx="2209800" cy="2019300"/>
            <a:chOff x="456" y="2614"/>
            <a:chExt cx="1392" cy="1272"/>
          </a:xfrm>
        </p:grpSpPr>
        <p:grpSp>
          <p:nvGrpSpPr>
            <p:cNvPr id="12" name="Group 102"/>
            <p:cNvGrpSpPr/>
            <p:nvPr/>
          </p:nvGrpSpPr>
          <p:grpSpPr bwMode="auto">
            <a:xfrm>
              <a:off x="456" y="2614"/>
              <a:ext cx="1392" cy="1272"/>
              <a:chOff x="456" y="2614"/>
              <a:chExt cx="1392" cy="1272"/>
            </a:xfrm>
          </p:grpSpPr>
          <p:grpSp>
            <p:nvGrpSpPr>
              <p:cNvPr id="16" name="Group 101"/>
              <p:cNvGrpSpPr/>
              <p:nvPr/>
            </p:nvGrpSpPr>
            <p:grpSpPr bwMode="auto">
              <a:xfrm>
                <a:off x="456" y="3436"/>
                <a:ext cx="694" cy="450"/>
                <a:chOff x="468" y="3496"/>
                <a:chExt cx="694" cy="450"/>
              </a:xfrm>
            </p:grpSpPr>
            <p:sp>
              <p:nvSpPr>
                <p:cNvPr id="55" name="Rectangle 36"/>
                <p:cNvSpPr>
                  <a:spLocks noChangeArrowheads="1"/>
                </p:cNvSpPr>
                <p:nvPr/>
              </p:nvSpPr>
              <p:spPr bwMode="auto">
                <a:xfrm>
                  <a:off x="513" y="3505"/>
                  <a:ext cx="612" cy="44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Oval 37"/>
                <p:cNvSpPr>
                  <a:spLocks noChangeArrowheads="1"/>
                </p:cNvSpPr>
                <p:nvPr/>
              </p:nvSpPr>
              <p:spPr bwMode="auto">
                <a:xfrm>
                  <a:off x="632" y="3540"/>
                  <a:ext cx="371" cy="371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Line 38"/>
                <p:cNvSpPr>
                  <a:spLocks noChangeShapeType="1"/>
                </p:cNvSpPr>
                <p:nvPr/>
              </p:nvSpPr>
              <p:spPr bwMode="auto">
                <a:xfrm>
                  <a:off x="468" y="3726"/>
                  <a:ext cx="69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" name="Line 39"/>
                <p:cNvSpPr>
                  <a:spLocks noChangeShapeType="1"/>
                </p:cNvSpPr>
                <p:nvPr/>
              </p:nvSpPr>
              <p:spPr bwMode="auto">
                <a:xfrm>
                  <a:off x="821" y="3496"/>
                  <a:ext cx="0" cy="4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59" name="Group 40"/>
                <p:cNvGrpSpPr/>
                <p:nvPr/>
              </p:nvGrpSpPr>
              <p:grpSpPr bwMode="auto">
                <a:xfrm>
                  <a:off x="803" y="3788"/>
                  <a:ext cx="34" cy="60"/>
                  <a:chOff x="538" y="3398"/>
                  <a:chExt cx="31" cy="55"/>
                </a:xfrm>
              </p:grpSpPr>
              <p:sp>
                <p:nvSpPr>
                  <p:cNvPr id="63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538" y="3398"/>
                    <a:ext cx="3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4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539" y="3453"/>
                    <a:ext cx="3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" name="Group 43"/>
                <p:cNvGrpSpPr/>
                <p:nvPr/>
              </p:nvGrpSpPr>
              <p:grpSpPr bwMode="auto">
                <a:xfrm>
                  <a:off x="889" y="3702"/>
                  <a:ext cx="65" cy="45"/>
                  <a:chOff x="616" y="3326"/>
                  <a:chExt cx="59" cy="41"/>
                </a:xfrm>
              </p:grpSpPr>
              <p:sp>
                <p:nvSpPr>
                  <p:cNvPr id="61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616" y="3326"/>
                    <a:ext cx="0" cy="4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2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675" y="3327"/>
                    <a:ext cx="0" cy="4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7" name="Group 99"/>
              <p:cNvGrpSpPr/>
              <p:nvPr/>
            </p:nvGrpSpPr>
            <p:grpSpPr bwMode="auto">
              <a:xfrm>
                <a:off x="469" y="2614"/>
                <a:ext cx="700" cy="702"/>
                <a:chOff x="469" y="2614"/>
                <a:chExt cx="700" cy="702"/>
              </a:xfrm>
            </p:grpSpPr>
            <p:sp>
              <p:nvSpPr>
                <p:cNvPr id="29" name="Rectangle 50"/>
                <p:cNvSpPr>
                  <a:spLocks noChangeArrowheads="1"/>
                </p:cNvSpPr>
                <p:nvPr/>
              </p:nvSpPr>
              <p:spPr bwMode="auto">
                <a:xfrm>
                  <a:off x="634" y="2646"/>
                  <a:ext cx="372" cy="63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" name="Rectangle 51"/>
                <p:cNvSpPr>
                  <a:spLocks noChangeArrowheads="1"/>
                </p:cNvSpPr>
                <p:nvPr/>
              </p:nvSpPr>
              <p:spPr bwMode="auto">
                <a:xfrm>
                  <a:off x="620" y="2762"/>
                  <a:ext cx="399" cy="42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" name="Line 52"/>
                <p:cNvSpPr>
                  <a:spLocks noChangeShapeType="1"/>
                </p:cNvSpPr>
                <p:nvPr/>
              </p:nvSpPr>
              <p:spPr bwMode="auto">
                <a:xfrm flipV="1">
                  <a:off x="821" y="2614"/>
                  <a:ext cx="0" cy="7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" name="Line 53"/>
                <p:cNvSpPr>
                  <a:spLocks noChangeShapeType="1"/>
                </p:cNvSpPr>
                <p:nvPr/>
              </p:nvSpPr>
              <p:spPr bwMode="auto">
                <a:xfrm>
                  <a:off x="469" y="2969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3" name="Group 54"/>
                <p:cNvGrpSpPr/>
                <p:nvPr/>
              </p:nvGrpSpPr>
              <p:grpSpPr bwMode="auto">
                <a:xfrm>
                  <a:off x="512" y="2732"/>
                  <a:ext cx="126" cy="471"/>
                  <a:chOff x="210" y="2288"/>
                  <a:chExt cx="177" cy="429"/>
                </a:xfrm>
              </p:grpSpPr>
              <p:sp>
                <p:nvSpPr>
                  <p:cNvPr id="52" name="Line 5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10" y="2298"/>
                    <a:ext cx="171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3" name="Line 56"/>
                  <p:cNvSpPr>
                    <a:spLocks noChangeShapeType="1"/>
                  </p:cNvSpPr>
                  <p:nvPr/>
                </p:nvSpPr>
                <p:spPr bwMode="auto">
                  <a:xfrm>
                    <a:off x="210" y="2288"/>
                    <a:ext cx="0" cy="429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210" y="2706"/>
                    <a:ext cx="177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4" name="Group 58"/>
                <p:cNvGrpSpPr/>
                <p:nvPr/>
              </p:nvGrpSpPr>
              <p:grpSpPr bwMode="auto">
                <a:xfrm flipH="1">
                  <a:off x="998" y="2732"/>
                  <a:ext cx="124" cy="471"/>
                  <a:chOff x="210" y="2288"/>
                  <a:chExt cx="177" cy="429"/>
                </a:xfrm>
              </p:grpSpPr>
              <p:sp>
                <p:nvSpPr>
                  <p:cNvPr id="49" name="Line 5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10" y="2298"/>
                    <a:ext cx="171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0" name="Line 60"/>
                  <p:cNvSpPr>
                    <a:spLocks noChangeShapeType="1"/>
                  </p:cNvSpPr>
                  <p:nvPr/>
                </p:nvSpPr>
                <p:spPr bwMode="auto">
                  <a:xfrm>
                    <a:off x="210" y="2288"/>
                    <a:ext cx="0" cy="429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1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210" y="2706"/>
                    <a:ext cx="177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5" name="Freeform 62"/>
                <p:cNvSpPr/>
                <p:nvPr/>
              </p:nvSpPr>
              <p:spPr bwMode="auto">
                <a:xfrm>
                  <a:off x="624" y="2739"/>
                  <a:ext cx="392" cy="117"/>
                </a:xfrm>
                <a:custGeom>
                  <a:avLst/>
                  <a:gdLst>
                    <a:gd name="T0" fmla="*/ 0 w 358"/>
                    <a:gd name="T1" fmla="*/ 0 h 107"/>
                    <a:gd name="T2" fmla="*/ 60 w 358"/>
                    <a:gd name="T3" fmla="*/ 48 h 107"/>
                    <a:gd name="T4" fmla="*/ 120 w 358"/>
                    <a:gd name="T5" fmla="*/ 88 h 107"/>
                    <a:gd name="T6" fmla="*/ 176 w 358"/>
                    <a:gd name="T7" fmla="*/ 106 h 107"/>
                    <a:gd name="T8" fmla="*/ 232 w 358"/>
                    <a:gd name="T9" fmla="*/ 96 h 107"/>
                    <a:gd name="T10" fmla="*/ 288 w 358"/>
                    <a:gd name="T11" fmla="*/ 58 h 107"/>
                    <a:gd name="T12" fmla="*/ 358 w 358"/>
                    <a:gd name="T13" fmla="*/ 2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8" h="107">
                      <a:moveTo>
                        <a:pt x="0" y="0"/>
                      </a:moveTo>
                      <a:cubicBezTo>
                        <a:pt x="10" y="8"/>
                        <a:pt x="40" y="33"/>
                        <a:pt x="60" y="48"/>
                      </a:cubicBezTo>
                      <a:cubicBezTo>
                        <a:pt x="80" y="63"/>
                        <a:pt x="101" y="78"/>
                        <a:pt x="120" y="88"/>
                      </a:cubicBezTo>
                      <a:cubicBezTo>
                        <a:pt x="139" y="98"/>
                        <a:pt x="157" y="105"/>
                        <a:pt x="176" y="106"/>
                      </a:cubicBezTo>
                      <a:cubicBezTo>
                        <a:pt x="195" y="107"/>
                        <a:pt x="213" y="104"/>
                        <a:pt x="232" y="96"/>
                      </a:cubicBezTo>
                      <a:cubicBezTo>
                        <a:pt x="251" y="88"/>
                        <a:pt x="267" y="74"/>
                        <a:pt x="288" y="58"/>
                      </a:cubicBezTo>
                      <a:cubicBezTo>
                        <a:pt x="309" y="42"/>
                        <a:pt x="344" y="14"/>
                        <a:pt x="358" y="2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" name="Freeform 63"/>
                <p:cNvSpPr/>
                <p:nvPr/>
              </p:nvSpPr>
              <p:spPr bwMode="auto">
                <a:xfrm rot="-10800000">
                  <a:off x="623" y="3080"/>
                  <a:ext cx="392" cy="118"/>
                </a:xfrm>
                <a:custGeom>
                  <a:avLst/>
                  <a:gdLst>
                    <a:gd name="T0" fmla="*/ 0 w 358"/>
                    <a:gd name="T1" fmla="*/ 0 h 107"/>
                    <a:gd name="T2" fmla="*/ 60 w 358"/>
                    <a:gd name="T3" fmla="*/ 48 h 107"/>
                    <a:gd name="T4" fmla="*/ 120 w 358"/>
                    <a:gd name="T5" fmla="*/ 88 h 107"/>
                    <a:gd name="T6" fmla="*/ 176 w 358"/>
                    <a:gd name="T7" fmla="*/ 106 h 107"/>
                    <a:gd name="T8" fmla="*/ 232 w 358"/>
                    <a:gd name="T9" fmla="*/ 96 h 107"/>
                    <a:gd name="T10" fmla="*/ 288 w 358"/>
                    <a:gd name="T11" fmla="*/ 58 h 107"/>
                    <a:gd name="T12" fmla="*/ 358 w 358"/>
                    <a:gd name="T13" fmla="*/ 2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8" h="107">
                      <a:moveTo>
                        <a:pt x="0" y="0"/>
                      </a:moveTo>
                      <a:cubicBezTo>
                        <a:pt x="10" y="8"/>
                        <a:pt x="40" y="33"/>
                        <a:pt x="60" y="48"/>
                      </a:cubicBezTo>
                      <a:cubicBezTo>
                        <a:pt x="80" y="63"/>
                        <a:pt x="101" y="78"/>
                        <a:pt x="120" y="88"/>
                      </a:cubicBezTo>
                      <a:cubicBezTo>
                        <a:pt x="139" y="98"/>
                        <a:pt x="157" y="105"/>
                        <a:pt x="176" y="106"/>
                      </a:cubicBezTo>
                      <a:cubicBezTo>
                        <a:pt x="195" y="107"/>
                        <a:pt x="213" y="104"/>
                        <a:pt x="232" y="96"/>
                      </a:cubicBezTo>
                      <a:cubicBezTo>
                        <a:pt x="251" y="88"/>
                        <a:pt x="267" y="74"/>
                        <a:pt x="288" y="58"/>
                      </a:cubicBezTo>
                      <a:cubicBezTo>
                        <a:pt x="309" y="42"/>
                        <a:pt x="344" y="14"/>
                        <a:pt x="358" y="2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7" name="Group 64"/>
                <p:cNvGrpSpPr/>
                <p:nvPr/>
              </p:nvGrpSpPr>
              <p:grpSpPr bwMode="auto">
                <a:xfrm>
                  <a:off x="568" y="2951"/>
                  <a:ext cx="61" cy="39"/>
                  <a:chOff x="323" y="2487"/>
                  <a:chExt cx="61" cy="36"/>
                </a:xfrm>
              </p:grpSpPr>
              <p:sp>
                <p:nvSpPr>
                  <p:cNvPr id="47" name="Line 65"/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" name="Line 66"/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8" name="Group 67"/>
                <p:cNvGrpSpPr/>
                <p:nvPr/>
              </p:nvGrpSpPr>
              <p:grpSpPr bwMode="auto">
                <a:xfrm>
                  <a:off x="971" y="2951"/>
                  <a:ext cx="62" cy="39"/>
                  <a:chOff x="323" y="2487"/>
                  <a:chExt cx="61" cy="36"/>
                </a:xfrm>
              </p:grpSpPr>
              <p:sp>
                <p:nvSpPr>
                  <p:cNvPr id="45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6" name="Line 69"/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9" name="Group 70"/>
                <p:cNvGrpSpPr/>
                <p:nvPr/>
              </p:nvGrpSpPr>
              <p:grpSpPr bwMode="auto">
                <a:xfrm rot="-5400000">
                  <a:off x="789" y="3150"/>
                  <a:ext cx="62" cy="40"/>
                  <a:chOff x="323" y="2487"/>
                  <a:chExt cx="61" cy="36"/>
                </a:xfrm>
              </p:grpSpPr>
              <p:sp>
                <p:nvSpPr>
                  <p:cNvPr id="43" name="Line 71"/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4" name="Line 72"/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0" name="Group 73"/>
                <p:cNvGrpSpPr/>
                <p:nvPr/>
              </p:nvGrpSpPr>
              <p:grpSpPr bwMode="auto">
                <a:xfrm rot="-5400000">
                  <a:off x="791" y="2731"/>
                  <a:ext cx="62" cy="40"/>
                  <a:chOff x="323" y="2487"/>
                  <a:chExt cx="61" cy="36"/>
                </a:xfrm>
              </p:grpSpPr>
              <p:sp>
                <p:nvSpPr>
                  <p:cNvPr id="41" name="Line 74"/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" name="Line 75"/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8" name="Group 100"/>
              <p:cNvGrpSpPr/>
              <p:nvPr/>
            </p:nvGrpSpPr>
            <p:grpSpPr bwMode="auto">
              <a:xfrm>
                <a:off x="1332" y="2615"/>
                <a:ext cx="516" cy="702"/>
                <a:chOff x="1332" y="2615"/>
                <a:chExt cx="516" cy="702"/>
              </a:xfrm>
            </p:grpSpPr>
            <p:sp>
              <p:nvSpPr>
                <p:cNvPr id="19" name="Rectangle 77"/>
                <p:cNvSpPr>
                  <a:spLocks noChangeArrowheads="1"/>
                </p:cNvSpPr>
                <p:nvPr/>
              </p:nvSpPr>
              <p:spPr bwMode="auto">
                <a:xfrm>
                  <a:off x="1400" y="2647"/>
                  <a:ext cx="373" cy="63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" name="Oval 78"/>
                <p:cNvSpPr>
                  <a:spLocks noChangeArrowheads="1"/>
                </p:cNvSpPr>
                <p:nvPr/>
              </p:nvSpPr>
              <p:spPr bwMode="auto">
                <a:xfrm>
                  <a:off x="1367" y="2750"/>
                  <a:ext cx="439" cy="439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Line 79"/>
                <p:cNvSpPr>
                  <a:spLocks noChangeShapeType="1"/>
                </p:cNvSpPr>
                <p:nvPr/>
              </p:nvSpPr>
              <p:spPr bwMode="auto">
                <a:xfrm>
                  <a:off x="1332" y="2969"/>
                  <a:ext cx="51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" name="Line 80"/>
                <p:cNvSpPr>
                  <a:spLocks noChangeShapeType="1"/>
                </p:cNvSpPr>
                <p:nvPr/>
              </p:nvSpPr>
              <p:spPr bwMode="auto">
                <a:xfrm flipV="1">
                  <a:off x="1588" y="2615"/>
                  <a:ext cx="0" cy="7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3" name="Group 81"/>
                <p:cNvGrpSpPr/>
                <p:nvPr/>
              </p:nvGrpSpPr>
              <p:grpSpPr bwMode="auto">
                <a:xfrm rot="-5400000">
                  <a:off x="1558" y="3050"/>
                  <a:ext cx="62" cy="40"/>
                  <a:chOff x="323" y="2487"/>
                  <a:chExt cx="61" cy="36"/>
                </a:xfrm>
              </p:grpSpPr>
              <p:sp>
                <p:nvSpPr>
                  <p:cNvPr id="27" name="Line 82"/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" name="Line 83"/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4" name="Group 84"/>
                <p:cNvGrpSpPr/>
                <p:nvPr/>
              </p:nvGrpSpPr>
              <p:grpSpPr bwMode="auto">
                <a:xfrm rot="-10800000">
                  <a:off x="1458" y="2950"/>
                  <a:ext cx="62" cy="39"/>
                  <a:chOff x="323" y="2487"/>
                  <a:chExt cx="61" cy="36"/>
                </a:xfrm>
              </p:grpSpPr>
              <p:sp>
                <p:nvSpPr>
                  <p:cNvPr id="25" name="Line 85"/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" name="Line 86"/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13" name="Group 305"/>
            <p:cNvGrpSpPr/>
            <p:nvPr/>
          </p:nvGrpSpPr>
          <p:grpSpPr bwMode="auto">
            <a:xfrm>
              <a:off x="1399" y="2749"/>
              <a:ext cx="376" cy="440"/>
              <a:chOff x="1399" y="2749"/>
              <a:chExt cx="376" cy="440"/>
            </a:xfrm>
          </p:grpSpPr>
          <p:sp>
            <p:nvSpPr>
              <p:cNvPr id="14" name="Arc 303"/>
              <p:cNvSpPr/>
              <p:nvPr/>
            </p:nvSpPr>
            <p:spPr bwMode="auto">
              <a:xfrm flipH="1" flipV="1">
                <a:off x="1399" y="2749"/>
                <a:ext cx="373" cy="219"/>
              </a:xfrm>
              <a:custGeom>
                <a:avLst/>
                <a:gdLst>
                  <a:gd name="G0" fmla="+- 18335 0 0"/>
                  <a:gd name="G1" fmla="+- 0 0 0"/>
                  <a:gd name="G2" fmla="+- 21600 0 0"/>
                  <a:gd name="T0" fmla="*/ 36799 w 36799"/>
                  <a:gd name="T1" fmla="*/ 11209 h 21600"/>
                  <a:gd name="T2" fmla="*/ 0 w 36799"/>
                  <a:gd name="T3" fmla="*/ 11418 h 21600"/>
                  <a:gd name="T4" fmla="*/ 18335 w 36799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799" h="21600" fill="none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</a:path>
                  <a:path w="36799" h="21600" stroke="0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  <a:lnTo>
                      <a:pt x="18335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Arc 304"/>
              <p:cNvSpPr/>
              <p:nvPr/>
            </p:nvSpPr>
            <p:spPr bwMode="auto">
              <a:xfrm rot="-10800000" flipH="1" flipV="1">
                <a:off x="1402" y="2970"/>
                <a:ext cx="373" cy="219"/>
              </a:xfrm>
              <a:custGeom>
                <a:avLst/>
                <a:gdLst>
                  <a:gd name="G0" fmla="+- 18335 0 0"/>
                  <a:gd name="G1" fmla="+- 0 0 0"/>
                  <a:gd name="G2" fmla="+- 21600 0 0"/>
                  <a:gd name="T0" fmla="*/ 36799 w 36799"/>
                  <a:gd name="T1" fmla="*/ 11209 h 21600"/>
                  <a:gd name="T2" fmla="*/ 0 w 36799"/>
                  <a:gd name="T3" fmla="*/ 11418 h 21600"/>
                  <a:gd name="T4" fmla="*/ 18335 w 36799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799" h="21600" fill="none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</a:path>
                  <a:path w="36799" h="21600" stroke="0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  <a:lnTo>
                      <a:pt x="18335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65" name="Group 313"/>
          <p:cNvGrpSpPr/>
          <p:nvPr/>
        </p:nvGrpSpPr>
        <p:grpSpPr bwMode="auto">
          <a:xfrm>
            <a:off x="3332163" y="3846513"/>
            <a:ext cx="2209800" cy="1865312"/>
            <a:chOff x="2099" y="2710"/>
            <a:chExt cx="1392" cy="1175"/>
          </a:xfrm>
        </p:grpSpPr>
        <p:grpSp>
          <p:nvGrpSpPr>
            <p:cNvPr id="66" name="Group 225"/>
            <p:cNvGrpSpPr/>
            <p:nvPr/>
          </p:nvGrpSpPr>
          <p:grpSpPr bwMode="auto">
            <a:xfrm>
              <a:off x="2099" y="2710"/>
              <a:ext cx="1392" cy="1175"/>
              <a:chOff x="2015" y="2710"/>
              <a:chExt cx="1392" cy="1175"/>
            </a:xfrm>
          </p:grpSpPr>
          <p:grpSp>
            <p:nvGrpSpPr>
              <p:cNvPr id="70" name="Group 104"/>
              <p:cNvGrpSpPr/>
              <p:nvPr/>
            </p:nvGrpSpPr>
            <p:grpSpPr bwMode="auto">
              <a:xfrm>
                <a:off x="2015" y="3435"/>
                <a:ext cx="694" cy="450"/>
                <a:chOff x="468" y="3496"/>
                <a:chExt cx="694" cy="450"/>
              </a:xfrm>
            </p:grpSpPr>
            <p:sp>
              <p:nvSpPr>
                <p:cNvPr id="120" name="Rectangle 105"/>
                <p:cNvSpPr>
                  <a:spLocks noChangeArrowheads="1"/>
                </p:cNvSpPr>
                <p:nvPr/>
              </p:nvSpPr>
              <p:spPr bwMode="auto">
                <a:xfrm>
                  <a:off x="513" y="3505"/>
                  <a:ext cx="612" cy="441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1" name="Oval 106"/>
                <p:cNvSpPr>
                  <a:spLocks noChangeArrowheads="1"/>
                </p:cNvSpPr>
                <p:nvPr/>
              </p:nvSpPr>
              <p:spPr bwMode="auto">
                <a:xfrm>
                  <a:off x="632" y="3540"/>
                  <a:ext cx="371" cy="371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2" name="Line 107"/>
                <p:cNvSpPr>
                  <a:spLocks noChangeShapeType="1"/>
                </p:cNvSpPr>
                <p:nvPr/>
              </p:nvSpPr>
              <p:spPr bwMode="auto">
                <a:xfrm>
                  <a:off x="468" y="3726"/>
                  <a:ext cx="69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" name="Line 108"/>
                <p:cNvSpPr>
                  <a:spLocks noChangeShapeType="1"/>
                </p:cNvSpPr>
                <p:nvPr/>
              </p:nvSpPr>
              <p:spPr bwMode="auto">
                <a:xfrm>
                  <a:off x="821" y="3496"/>
                  <a:ext cx="0" cy="4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24" name="Group 109"/>
                <p:cNvGrpSpPr/>
                <p:nvPr/>
              </p:nvGrpSpPr>
              <p:grpSpPr bwMode="auto">
                <a:xfrm>
                  <a:off x="803" y="3788"/>
                  <a:ext cx="34" cy="60"/>
                  <a:chOff x="538" y="3398"/>
                  <a:chExt cx="31" cy="55"/>
                </a:xfrm>
              </p:grpSpPr>
              <p:sp>
                <p:nvSpPr>
                  <p:cNvPr id="128" name="Line 110"/>
                  <p:cNvSpPr>
                    <a:spLocks noChangeShapeType="1"/>
                  </p:cNvSpPr>
                  <p:nvPr/>
                </p:nvSpPr>
                <p:spPr bwMode="auto">
                  <a:xfrm>
                    <a:off x="538" y="3398"/>
                    <a:ext cx="3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9" name="Line 111"/>
                  <p:cNvSpPr>
                    <a:spLocks noChangeShapeType="1"/>
                  </p:cNvSpPr>
                  <p:nvPr/>
                </p:nvSpPr>
                <p:spPr bwMode="auto">
                  <a:xfrm>
                    <a:off x="539" y="3453"/>
                    <a:ext cx="3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25" name="Group 112"/>
                <p:cNvGrpSpPr/>
                <p:nvPr/>
              </p:nvGrpSpPr>
              <p:grpSpPr bwMode="auto">
                <a:xfrm>
                  <a:off x="889" y="3702"/>
                  <a:ext cx="65" cy="45"/>
                  <a:chOff x="616" y="3326"/>
                  <a:chExt cx="59" cy="41"/>
                </a:xfrm>
              </p:grpSpPr>
              <p:sp>
                <p:nvSpPr>
                  <p:cNvPr id="126" name="Line 113"/>
                  <p:cNvSpPr>
                    <a:spLocks noChangeShapeType="1"/>
                  </p:cNvSpPr>
                  <p:nvPr/>
                </p:nvSpPr>
                <p:spPr bwMode="auto">
                  <a:xfrm>
                    <a:off x="616" y="3326"/>
                    <a:ext cx="0" cy="4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7" name="Line 114"/>
                  <p:cNvSpPr>
                    <a:spLocks noChangeShapeType="1"/>
                  </p:cNvSpPr>
                  <p:nvPr/>
                </p:nvSpPr>
                <p:spPr bwMode="auto">
                  <a:xfrm>
                    <a:off x="675" y="3327"/>
                    <a:ext cx="0" cy="4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71" name="Group 224"/>
              <p:cNvGrpSpPr/>
              <p:nvPr/>
            </p:nvGrpSpPr>
            <p:grpSpPr bwMode="auto">
              <a:xfrm>
                <a:off x="2028" y="2715"/>
                <a:ext cx="700" cy="494"/>
                <a:chOff x="2028" y="2715"/>
                <a:chExt cx="700" cy="494"/>
              </a:xfrm>
            </p:grpSpPr>
            <p:sp>
              <p:nvSpPr>
                <p:cNvPr id="90" name="Line 118"/>
                <p:cNvSpPr>
                  <a:spLocks noChangeShapeType="1"/>
                </p:cNvSpPr>
                <p:nvPr/>
              </p:nvSpPr>
              <p:spPr bwMode="auto">
                <a:xfrm flipV="1">
                  <a:off x="2380" y="2715"/>
                  <a:ext cx="0" cy="49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1" name="Line 119"/>
                <p:cNvSpPr>
                  <a:spLocks noChangeShapeType="1"/>
                </p:cNvSpPr>
                <p:nvPr/>
              </p:nvSpPr>
              <p:spPr bwMode="auto">
                <a:xfrm>
                  <a:off x="2028" y="2968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92" name="Group 120"/>
                <p:cNvGrpSpPr/>
                <p:nvPr/>
              </p:nvGrpSpPr>
              <p:grpSpPr bwMode="auto">
                <a:xfrm>
                  <a:off x="2071" y="2731"/>
                  <a:ext cx="126" cy="471"/>
                  <a:chOff x="210" y="2288"/>
                  <a:chExt cx="177" cy="429"/>
                </a:xfrm>
              </p:grpSpPr>
              <p:sp>
                <p:nvSpPr>
                  <p:cNvPr id="117" name="Line 12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10" y="2298"/>
                    <a:ext cx="171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8" name="Line 122"/>
                  <p:cNvSpPr>
                    <a:spLocks noChangeShapeType="1"/>
                  </p:cNvSpPr>
                  <p:nvPr/>
                </p:nvSpPr>
                <p:spPr bwMode="auto">
                  <a:xfrm>
                    <a:off x="210" y="2288"/>
                    <a:ext cx="0" cy="429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9" name="Line 123"/>
                  <p:cNvSpPr>
                    <a:spLocks noChangeShapeType="1"/>
                  </p:cNvSpPr>
                  <p:nvPr/>
                </p:nvSpPr>
                <p:spPr bwMode="auto">
                  <a:xfrm>
                    <a:off x="210" y="2706"/>
                    <a:ext cx="177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93" name="Group 124"/>
                <p:cNvGrpSpPr/>
                <p:nvPr/>
              </p:nvGrpSpPr>
              <p:grpSpPr bwMode="auto">
                <a:xfrm flipH="1">
                  <a:off x="2557" y="2731"/>
                  <a:ext cx="124" cy="471"/>
                  <a:chOff x="210" y="2288"/>
                  <a:chExt cx="177" cy="429"/>
                </a:xfrm>
              </p:grpSpPr>
              <p:sp>
                <p:nvSpPr>
                  <p:cNvPr id="114" name="Line 12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10" y="2298"/>
                    <a:ext cx="171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" name="Line 126"/>
                  <p:cNvSpPr>
                    <a:spLocks noChangeShapeType="1"/>
                  </p:cNvSpPr>
                  <p:nvPr/>
                </p:nvSpPr>
                <p:spPr bwMode="auto">
                  <a:xfrm>
                    <a:off x="210" y="2288"/>
                    <a:ext cx="0" cy="429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" name="Line 127"/>
                  <p:cNvSpPr>
                    <a:spLocks noChangeShapeType="1"/>
                  </p:cNvSpPr>
                  <p:nvPr/>
                </p:nvSpPr>
                <p:spPr bwMode="auto">
                  <a:xfrm>
                    <a:off x="210" y="2706"/>
                    <a:ext cx="177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94" name="Group 130"/>
                <p:cNvGrpSpPr/>
                <p:nvPr/>
              </p:nvGrpSpPr>
              <p:grpSpPr bwMode="auto">
                <a:xfrm>
                  <a:off x="2245" y="2952"/>
                  <a:ext cx="61" cy="39"/>
                  <a:chOff x="323" y="2487"/>
                  <a:chExt cx="61" cy="36"/>
                </a:xfrm>
              </p:grpSpPr>
              <p:sp>
                <p:nvSpPr>
                  <p:cNvPr id="112" name="Line 131"/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" name="Line 132"/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95" name="Group 139"/>
                <p:cNvGrpSpPr/>
                <p:nvPr/>
              </p:nvGrpSpPr>
              <p:grpSpPr bwMode="auto">
                <a:xfrm rot="-5400000">
                  <a:off x="2350" y="2894"/>
                  <a:ext cx="62" cy="40"/>
                  <a:chOff x="323" y="2487"/>
                  <a:chExt cx="61" cy="36"/>
                </a:xfrm>
              </p:grpSpPr>
              <p:sp>
                <p:nvSpPr>
                  <p:cNvPr id="110" name="Line 140"/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" name="Line 141"/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96" name="Line 203"/>
                <p:cNvSpPr>
                  <a:spLocks noChangeShapeType="1"/>
                </p:cNvSpPr>
                <p:nvPr/>
              </p:nvSpPr>
              <p:spPr bwMode="auto">
                <a:xfrm>
                  <a:off x="2190" y="2744"/>
                  <a:ext cx="0" cy="4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7" name="Line 204"/>
                <p:cNvSpPr>
                  <a:spLocks noChangeShapeType="1"/>
                </p:cNvSpPr>
                <p:nvPr/>
              </p:nvSpPr>
              <p:spPr bwMode="auto">
                <a:xfrm>
                  <a:off x="2569" y="2745"/>
                  <a:ext cx="0" cy="4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98" name="Group 208"/>
                <p:cNvGrpSpPr/>
                <p:nvPr/>
              </p:nvGrpSpPr>
              <p:grpSpPr bwMode="auto">
                <a:xfrm>
                  <a:off x="2167" y="2834"/>
                  <a:ext cx="42" cy="265"/>
                  <a:chOff x="2167" y="2834"/>
                  <a:chExt cx="42" cy="265"/>
                </a:xfrm>
              </p:grpSpPr>
              <p:sp>
                <p:nvSpPr>
                  <p:cNvPr id="106" name="Line 137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89" y="2902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7" name="Line 138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88" y="2814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" name="Line 206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90" y="3079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" name="Line 207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87" y="2993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99" name="Group 209"/>
                <p:cNvGrpSpPr/>
                <p:nvPr/>
              </p:nvGrpSpPr>
              <p:grpSpPr bwMode="auto">
                <a:xfrm>
                  <a:off x="2546" y="2835"/>
                  <a:ext cx="42" cy="265"/>
                  <a:chOff x="2167" y="2834"/>
                  <a:chExt cx="42" cy="265"/>
                </a:xfrm>
              </p:grpSpPr>
              <p:sp>
                <p:nvSpPr>
                  <p:cNvPr id="102" name="Line 210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89" y="2902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" name="Line 211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88" y="2814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" name="Line 212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90" y="3079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5" name="Line 213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187" y="2993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0" name="Freeform 128"/>
                <p:cNvSpPr/>
                <p:nvPr/>
              </p:nvSpPr>
              <p:spPr bwMode="auto">
                <a:xfrm>
                  <a:off x="2183" y="2738"/>
                  <a:ext cx="392" cy="117"/>
                </a:xfrm>
                <a:custGeom>
                  <a:avLst/>
                  <a:gdLst>
                    <a:gd name="T0" fmla="*/ 0 w 358"/>
                    <a:gd name="T1" fmla="*/ 0 h 107"/>
                    <a:gd name="T2" fmla="*/ 60 w 358"/>
                    <a:gd name="T3" fmla="*/ 48 h 107"/>
                    <a:gd name="T4" fmla="*/ 120 w 358"/>
                    <a:gd name="T5" fmla="*/ 88 h 107"/>
                    <a:gd name="T6" fmla="*/ 176 w 358"/>
                    <a:gd name="T7" fmla="*/ 106 h 107"/>
                    <a:gd name="T8" fmla="*/ 232 w 358"/>
                    <a:gd name="T9" fmla="*/ 96 h 107"/>
                    <a:gd name="T10" fmla="*/ 288 w 358"/>
                    <a:gd name="T11" fmla="*/ 58 h 107"/>
                    <a:gd name="T12" fmla="*/ 358 w 358"/>
                    <a:gd name="T13" fmla="*/ 2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8" h="107">
                      <a:moveTo>
                        <a:pt x="0" y="0"/>
                      </a:moveTo>
                      <a:cubicBezTo>
                        <a:pt x="10" y="8"/>
                        <a:pt x="40" y="33"/>
                        <a:pt x="60" y="48"/>
                      </a:cubicBezTo>
                      <a:cubicBezTo>
                        <a:pt x="80" y="63"/>
                        <a:pt x="101" y="78"/>
                        <a:pt x="120" y="88"/>
                      </a:cubicBezTo>
                      <a:cubicBezTo>
                        <a:pt x="139" y="98"/>
                        <a:pt x="157" y="105"/>
                        <a:pt x="176" y="106"/>
                      </a:cubicBezTo>
                      <a:cubicBezTo>
                        <a:pt x="195" y="107"/>
                        <a:pt x="213" y="104"/>
                        <a:pt x="232" y="96"/>
                      </a:cubicBezTo>
                      <a:cubicBezTo>
                        <a:pt x="251" y="88"/>
                        <a:pt x="267" y="74"/>
                        <a:pt x="288" y="58"/>
                      </a:cubicBezTo>
                      <a:cubicBezTo>
                        <a:pt x="309" y="42"/>
                        <a:pt x="344" y="14"/>
                        <a:pt x="358" y="2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29"/>
                <p:cNvSpPr/>
                <p:nvPr/>
              </p:nvSpPr>
              <p:spPr bwMode="auto">
                <a:xfrm rot="-10800000">
                  <a:off x="2182" y="3079"/>
                  <a:ext cx="392" cy="118"/>
                </a:xfrm>
                <a:custGeom>
                  <a:avLst/>
                  <a:gdLst>
                    <a:gd name="T0" fmla="*/ 0 w 358"/>
                    <a:gd name="T1" fmla="*/ 0 h 107"/>
                    <a:gd name="T2" fmla="*/ 60 w 358"/>
                    <a:gd name="T3" fmla="*/ 48 h 107"/>
                    <a:gd name="T4" fmla="*/ 120 w 358"/>
                    <a:gd name="T5" fmla="*/ 88 h 107"/>
                    <a:gd name="T6" fmla="*/ 176 w 358"/>
                    <a:gd name="T7" fmla="*/ 106 h 107"/>
                    <a:gd name="T8" fmla="*/ 232 w 358"/>
                    <a:gd name="T9" fmla="*/ 96 h 107"/>
                    <a:gd name="T10" fmla="*/ 288 w 358"/>
                    <a:gd name="T11" fmla="*/ 58 h 107"/>
                    <a:gd name="T12" fmla="*/ 358 w 358"/>
                    <a:gd name="T13" fmla="*/ 2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58" h="107">
                      <a:moveTo>
                        <a:pt x="0" y="0"/>
                      </a:moveTo>
                      <a:cubicBezTo>
                        <a:pt x="10" y="8"/>
                        <a:pt x="40" y="33"/>
                        <a:pt x="60" y="48"/>
                      </a:cubicBezTo>
                      <a:cubicBezTo>
                        <a:pt x="80" y="63"/>
                        <a:pt x="101" y="78"/>
                        <a:pt x="120" y="88"/>
                      </a:cubicBezTo>
                      <a:cubicBezTo>
                        <a:pt x="139" y="98"/>
                        <a:pt x="157" y="105"/>
                        <a:pt x="176" y="106"/>
                      </a:cubicBezTo>
                      <a:cubicBezTo>
                        <a:pt x="195" y="107"/>
                        <a:pt x="213" y="104"/>
                        <a:pt x="232" y="96"/>
                      </a:cubicBezTo>
                      <a:cubicBezTo>
                        <a:pt x="251" y="88"/>
                        <a:pt x="267" y="74"/>
                        <a:pt x="288" y="58"/>
                      </a:cubicBezTo>
                      <a:cubicBezTo>
                        <a:pt x="309" y="42"/>
                        <a:pt x="344" y="14"/>
                        <a:pt x="358" y="2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" name="Group 223"/>
              <p:cNvGrpSpPr/>
              <p:nvPr/>
            </p:nvGrpSpPr>
            <p:grpSpPr bwMode="auto">
              <a:xfrm>
                <a:off x="2891" y="2710"/>
                <a:ext cx="516" cy="524"/>
                <a:chOff x="2891" y="2710"/>
                <a:chExt cx="516" cy="524"/>
              </a:xfrm>
            </p:grpSpPr>
            <p:sp>
              <p:nvSpPr>
                <p:cNvPr id="73" name="Oval 144"/>
                <p:cNvSpPr>
                  <a:spLocks noChangeArrowheads="1"/>
                </p:cNvSpPr>
                <p:nvPr/>
              </p:nvSpPr>
              <p:spPr bwMode="auto">
                <a:xfrm>
                  <a:off x="2926" y="2749"/>
                  <a:ext cx="439" cy="439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4" name="Line 145"/>
                <p:cNvSpPr>
                  <a:spLocks noChangeShapeType="1"/>
                </p:cNvSpPr>
                <p:nvPr/>
              </p:nvSpPr>
              <p:spPr bwMode="auto">
                <a:xfrm>
                  <a:off x="2891" y="2968"/>
                  <a:ext cx="51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5" name="Line 146"/>
                <p:cNvSpPr>
                  <a:spLocks noChangeShapeType="1"/>
                </p:cNvSpPr>
                <p:nvPr/>
              </p:nvSpPr>
              <p:spPr bwMode="auto">
                <a:xfrm flipV="1">
                  <a:off x="3147" y="2710"/>
                  <a:ext cx="0" cy="5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76" name="Group 147"/>
                <p:cNvGrpSpPr/>
                <p:nvPr/>
              </p:nvGrpSpPr>
              <p:grpSpPr bwMode="auto">
                <a:xfrm rot="-5400000">
                  <a:off x="3117" y="3049"/>
                  <a:ext cx="62" cy="40"/>
                  <a:chOff x="323" y="2487"/>
                  <a:chExt cx="61" cy="36"/>
                </a:xfrm>
              </p:grpSpPr>
              <p:sp>
                <p:nvSpPr>
                  <p:cNvPr id="88" name="Line 148"/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9" name="Line 149"/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77" name="Group 150"/>
                <p:cNvGrpSpPr/>
                <p:nvPr/>
              </p:nvGrpSpPr>
              <p:grpSpPr bwMode="auto">
                <a:xfrm rot="-10800000">
                  <a:off x="3029" y="2949"/>
                  <a:ext cx="62" cy="39"/>
                  <a:chOff x="323" y="2487"/>
                  <a:chExt cx="61" cy="36"/>
                </a:xfrm>
              </p:grpSpPr>
              <p:sp>
                <p:nvSpPr>
                  <p:cNvPr id="86" name="Line 151"/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7" name="Line 152"/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8" name="Line 214"/>
                <p:cNvSpPr>
                  <a:spLocks noChangeShapeType="1"/>
                </p:cNvSpPr>
                <p:nvPr/>
              </p:nvSpPr>
              <p:spPr bwMode="auto">
                <a:xfrm>
                  <a:off x="2960" y="2864"/>
                  <a:ext cx="0" cy="2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" name="Line 215"/>
                <p:cNvSpPr>
                  <a:spLocks noChangeShapeType="1"/>
                </p:cNvSpPr>
                <p:nvPr/>
              </p:nvSpPr>
              <p:spPr bwMode="auto">
                <a:xfrm>
                  <a:off x="3330" y="2850"/>
                  <a:ext cx="0" cy="2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80" name="Group 219"/>
                <p:cNvGrpSpPr/>
                <p:nvPr/>
              </p:nvGrpSpPr>
              <p:grpSpPr bwMode="auto">
                <a:xfrm>
                  <a:off x="2946" y="2922"/>
                  <a:ext cx="40" cy="88"/>
                  <a:chOff x="2946" y="2922"/>
                  <a:chExt cx="40" cy="88"/>
                </a:xfrm>
              </p:grpSpPr>
              <p:sp>
                <p:nvSpPr>
                  <p:cNvPr id="84" name="Line 217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966" y="2990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5" name="Line 218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967" y="2902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81" name="Group 220"/>
                <p:cNvGrpSpPr/>
                <p:nvPr/>
              </p:nvGrpSpPr>
              <p:grpSpPr bwMode="auto">
                <a:xfrm>
                  <a:off x="3303" y="2925"/>
                  <a:ext cx="40" cy="88"/>
                  <a:chOff x="2946" y="2922"/>
                  <a:chExt cx="40" cy="88"/>
                </a:xfrm>
              </p:grpSpPr>
              <p:sp>
                <p:nvSpPr>
                  <p:cNvPr id="82" name="Line 221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966" y="2990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3" name="Line 222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967" y="2902"/>
                    <a:ext cx="0" cy="39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67" name="Group 306"/>
            <p:cNvGrpSpPr/>
            <p:nvPr/>
          </p:nvGrpSpPr>
          <p:grpSpPr bwMode="auto">
            <a:xfrm>
              <a:off x="3042" y="2748"/>
              <a:ext cx="376" cy="440"/>
              <a:chOff x="1399" y="2749"/>
              <a:chExt cx="376" cy="440"/>
            </a:xfrm>
          </p:grpSpPr>
          <p:sp>
            <p:nvSpPr>
              <p:cNvPr id="68" name="Arc 307"/>
              <p:cNvSpPr/>
              <p:nvPr/>
            </p:nvSpPr>
            <p:spPr bwMode="auto">
              <a:xfrm flipH="1" flipV="1">
                <a:off x="1399" y="2749"/>
                <a:ext cx="373" cy="219"/>
              </a:xfrm>
              <a:custGeom>
                <a:avLst/>
                <a:gdLst>
                  <a:gd name="G0" fmla="+- 18335 0 0"/>
                  <a:gd name="G1" fmla="+- 0 0 0"/>
                  <a:gd name="G2" fmla="+- 21600 0 0"/>
                  <a:gd name="T0" fmla="*/ 36799 w 36799"/>
                  <a:gd name="T1" fmla="*/ 11209 h 21600"/>
                  <a:gd name="T2" fmla="*/ 0 w 36799"/>
                  <a:gd name="T3" fmla="*/ 11418 h 21600"/>
                  <a:gd name="T4" fmla="*/ 18335 w 36799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799" h="21600" fill="none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</a:path>
                  <a:path w="36799" h="21600" stroke="0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  <a:lnTo>
                      <a:pt x="18335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" name="Arc 308"/>
              <p:cNvSpPr/>
              <p:nvPr/>
            </p:nvSpPr>
            <p:spPr bwMode="auto">
              <a:xfrm rot="-10800000" flipH="1" flipV="1">
                <a:off x="1402" y="2970"/>
                <a:ext cx="373" cy="219"/>
              </a:xfrm>
              <a:custGeom>
                <a:avLst/>
                <a:gdLst>
                  <a:gd name="G0" fmla="+- 18335 0 0"/>
                  <a:gd name="G1" fmla="+- 0 0 0"/>
                  <a:gd name="G2" fmla="+- 21600 0 0"/>
                  <a:gd name="T0" fmla="*/ 36799 w 36799"/>
                  <a:gd name="T1" fmla="*/ 11209 h 21600"/>
                  <a:gd name="T2" fmla="*/ 0 w 36799"/>
                  <a:gd name="T3" fmla="*/ 11418 h 21600"/>
                  <a:gd name="T4" fmla="*/ 18335 w 36799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799" h="21600" fill="none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</a:path>
                  <a:path w="36799" h="21600" stroke="0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  <a:lnTo>
                      <a:pt x="18335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30" name="Group 312"/>
          <p:cNvGrpSpPr/>
          <p:nvPr/>
        </p:nvGrpSpPr>
        <p:grpSpPr bwMode="auto">
          <a:xfrm>
            <a:off x="5921375" y="3687763"/>
            <a:ext cx="2266950" cy="2136775"/>
            <a:chOff x="3730" y="2610"/>
            <a:chExt cx="1428" cy="1346"/>
          </a:xfrm>
        </p:grpSpPr>
        <p:grpSp>
          <p:nvGrpSpPr>
            <p:cNvPr id="131" name="Group 300"/>
            <p:cNvGrpSpPr/>
            <p:nvPr/>
          </p:nvGrpSpPr>
          <p:grpSpPr bwMode="auto">
            <a:xfrm>
              <a:off x="3730" y="2610"/>
              <a:ext cx="1428" cy="1346"/>
              <a:chOff x="3730" y="2610"/>
              <a:chExt cx="1428" cy="1346"/>
            </a:xfrm>
          </p:grpSpPr>
          <p:grpSp>
            <p:nvGrpSpPr>
              <p:cNvPr id="135" name="Group 256"/>
              <p:cNvGrpSpPr/>
              <p:nvPr/>
            </p:nvGrpSpPr>
            <p:grpSpPr bwMode="auto">
              <a:xfrm>
                <a:off x="3743" y="2610"/>
                <a:ext cx="700" cy="702"/>
                <a:chOff x="3743" y="2610"/>
                <a:chExt cx="700" cy="702"/>
              </a:xfrm>
            </p:grpSpPr>
            <p:sp>
              <p:nvSpPr>
                <p:cNvPr id="192" name="Rectangle 166"/>
                <p:cNvSpPr>
                  <a:spLocks noChangeArrowheads="1"/>
                </p:cNvSpPr>
                <p:nvPr/>
              </p:nvSpPr>
              <p:spPr bwMode="auto">
                <a:xfrm>
                  <a:off x="3784" y="2642"/>
                  <a:ext cx="610" cy="63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3" name="Line 168"/>
                <p:cNvSpPr>
                  <a:spLocks noChangeShapeType="1"/>
                </p:cNvSpPr>
                <p:nvPr/>
              </p:nvSpPr>
              <p:spPr bwMode="auto">
                <a:xfrm flipV="1">
                  <a:off x="4095" y="2610"/>
                  <a:ext cx="0" cy="7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" name="Line 169"/>
                <p:cNvSpPr>
                  <a:spLocks noChangeShapeType="1"/>
                </p:cNvSpPr>
                <p:nvPr/>
              </p:nvSpPr>
              <p:spPr bwMode="auto">
                <a:xfrm>
                  <a:off x="3743" y="2965"/>
                  <a:ext cx="7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" name="Line 171"/>
                <p:cNvSpPr>
                  <a:spLocks noChangeShapeType="1"/>
                </p:cNvSpPr>
                <p:nvPr/>
              </p:nvSpPr>
              <p:spPr bwMode="auto">
                <a:xfrm flipH="1">
                  <a:off x="3786" y="2739"/>
                  <a:ext cx="11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6" name="Line 173"/>
                <p:cNvSpPr>
                  <a:spLocks noChangeShapeType="1"/>
                </p:cNvSpPr>
                <p:nvPr/>
              </p:nvSpPr>
              <p:spPr bwMode="auto">
                <a:xfrm>
                  <a:off x="3786" y="3187"/>
                  <a:ext cx="11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7" name="Line 175"/>
                <p:cNvSpPr>
                  <a:spLocks noChangeShapeType="1"/>
                </p:cNvSpPr>
                <p:nvPr/>
              </p:nvSpPr>
              <p:spPr bwMode="auto">
                <a:xfrm>
                  <a:off x="4276" y="2739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8" name="Line 177"/>
                <p:cNvSpPr>
                  <a:spLocks noChangeShapeType="1"/>
                </p:cNvSpPr>
                <p:nvPr/>
              </p:nvSpPr>
              <p:spPr bwMode="auto">
                <a:xfrm flipH="1">
                  <a:off x="4274" y="3187"/>
                  <a:ext cx="12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9" name="Freeform 178"/>
                <p:cNvSpPr/>
                <p:nvPr/>
              </p:nvSpPr>
              <p:spPr bwMode="auto">
                <a:xfrm>
                  <a:off x="3902" y="2737"/>
                  <a:ext cx="376" cy="115"/>
                </a:xfrm>
                <a:custGeom>
                  <a:avLst/>
                  <a:gdLst>
                    <a:gd name="T0" fmla="*/ 0 w 376"/>
                    <a:gd name="T1" fmla="*/ 0 h 115"/>
                    <a:gd name="T2" fmla="*/ 62 w 376"/>
                    <a:gd name="T3" fmla="*/ 50 h 115"/>
                    <a:gd name="T4" fmla="*/ 127 w 376"/>
                    <a:gd name="T5" fmla="*/ 94 h 115"/>
                    <a:gd name="T6" fmla="*/ 189 w 376"/>
                    <a:gd name="T7" fmla="*/ 114 h 115"/>
                    <a:gd name="T8" fmla="*/ 250 w 376"/>
                    <a:gd name="T9" fmla="*/ 103 h 115"/>
                    <a:gd name="T10" fmla="*/ 311 w 376"/>
                    <a:gd name="T11" fmla="*/ 61 h 115"/>
                    <a:gd name="T12" fmla="*/ 376 w 376"/>
                    <a:gd name="T13" fmla="*/ 2 h 1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76" h="115">
                      <a:moveTo>
                        <a:pt x="0" y="0"/>
                      </a:moveTo>
                      <a:cubicBezTo>
                        <a:pt x="10" y="8"/>
                        <a:pt x="41" y="34"/>
                        <a:pt x="62" y="50"/>
                      </a:cubicBezTo>
                      <a:cubicBezTo>
                        <a:pt x="83" y="66"/>
                        <a:pt x="107" y="83"/>
                        <a:pt x="127" y="94"/>
                      </a:cubicBezTo>
                      <a:cubicBezTo>
                        <a:pt x="148" y="105"/>
                        <a:pt x="168" y="113"/>
                        <a:pt x="189" y="114"/>
                      </a:cubicBezTo>
                      <a:cubicBezTo>
                        <a:pt x="210" y="115"/>
                        <a:pt x="229" y="112"/>
                        <a:pt x="250" y="103"/>
                      </a:cubicBezTo>
                      <a:cubicBezTo>
                        <a:pt x="271" y="94"/>
                        <a:pt x="290" y="78"/>
                        <a:pt x="311" y="61"/>
                      </a:cubicBezTo>
                      <a:cubicBezTo>
                        <a:pt x="332" y="44"/>
                        <a:pt x="362" y="14"/>
                        <a:pt x="376" y="2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0" name="Freeform 179"/>
                <p:cNvSpPr/>
                <p:nvPr/>
              </p:nvSpPr>
              <p:spPr bwMode="auto">
                <a:xfrm>
                  <a:off x="3903" y="3075"/>
                  <a:ext cx="372" cy="114"/>
                </a:xfrm>
                <a:custGeom>
                  <a:avLst/>
                  <a:gdLst>
                    <a:gd name="T0" fmla="*/ 372 w 372"/>
                    <a:gd name="T1" fmla="*/ 114 h 114"/>
                    <a:gd name="T2" fmla="*/ 320 w 372"/>
                    <a:gd name="T3" fmla="*/ 65 h 114"/>
                    <a:gd name="T4" fmla="*/ 255 w 372"/>
                    <a:gd name="T5" fmla="*/ 21 h 114"/>
                    <a:gd name="T6" fmla="*/ 193 w 372"/>
                    <a:gd name="T7" fmla="*/ 1 h 114"/>
                    <a:gd name="T8" fmla="*/ 132 w 372"/>
                    <a:gd name="T9" fmla="*/ 12 h 114"/>
                    <a:gd name="T10" fmla="*/ 71 w 372"/>
                    <a:gd name="T11" fmla="*/ 54 h 114"/>
                    <a:gd name="T12" fmla="*/ 0 w 372"/>
                    <a:gd name="T13" fmla="*/ 113 h 1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72" h="114">
                      <a:moveTo>
                        <a:pt x="372" y="114"/>
                      </a:moveTo>
                      <a:cubicBezTo>
                        <a:pt x="364" y="106"/>
                        <a:pt x="339" y="80"/>
                        <a:pt x="320" y="65"/>
                      </a:cubicBezTo>
                      <a:cubicBezTo>
                        <a:pt x="301" y="50"/>
                        <a:pt x="275" y="32"/>
                        <a:pt x="255" y="21"/>
                      </a:cubicBezTo>
                      <a:cubicBezTo>
                        <a:pt x="234" y="10"/>
                        <a:pt x="214" y="2"/>
                        <a:pt x="193" y="1"/>
                      </a:cubicBezTo>
                      <a:cubicBezTo>
                        <a:pt x="172" y="0"/>
                        <a:pt x="153" y="3"/>
                        <a:pt x="132" y="12"/>
                      </a:cubicBezTo>
                      <a:cubicBezTo>
                        <a:pt x="111" y="21"/>
                        <a:pt x="93" y="37"/>
                        <a:pt x="71" y="54"/>
                      </a:cubicBezTo>
                      <a:cubicBezTo>
                        <a:pt x="49" y="71"/>
                        <a:pt x="15" y="101"/>
                        <a:pt x="0" y="113"/>
                      </a:cubicBezTo>
                    </a:path>
                  </a:pathLst>
                </a:custGeom>
                <a:noFill/>
                <a:ln w="9525" cmpd="sng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01" name="Group 180"/>
                <p:cNvGrpSpPr/>
                <p:nvPr/>
              </p:nvGrpSpPr>
              <p:grpSpPr bwMode="auto">
                <a:xfrm>
                  <a:off x="3886" y="2947"/>
                  <a:ext cx="61" cy="39"/>
                  <a:chOff x="323" y="2487"/>
                  <a:chExt cx="61" cy="36"/>
                </a:xfrm>
              </p:grpSpPr>
              <p:sp>
                <p:nvSpPr>
                  <p:cNvPr id="237" name="Line 181"/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8" name="Line 182"/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02" name="Group 183"/>
                <p:cNvGrpSpPr/>
                <p:nvPr/>
              </p:nvGrpSpPr>
              <p:grpSpPr bwMode="auto">
                <a:xfrm>
                  <a:off x="4239" y="2947"/>
                  <a:ext cx="62" cy="39"/>
                  <a:chOff x="323" y="2487"/>
                  <a:chExt cx="61" cy="36"/>
                </a:xfrm>
              </p:grpSpPr>
              <p:sp>
                <p:nvSpPr>
                  <p:cNvPr id="235" name="Line 184"/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" name="Line 185"/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03" name="Group 186"/>
                <p:cNvGrpSpPr/>
                <p:nvPr/>
              </p:nvGrpSpPr>
              <p:grpSpPr bwMode="auto">
                <a:xfrm rot="-5400000">
                  <a:off x="4063" y="3142"/>
                  <a:ext cx="62" cy="40"/>
                  <a:chOff x="323" y="2487"/>
                  <a:chExt cx="61" cy="36"/>
                </a:xfrm>
              </p:grpSpPr>
              <p:sp>
                <p:nvSpPr>
                  <p:cNvPr id="233" name="Line 187"/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4" name="Line 188"/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04" name="Group 189"/>
                <p:cNvGrpSpPr/>
                <p:nvPr/>
              </p:nvGrpSpPr>
              <p:grpSpPr bwMode="auto">
                <a:xfrm rot="-5400000">
                  <a:off x="4065" y="2731"/>
                  <a:ext cx="62" cy="40"/>
                  <a:chOff x="323" y="2487"/>
                  <a:chExt cx="61" cy="36"/>
                </a:xfrm>
              </p:grpSpPr>
              <p:sp>
                <p:nvSpPr>
                  <p:cNvPr id="231" name="Line 190"/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2" name="Line 191"/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05" name="Line 227"/>
                <p:cNvSpPr>
                  <a:spLocks noChangeShapeType="1"/>
                </p:cNvSpPr>
                <p:nvPr/>
              </p:nvSpPr>
              <p:spPr bwMode="auto">
                <a:xfrm>
                  <a:off x="3904" y="264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6" name="Line 228"/>
                <p:cNvSpPr>
                  <a:spLocks noChangeShapeType="1"/>
                </p:cNvSpPr>
                <p:nvPr/>
              </p:nvSpPr>
              <p:spPr bwMode="auto">
                <a:xfrm>
                  <a:off x="3904" y="3187"/>
                  <a:ext cx="0" cy="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7" name="Line 229"/>
                <p:cNvSpPr>
                  <a:spLocks noChangeShapeType="1"/>
                </p:cNvSpPr>
                <p:nvPr/>
              </p:nvSpPr>
              <p:spPr bwMode="auto">
                <a:xfrm>
                  <a:off x="4276" y="2638"/>
                  <a:ext cx="0" cy="10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8" name="Line 230"/>
                <p:cNvSpPr>
                  <a:spLocks noChangeShapeType="1"/>
                </p:cNvSpPr>
                <p:nvPr/>
              </p:nvSpPr>
              <p:spPr bwMode="auto">
                <a:xfrm>
                  <a:off x="4276" y="3187"/>
                  <a:ext cx="0" cy="9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9" name="Line 232"/>
                <p:cNvSpPr>
                  <a:spLocks noChangeShapeType="1"/>
                </p:cNvSpPr>
                <p:nvPr/>
              </p:nvSpPr>
              <p:spPr bwMode="auto">
                <a:xfrm>
                  <a:off x="3890" y="2694"/>
                  <a:ext cx="31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0" name="Line 233"/>
                <p:cNvSpPr>
                  <a:spLocks noChangeShapeType="1"/>
                </p:cNvSpPr>
                <p:nvPr/>
              </p:nvSpPr>
              <p:spPr bwMode="auto">
                <a:xfrm>
                  <a:off x="3848" y="2724"/>
                  <a:ext cx="0" cy="33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1" name="Line 234"/>
                <p:cNvSpPr>
                  <a:spLocks noChangeShapeType="1"/>
                </p:cNvSpPr>
                <p:nvPr/>
              </p:nvSpPr>
              <p:spPr bwMode="auto">
                <a:xfrm>
                  <a:off x="4332" y="2726"/>
                  <a:ext cx="0" cy="33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2" name="Line 235"/>
                <p:cNvSpPr>
                  <a:spLocks noChangeShapeType="1"/>
                </p:cNvSpPr>
                <p:nvPr/>
              </p:nvSpPr>
              <p:spPr bwMode="auto">
                <a:xfrm>
                  <a:off x="4263" y="2698"/>
                  <a:ext cx="31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3" name="Line 236"/>
                <p:cNvSpPr>
                  <a:spLocks noChangeShapeType="1"/>
                </p:cNvSpPr>
                <p:nvPr/>
              </p:nvSpPr>
              <p:spPr bwMode="auto">
                <a:xfrm>
                  <a:off x="3886" y="3229"/>
                  <a:ext cx="31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4" name="Line 237"/>
                <p:cNvSpPr>
                  <a:spLocks noChangeShapeType="1"/>
                </p:cNvSpPr>
                <p:nvPr/>
              </p:nvSpPr>
              <p:spPr bwMode="auto">
                <a:xfrm>
                  <a:off x="4259" y="3233"/>
                  <a:ext cx="31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" name="Line 238"/>
                <p:cNvSpPr>
                  <a:spLocks noChangeShapeType="1"/>
                </p:cNvSpPr>
                <p:nvPr/>
              </p:nvSpPr>
              <p:spPr bwMode="auto">
                <a:xfrm>
                  <a:off x="3846" y="3173"/>
                  <a:ext cx="0" cy="33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6" name="Line 239"/>
                <p:cNvSpPr>
                  <a:spLocks noChangeShapeType="1"/>
                </p:cNvSpPr>
                <p:nvPr/>
              </p:nvSpPr>
              <p:spPr bwMode="auto">
                <a:xfrm>
                  <a:off x="4332" y="3175"/>
                  <a:ext cx="0" cy="33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17" name="Group 248"/>
                <p:cNvGrpSpPr/>
                <p:nvPr/>
              </p:nvGrpSpPr>
              <p:grpSpPr bwMode="auto">
                <a:xfrm>
                  <a:off x="3942" y="2766"/>
                  <a:ext cx="305" cy="95"/>
                  <a:chOff x="3942" y="2766"/>
                  <a:chExt cx="305" cy="95"/>
                </a:xfrm>
              </p:grpSpPr>
              <p:sp>
                <p:nvSpPr>
                  <p:cNvPr id="225" name="Line 24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42" y="2768"/>
                    <a:ext cx="15" cy="19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" name="Line 24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98" y="2802"/>
                    <a:ext cx="15" cy="24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" name="Line 24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059" y="2831"/>
                    <a:ext cx="8" cy="30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8" name="Line 243"/>
                  <p:cNvSpPr>
                    <a:spLocks noChangeShapeType="1"/>
                  </p:cNvSpPr>
                  <p:nvPr/>
                </p:nvSpPr>
                <p:spPr bwMode="auto">
                  <a:xfrm>
                    <a:off x="4127" y="2831"/>
                    <a:ext cx="9" cy="26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" name="Line 245"/>
                  <p:cNvSpPr>
                    <a:spLocks noChangeShapeType="1"/>
                  </p:cNvSpPr>
                  <p:nvPr/>
                </p:nvSpPr>
                <p:spPr bwMode="auto">
                  <a:xfrm>
                    <a:off x="4182" y="2802"/>
                    <a:ext cx="18" cy="21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" name="Line 247"/>
                  <p:cNvSpPr>
                    <a:spLocks noChangeShapeType="1"/>
                  </p:cNvSpPr>
                  <p:nvPr/>
                </p:nvSpPr>
                <p:spPr bwMode="auto">
                  <a:xfrm>
                    <a:off x="4233" y="2766"/>
                    <a:ext cx="14" cy="14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18" name="Group 249"/>
                <p:cNvGrpSpPr/>
                <p:nvPr/>
              </p:nvGrpSpPr>
              <p:grpSpPr bwMode="auto">
                <a:xfrm rot="-10800000">
                  <a:off x="3941" y="3065"/>
                  <a:ext cx="305" cy="95"/>
                  <a:chOff x="3942" y="2766"/>
                  <a:chExt cx="305" cy="95"/>
                </a:xfrm>
              </p:grpSpPr>
              <p:sp>
                <p:nvSpPr>
                  <p:cNvPr id="219" name="Line 25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42" y="2768"/>
                    <a:ext cx="15" cy="19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0" name="Line 25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998" y="2802"/>
                    <a:ext cx="15" cy="24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1" name="Line 25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059" y="2831"/>
                    <a:ext cx="8" cy="30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2" name="Line 253"/>
                  <p:cNvSpPr>
                    <a:spLocks noChangeShapeType="1"/>
                  </p:cNvSpPr>
                  <p:nvPr/>
                </p:nvSpPr>
                <p:spPr bwMode="auto">
                  <a:xfrm>
                    <a:off x="4127" y="2831"/>
                    <a:ext cx="9" cy="26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3" name="Line 254"/>
                  <p:cNvSpPr>
                    <a:spLocks noChangeShapeType="1"/>
                  </p:cNvSpPr>
                  <p:nvPr/>
                </p:nvSpPr>
                <p:spPr bwMode="auto">
                  <a:xfrm>
                    <a:off x="4182" y="2802"/>
                    <a:ext cx="18" cy="21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4" name="Line 255"/>
                  <p:cNvSpPr>
                    <a:spLocks noChangeShapeType="1"/>
                  </p:cNvSpPr>
                  <p:nvPr/>
                </p:nvSpPr>
                <p:spPr bwMode="auto">
                  <a:xfrm>
                    <a:off x="4233" y="2766"/>
                    <a:ext cx="14" cy="14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36" name="Group 279"/>
              <p:cNvGrpSpPr/>
              <p:nvPr/>
            </p:nvGrpSpPr>
            <p:grpSpPr bwMode="auto">
              <a:xfrm>
                <a:off x="4563" y="2611"/>
                <a:ext cx="595" cy="702"/>
                <a:chOff x="4563" y="2611"/>
                <a:chExt cx="595" cy="702"/>
              </a:xfrm>
            </p:grpSpPr>
            <p:sp>
              <p:nvSpPr>
                <p:cNvPr id="166" name="Rectangle 193"/>
                <p:cNvSpPr>
                  <a:spLocks noChangeArrowheads="1"/>
                </p:cNvSpPr>
                <p:nvPr/>
              </p:nvSpPr>
              <p:spPr bwMode="auto">
                <a:xfrm>
                  <a:off x="4563" y="2643"/>
                  <a:ext cx="595" cy="639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7" name="Oval 194"/>
                <p:cNvSpPr>
                  <a:spLocks noChangeArrowheads="1"/>
                </p:cNvSpPr>
                <p:nvPr/>
              </p:nvSpPr>
              <p:spPr bwMode="auto">
                <a:xfrm>
                  <a:off x="4641" y="2746"/>
                  <a:ext cx="439" cy="439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8" name="Line 195"/>
                <p:cNvSpPr>
                  <a:spLocks noChangeShapeType="1"/>
                </p:cNvSpPr>
                <p:nvPr/>
              </p:nvSpPr>
              <p:spPr bwMode="auto">
                <a:xfrm>
                  <a:off x="4606" y="2965"/>
                  <a:ext cx="51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9" name="Line 196"/>
                <p:cNvSpPr>
                  <a:spLocks noChangeShapeType="1"/>
                </p:cNvSpPr>
                <p:nvPr/>
              </p:nvSpPr>
              <p:spPr bwMode="auto">
                <a:xfrm flipV="1">
                  <a:off x="4862" y="2611"/>
                  <a:ext cx="0" cy="70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70" name="Group 197"/>
                <p:cNvGrpSpPr/>
                <p:nvPr/>
              </p:nvGrpSpPr>
              <p:grpSpPr bwMode="auto">
                <a:xfrm rot="-5400000">
                  <a:off x="4832" y="3046"/>
                  <a:ext cx="62" cy="40"/>
                  <a:chOff x="323" y="2487"/>
                  <a:chExt cx="61" cy="36"/>
                </a:xfrm>
              </p:grpSpPr>
              <p:sp>
                <p:nvSpPr>
                  <p:cNvPr id="190" name="Line 198"/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1" name="Line 199"/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71" name="Group 200"/>
                <p:cNvGrpSpPr/>
                <p:nvPr/>
              </p:nvGrpSpPr>
              <p:grpSpPr bwMode="auto">
                <a:xfrm rot="-10800000">
                  <a:off x="4732" y="2946"/>
                  <a:ext cx="62" cy="39"/>
                  <a:chOff x="323" y="2487"/>
                  <a:chExt cx="61" cy="36"/>
                </a:xfrm>
              </p:grpSpPr>
              <p:sp>
                <p:nvSpPr>
                  <p:cNvPr id="188" name="Line 201"/>
                  <p:cNvSpPr>
                    <a:spLocks noChangeShapeType="1"/>
                  </p:cNvSpPr>
                  <p:nvPr/>
                </p:nvSpPr>
                <p:spPr bwMode="auto">
                  <a:xfrm>
                    <a:off x="323" y="2487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9" name="Line 202"/>
                  <p:cNvSpPr>
                    <a:spLocks noChangeShapeType="1"/>
                  </p:cNvSpPr>
                  <p:nvPr/>
                </p:nvSpPr>
                <p:spPr bwMode="auto">
                  <a:xfrm>
                    <a:off x="384" y="2488"/>
                    <a:ext cx="0" cy="35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72" name="Line 259"/>
                <p:cNvSpPr>
                  <a:spLocks noChangeShapeType="1"/>
                </p:cNvSpPr>
                <p:nvPr/>
              </p:nvSpPr>
              <p:spPr bwMode="auto">
                <a:xfrm>
                  <a:off x="4673" y="2646"/>
                  <a:ext cx="0" cy="20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3" name="Line 260"/>
                <p:cNvSpPr>
                  <a:spLocks noChangeShapeType="1"/>
                </p:cNvSpPr>
                <p:nvPr/>
              </p:nvSpPr>
              <p:spPr bwMode="auto">
                <a:xfrm>
                  <a:off x="4674" y="3081"/>
                  <a:ext cx="0" cy="20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" name="Line 261"/>
                <p:cNvSpPr>
                  <a:spLocks noChangeShapeType="1"/>
                </p:cNvSpPr>
                <p:nvPr/>
              </p:nvSpPr>
              <p:spPr bwMode="auto">
                <a:xfrm>
                  <a:off x="5046" y="2643"/>
                  <a:ext cx="0" cy="20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5" name="Line 262"/>
                <p:cNvSpPr>
                  <a:spLocks noChangeShapeType="1"/>
                </p:cNvSpPr>
                <p:nvPr/>
              </p:nvSpPr>
              <p:spPr bwMode="auto">
                <a:xfrm>
                  <a:off x="5046" y="3087"/>
                  <a:ext cx="0" cy="19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76" name="Group 269"/>
                <p:cNvGrpSpPr/>
                <p:nvPr/>
              </p:nvGrpSpPr>
              <p:grpSpPr bwMode="auto">
                <a:xfrm>
                  <a:off x="4651" y="2710"/>
                  <a:ext cx="41" cy="69"/>
                  <a:chOff x="4651" y="2710"/>
                  <a:chExt cx="41" cy="69"/>
                </a:xfrm>
              </p:grpSpPr>
              <p:sp>
                <p:nvSpPr>
                  <p:cNvPr id="186" name="Line 266"/>
                  <p:cNvSpPr>
                    <a:spLocks noChangeShapeType="1"/>
                  </p:cNvSpPr>
                  <p:nvPr/>
                </p:nvSpPr>
                <p:spPr bwMode="auto">
                  <a:xfrm>
                    <a:off x="4654" y="2710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7" name="Line 267"/>
                  <p:cNvSpPr>
                    <a:spLocks noChangeShapeType="1"/>
                  </p:cNvSpPr>
                  <p:nvPr/>
                </p:nvSpPr>
                <p:spPr bwMode="auto">
                  <a:xfrm>
                    <a:off x="4651" y="2779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77" name="Group 270"/>
                <p:cNvGrpSpPr/>
                <p:nvPr/>
              </p:nvGrpSpPr>
              <p:grpSpPr bwMode="auto">
                <a:xfrm>
                  <a:off x="5022" y="2709"/>
                  <a:ext cx="41" cy="69"/>
                  <a:chOff x="4651" y="2710"/>
                  <a:chExt cx="41" cy="69"/>
                </a:xfrm>
              </p:grpSpPr>
              <p:sp>
                <p:nvSpPr>
                  <p:cNvPr id="184" name="Line 271"/>
                  <p:cNvSpPr>
                    <a:spLocks noChangeShapeType="1"/>
                  </p:cNvSpPr>
                  <p:nvPr/>
                </p:nvSpPr>
                <p:spPr bwMode="auto">
                  <a:xfrm>
                    <a:off x="4654" y="2710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5" name="Line 272"/>
                  <p:cNvSpPr>
                    <a:spLocks noChangeShapeType="1"/>
                  </p:cNvSpPr>
                  <p:nvPr/>
                </p:nvSpPr>
                <p:spPr bwMode="auto">
                  <a:xfrm>
                    <a:off x="4651" y="2779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78" name="Group 273"/>
                <p:cNvGrpSpPr/>
                <p:nvPr/>
              </p:nvGrpSpPr>
              <p:grpSpPr bwMode="auto">
                <a:xfrm>
                  <a:off x="4656" y="3157"/>
                  <a:ext cx="41" cy="69"/>
                  <a:chOff x="4651" y="2710"/>
                  <a:chExt cx="41" cy="69"/>
                </a:xfrm>
              </p:grpSpPr>
              <p:sp>
                <p:nvSpPr>
                  <p:cNvPr id="182" name="Line 274"/>
                  <p:cNvSpPr>
                    <a:spLocks noChangeShapeType="1"/>
                  </p:cNvSpPr>
                  <p:nvPr/>
                </p:nvSpPr>
                <p:spPr bwMode="auto">
                  <a:xfrm>
                    <a:off x="4654" y="2710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3" name="Line 275"/>
                  <p:cNvSpPr>
                    <a:spLocks noChangeShapeType="1"/>
                  </p:cNvSpPr>
                  <p:nvPr/>
                </p:nvSpPr>
                <p:spPr bwMode="auto">
                  <a:xfrm>
                    <a:off x="4651" y="2779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79" name="Group 276"/>
                <p:cNvGrpSpPr/>
                <p:nvPr/>
              </p:nvGrpSpPr>
              <p:grpSpPr bwMode="auto">
                <a:xfrm>
                  <a:off x="5027" y="3156"/>
                  <a:ext cx="41" cy="69"/>
                  <a:chOff x="4651" y="2710"/>
                  <a:chExt cx="41" cy="69"/>
                </a:xfrm>
              </p:grpSpPr>
              <p:sp>
                <p:nvSpPr>
                  <p:cNvPr id="180" name="Line 277"/>
                  <p:cNvSpPr>
                    <a:spLocks noChangeShapeType="1"/>
                  </p:cNvSpPr>
                  <p:nvPr/>
                </p:nvSpPr>
                <p:spPr bwMode="auto">
                  <a:xfrm>
                    <a:off x="4654" y="2710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1" name="Line 278"/>
                  <p:cNvSpPr>
                    <a:spLocks noChangeShapeType="1"/>
                  </p:cNvSpPr>
                  <p:nvPr/>
                </p:nvSpPr>
                <p:spPr bwMode="auto">
                  <a:xfrm>
                    <a:off x="4651" y="2779"/>
                    <a:ext cx="38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37" name="Group 299"/>
              <p:cNvGrpSpPr/>
              <p:nvPr/>
            </p:nvGrpSpPr>
            <p:grpSpPr bwMode="auto">
              <a:xfrm>
                <a:off x="3730" y="3361"/>
                <a:ext cx="694" cy="595"/>
                <a:chOff x="3730" y="3361"/>
                <a:chExt cx="694" cy="595"/>
              </a:xfrm>
            </p:grpSpPr>
            <p:sp>
              <p:nvSpPr>
                <p:cNvPr id="138" name="Rectangle 155"/>
                <p:cNvSpPr>
                  <a:spLocks noChangeArrowheads="1"/>
                </p:cNvSpPr>
                <p:nvPr/>
              </p:nvSpPr>
              <p:spPr bwMode="auto">
                <a:xfrm>
                  <a:off x="3775" y="3361"/>
                  <a:ext cx="612" cy="595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9" name="Oval 156"/>
                <p:cNvSpPr>
                  <a:spLocks noChangeArrowheads="1"/>
                </p:cNvSpPr>
                <p:nvPr/>
              </p:nvSpPr>
              <p:spPr bwMode="auto">
                <a:xfrm>
                  <a:off x="3894" y="3476"/>
                  <a:ext cx="371" cy="371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0" name="Line 157"/>
                <p:cNvSpPr>
                  <a:spLocks noChangeShapeType="1"/>
                </p:cNvSpPr>
                <p:nvPr/>
              </p:nvSpPr>
              <p:spPr bwMode="auto">
                <a:xfrm>
                  <a:off x="3730" y="3662"/>
                  <a:ext cx="69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1" name="Line 158"/>
                <p:cNvSpPr>
                  <a:spLocks noChangeShapeType="1"/>
                </p:cNvSpPr>
                <p:nvPr/>
              </p:nvSpPr>
              <p:spPr bwMode="auto">
                <a:xfrm>
                  <a:off x="4083" y="3438"/>
                  <a:ext cx="0" cy="4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42" name="Group 159"/>
                <p:cNvGrpSpPr/>
                <p:nvPr/>
              </p:nvGrpSpPr>
              <p:grpSpPr bwMode="auto">
                <a:xfrm>
                  <a:off x="4065" y="3724"/>
                  <a:ext cx="34" cy="60"/>
                  <a:chOff x="538" y="3398"/>
                  <a:chExt cx="31" cy="55"/>
                </a:xfrm>
              </p:grpSpPr>
              <p:sp>
                <p:nvSpPr>
                  <p:cNvPr id="164" name="Line 160"/>
                  <p:cNvSpPr>
                    <a:spLocks noChangeShapeType="1"/>
                  </p:cNvSpPr>
                  <p:nvPr/>
                </p:nvSpPr>
                <p:spPr bwMode="auto">
                  <a:xfrm>
                    <a:off x="538" y="3398"/>
                    <a:ext cx="3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5" name="Line 161"/>
                  <p:cNvSpPr>
                    <a:spLocks noChangeShapeType="1"/>
                  </p:cNvSpPr>
                  <p:nvPr/>
                </p:nvSpPr>
                <p:spPr bwMode="auto">
                  <a:xfrm>
                    <a:off x="539" y="3453"/>
                    <a:ext cx="3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3" name="Group 162"/>
                <p:cNvGrpSpPr/>
                <p:nvPr/>
              </p:nvGrpSpPr>
              <p:grpSpPr bwMode="auto">
                <a:xfrm>
                  <a:off x="4151" y="3638"/>
                  <a:ext cx="65" cy="45"/>
                  <a:chOff x="616" y="3326"/>
                  <a:chExt cx="59" cy="41"/>
                </a:xfrm>
              </p:grpSpPr>
              <p:sp>
                <p:nvSpPr>
                  <p:cNvPr id="162" name="Line 163"/>
                  <p:cNvSpPr>
                    <a:spLocks noChangeShapeType="1"/>
                  </p:cNvSpPr>
                  <p:nvPr/>
                </p:nvSpPr>
                <p:spPr bwMode="auto">
                  <a:xfrm>
                    <a:off x="616" y="3326"/>
                    <a:ext cx="0" cy="4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3" name="Line 164"/>
                  <p:cNvSpPr>
                    <a:spLocks noChangeShapeType="1"/>
                  </p:cNvSpPr>
                  <p:nvPr/>
                </p:nvSpPr>
                <p:spPr bwMode="auto">
                  <a:xfrm>
                    <a:off x="675" y="3327"/>
                    <a:ext cx="0" cy="40"/>
                  </a:xfrm>
                  <a:prstGeom prst="line">
                    <a:avLst/>
                  </a:prstGeom>
                  <a:noFill/>
                  <a:ln w="38100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44" name="Line 281"/>
                <p:cNvSpPr>
                  <a:spLocks noChangeShapeType="1"/>
                </p:cNvSpPr>
                <p:nvPr/>
              </p:nvSpPr>
              <p:spPr bwMode="auto">
                <a:xfrm>
                  <a:off x="3774" y="3440"/>
                  <a:ext cx="61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5" name="Line 282"/>
                <p:cNvSpPr>
                  <a:spLocks noChangeShapeType="1"/>
                </p:cNvSpPr>
                <p:nvPr/>
              </p:nvSpPr>
              <p:spPr bwMode="auto">
                <a:xfrm>
                  <a:off x="3772" y="3880"/>
                  <a:ext cx="61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46" name="Group 290"/>
                <p:cNvGrpSpPr/>
                <p:nvPr/>
              </p:nvGrpSpPr>
              <p:grpSpPr bwMode="auto">
                <a:xfrm>
                  <a:off x="3858" y="3415"/>
                  <a:ext cx="462" cy="45"/>
                  <a:chOff x="3858" y="3415"/>
                  <a:chExt cx="462" cy="45"/>
                </a:xfrm>
              </p:grpSpPr>
              <p:sp>
                <p:nvSpPr>
                  <p:cNvPr id="155" name="Line 283"/>
                  <p:cNvSpPr>
                    <a:spLocks noChangeShapeType="1"/>
                  </p:cNvSpPr>
                  <p:nvPr/>
                </p:nvSpPr>
                <p:spPr bwMode="auto">
                  <a:xfrm>
                    <a:off x="3858" y="3418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" name="Line 284"/>
                  <p:cNvSpPr>
                    <a:spLocks noChangeShapeType="1"/>
                  </p:cNvSpPr>
                  <p:nvPr/>
                </p:nvSpPr>
                <p:spPr bwMode="auto">
                  <a:xfrm>
                    <a:off x="4015" y="3417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" name="Line 285"/>
                  <p:cNvSpPr>
                    <a:spLocks noChangeShapeType="1"/>
                  </p:cNvSpPr>
                  <p:nvPr/>
                </p:nvSpPr>
                <p:spPr bwMode="auto">
                  <a:xfrm>
                    <a:off x="3938" y="3420"/>
                    <a:ext cx="0" cy="40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" name="Line 286"/>
                  <p:cNvSpPr>
                    <a:spLocks noChangeShapeType="1"/>
                  </p:cNvSpPr>
                  <p:nvPr/>
                </p:nvSpPr>
                <p:spPr bwMode="auto">
                  <a:xfrm>
                    <a:off x="4095" y="3415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9" name="Line 287"/>
                  <p:cNvSpPr>
                    <a:spLocks noChangeShapeType="1"/>
                  </p:cNvSpPr>
                  <p:nvPr/>
                </p:nvSpPr>
                <p:spPr bwMode="auto">
                  <a:xfrm>
                    <a:off x="4174" y="3418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0" name="Line 288"/>
                  <p:cNvSpPr>
                    <a:spLocks noChangeShapeType="1"/>
                  </p:cNvSpPr>
                  <p:nvPr/>
                </p:nvSpPr>
                <p:spPr bwMode="auto">
                  <a:xfrm>
                    <a:off x="4251" y="3417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1" name="Line 289"/>
                  <p:cNvSpPr>
                    <a:spLocks noChangeShapeType="1"/>
                  </p:cNvSpPr>
                  <p:nvPr/>
                </p:nvSpPr>
                <p:spPr bwMode="auto">
                  <a:xfrm>
                    <a:off x="4320" y="3418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7" name="Group 291"/>
                <p:cNvGrpSpPr/>
                <p:nvPr/>
              </p:nvGrpSpPr>
              <p:grpSpPr bwMode="auto">
                <a:xfrm>
                  <a:off x="3859" y="3854"/>
                  <a:ext cx="462" cy="45"/>
                  <a:chOff x="3858" y="3415"/>
                  <a:chExt cx="462" cy="45"/>
                </a:xfrm>
              </p:grpSpPr>
              <p:sp>
                <p:nvSpPr>
                  <p:cNvPr id="148" name="Line 292"/>
                  <p:cNvSpPr>
                    <a:spLocks noChangeShapeType="1"/>
                  </p:cNvSpPr>
                  <p:nvPr/>
                </p:nvSpPr>
                <p:spPr bwMode="auto">
                  <a:xfrm>
                    <a:off x="3858" y="3418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9" name="Line 293"/>
                  <p:cNvSpPr>
                    <a:spLocks noChangeShapeType="1"/>
                  </p:cNvSpPr>
                  <p:nvPr/>
                </p:nvSpPr>
                <p:spPr bwMode="auto">
                  <a:xfrm>
                    <a:off x="4015" y="3417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" name="Line 294"/>
                  <p:cNvSpPr>
                    <a:spLocks noChangeShapeType="1"/>
                  </p:cNvSpPr>
                  <p:nvPr/>
                </p:nvSpPr>
                <p:spPr bwMode="auto">
                  <a:xfrm>
                    <a:off x="3938" y="3420"/>
                    <a:ext cx="0" cy="40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1" name="Line 295"/>
                  <p:cNvSpPr>
                    <a:spLocks noChangeShapeType="1"/>
                  </p:cNvSpPr>
                  <p:nvPr/>
                </p:nvSpPr>
                <p:spPr bwMode="auto">
                  <a:xfrm>
                    <a:off x="4095" y="3415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2" name="Line 296"/>
                  <p:cNvSpPr>
                    <a:spLocks noChangeShapeType="1"/>
                  </p:cNvSpPr>
                  <p:nvPr/>
                </p:nvSpPr>
                <p:spPr bwMode="auto">
                  <a:xfrm>
                    <a:off x="4174" y="3418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3" name="Line 297"/>
                  <p:cNvSpPr>
                    <a:spLocks noChangeShapeType="1"/>
                  </p:cNvSpPr>
                  <p:nvPr/>
                </p:nvSpPr>
                <p:spPr bwMode="auto">
                  <a:xfrm>
                    <a:off x="4251" y="3417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" name="Line 298"/>
                  <p:cNvSpPr>
                    <a:spLocks noChangeShapeType="1"/>
                  </p:cNvSpPr>
                  <p:nvPr/>
                </p:nvSpPr>
                <p:spPr bwMode="auto">
                  <a:xfrm>
                    <a:off x="4320" y="3418"/>
                    <a:ext cx="0" cy="42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132" name="Group 309"/>
            <p:cNvGrpSpPr/>
            <p:nvPr/>
          </p:nvGrpSpPr>
          <p:grpSpPr bwMode="auto">
            <a:xfrm>
              <a:off x="4673" y="2744"/>
              <a:ext cx="376" cy="440"/>
              <a:chOff x="1399" y="2749"/>
              <a:chExt cx="376" cy="440"/>
            </a:xfrm>
          </p:grpSpPr>
          <p:sp>
            <p:nvSpPr>
              <p:cNvPr id="133" name="Arc 310"/>
              <p:cNvSpPr/>
              <p:nvPr/>
            </p:nvSpPr>
            <p:spPr bwMode="auto">
              <a:xfrm flipH="1" flipV="1">
                <a:off x="1399" y="2749"/>
                <a:ext cx="373" cy="219"/>
              </a:xfrm>
              <a:custGeom>
                <a:avLst/>
                <a:gdLst>
                  <a:gd name="G0" fmla="+- 18335 0 0"/>
                  <a:gd name="G1" fmla="+- 0 0 0"/>
                  <a:gd name="G2" fmla="+- 21600 0 0"/>
                  <a:gd name="T0" fmla="*/ 36799 w 36799"/>
                  <a:gd name="T1" fmla="*/ 11209 h 21600"/>
                  <a:gd name="T2" fmla="*/ 0 w 36799"/>
                  <a:gd name="T3" fmla="*/ 11418 h 21600"/>
                  <a:gd name="T4" fmla="*/ 18335 w 36799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799" h="21600" fill="none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</a:path>
                  <a:path w="36799" h="21600" stroke="0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  <a:lnTo>
                      <a:pt x="18335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" name="Arc 311"/>
              <p:cNvSpPr/>
              <p:nvPr/>
            </p:nvSpPr>
            <p:spPr bwMode="auto">
              <a:xfrm rot="-10800000" flipH="1" flipV="1">
                <a:off x="1402" y="2970"/>
                <a:ext cx="373" cy="219"/>
              </a:xfrm>
              <a:custGeom>
                <a:avLst/>
                <a:gdLst>
                  <a:gd name="G0" fmla="+- 18335 0 0"/>
                  <a:gd name="G1" fmla="+- 0 0 0"/>
                  <a:gd name="G2" fmla="+- 21600 0 0"/>
                  <a:gd name="T0" fmla="*/ 36799 w 36799"/>
                  <a:gd name="T1" fmla="*/ 11209 h 21600"/>
                  <a:gd name="T2" fmla="*/ 0 w 36799"/>
                  <a:gd name="T3" fmla="*/ 11418 h 21600"/>
                  <a:gd name="T4" fmla="*/ 18335 w 36799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799" h="21600" fill="none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</a:path>
                  <a:path w="36799" h="21600" stroke="0" extrusionOk="0">
                    <a:moveTo>
                      <a:pt x="36798" y="11208"/>
                    </a:moveTo>
                    <a:cubicBezTo>
                      <a:pt x="32882" y="17660"/>
                      <a:pt x="25882" y="21599"/>
                      <a:pt x="18335" y="21600"/>
                    </a:cubicBezTo>
                    <a:cubicBezTo>
                      <a:pt x="10875" y="21600"/>
                      <a:pt x="3943" y="17750"/>
                      <a:pt x="-1" y="11418"/>
                    </a:cubicBezTo>
                    <a:lnTo>
                      <a:pt x="18335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42" name="Text Box 6"/>
          <p:cNvSpPr txBox="1">
            <a:spLocks noChangeArrowheads="1"/>
          </p:cNvSpPr>
          <p:nvPr/>
        </p:nvSpPr>
        <p:spPr bwMode="auto">
          <a:xfrm>
            <a:off x="1030615" y="5835000"/>
            <a:ext cx="55949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结论：内外表面相贯线相同，轮廓线不同。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0" y="548945"/>
            <a:ext cx="1422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讨论：</a:t>
            </a:r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741363" y="821208"/>
            <a:ext cx="7223125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2400" dirty="0"/>
              <a:t>2.</a:t>
            </a:r>
            <a:r>
              <a:rPr lang="zh-CN" altLang="zh-CN" sz="2400" dirty="0"/>
              <a:t> 相贯线</a:t>
            </a:r>
            <a:r>
              <a:rPr lang="zh-CN" altLang="en-US" sz="2400" dirty="0"/>
              <a:t>与直径的关系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437" y="1356739"/>
            <a:ext cx="1813669" cy="1738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8309" y="1294177"/>
            <a:ext cx="1713811" cy="1770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1341066"/>
            <a:ext cx="1709737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1" name="Group 106"/>
          <p:cNvGrpSpPr/>
          <p:nvPr/>
        </p:nvGrpSpPr>
        <p:grpSpPr bwMode="auto">
          <a:xfrm>
            <a:off x="1024835" y="3041279"/>
            <a:ext cx="1551771" cy="2844803"/>
            <a:chOff x="594" y="1747"/>
            <a:chExt cx="1187" cy="2010"/>
          </a:xfrm>
        </p:grpSpPr>
        <p:sp>
          <p:nvSpPr>
            <p:cNvPr id="132" name="Line 107"/>
            <p:cNvSpPr>
              <a:spLocks noChangeShapeType="1"/>
            </p:cNvSpPr>
            <p:nvPr/>
          </p:nvSpPr>
          <p:spPr bwMode="auto">
            <a:xfrm>
              <a:off x="692" y="2048"/>
              <a:ext cx="0" cy="6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Line 108"/>
            <p:cNvSpPr>
              <a:spLocks noChangeShapeType="1"/>
            </p:cNvSpPr>
            <p:nvPr/>
          </p:nvSpPr>
          <p:spPr bwMode="auto">
            <a:xfrm>
              <a:off x="692" y="2670"/>
              <a:ext cx="2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Line 109"/>
            <p:cNvSpPr>
              <a:spLocks noChangeShapeType="1"/>
            </p:cNvSpPr>
            <p:nvPr/>
          </p:nvSpPr>
          <p:spPr bwMode="auto">
            <a:xfrm>
              <a:off x="955" y="2658"/>
              <a:ext cx="0" cy="1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Line 110"/>
            <p:cNvSpPr>
              <a:spLocks noChangeShapeType="1"/>
            </p:cNvSpPr>
            <p:nvPr/>
          </p:nvSpPr>
          <p:spPr bwMode="auto">
            <a:xfrm>
              <a:off x="955" y="2834"/>
              <a:ext cx="4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Line 111"/>
            <p:cNvSpPr>
              <a:spLocks noChangeShapeType="1"/>
            </p:cNvSpPr>
            <p:nvPr/>
          </p:nvSpPr>
          <p:spPr bwMode="auto">
            <a:xfrm flipV="1">
              <a:off x="1427" y="2670"/>
              <a:ext cx="0" cy="1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Line 112"/>
            <p:cNvSpPr>
              <a:spLocks noChangeShapeType="1"/>
            </p:cNvSpPr>
            <p:nvPr/>
          </p:nvSpPr>
          <p:spPr bwMode="auto">
            <a:xfrm>
              <a:off x="1416" y="2669"/>
              <a:ext cx="2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Line 113"/>
            <p:cNvSpPr>
              <a:spLocks noChangeShapeType="1"/>
            </p:cNvSpPr>
            <p:nvPr/>
          </p:nvSpPr>
          <p:spPr bwMode="auto">
            <a:xfrm flipV="1">
              <a:off x="1686" y="2044"/>
              <a:ext cx="0" cy="6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Line 114"/>
            <p:cNvSpPr>
              <a:spLocks noChangeShapeType="1"/>
            </p:cNvSpPr>
            <p:nvPr/>
          </p:nvSpPr>
          <p:spPr bwMode="auto">
            <a:xfrm>
              <a:off x="1422" y="2050"/>
              <a:ext cx="2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Line 115"/>
            <p:cNvSpPr>
              <a:spLocks noChangeShapeType="1"/>
            </p:cNvSpPr>
            <p:nvPr/>
          </p:nvSpPr>
          <p:spPr bwMode="auto">
            <a:xfrm flipV="1">
              <a:off x="1422" y="1880"/>
              <a:ext cx="0" cy="1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Line 116"/>
            <p:cNvSpPr>
              <a:spLocks noChangeShapeType="1"/>
            </p:cNvSpPr>
            <p:nvPr/>
          </p:nvSpPr>
          <p:spPr bwMode="auto">
            <a:xfrm flipH="1">
              <a:off x="946" y="1880"/>
              <a:ext cx="4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Line 117"/>
            <p:cNvSpPr>
              <a:spLocks noChangeShapeType="1"/>
            </p:cNvSpPr>
            <p:nvPr/>
          </p:nvSpPr>
          <p:spPr bwMode="auto">
            <a:xfrm flipV="1">
              <a:off x="955" y="1880"/>
              <a:ext cx="0" cy="1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Line 118"/>
            <p:cNvSpPr>
              <a:spLocks noChangeShapeType="1"/>
            </p:cNvSpPr>
            <p:nvPr/>
          </p:nvSpPr>
          <p:spPr bwMode="auto">
            <a:xfrm flipH="1">
              <a:off x="693" y="2048"/>
              <a:ext cx="2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Oval 119"/>
            <p:cNvSpPr>
              <a:spLocks noChangeArrowheads="1"/>
            </p:cNvSpPr>
            <p:nvPr/>
          </p:nvSpPr>
          <p:spPr bwMode="auto">
            <a:xfrm>
              <a:off x="955" y="3119"/>
              <a:ext cx="461" cy="43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5" name="Rectangle 120"/>
            <p:cNvSpPr>
              <a:spLocks noChangeArrowheads="1"/>
            </p:cNvSpPr>
            <p:nvPr/>
          </p:nvSpPr>
          <p:spPr bwMode="auto">
            <a:xfrm>
              <a:off x="692" y="3018"/>
              <a:ext cx="994" cy="62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6" name="Freeform 121"/>
            <p:cNvSpPr/>
            <p:nvPr/>
          </p:nvSpPr>
          <p:spPr bwMode="auto">
            <a:xfrm>
              <a:off x="954" y="2043"/>
              <a:ext cx="469" cy="92"/>
            </a:xfrm>
            <a:custGeom>
              <a:avLst/>
              <a:gdLst>
                <a:gd name="T0" fmla="*/ 0 w 469"/>
                <a:gd name="T1" fmla="*/ 0 h 92"/>
                <a:gd name="T2" fmla="*/ 134 w 469"/>
                <a:gd name="T3" fmla="*/ 70 h 92"/>
                <a:gd name="T4" fmla="*/ 234 w 469"/>
                <a:gd name="T5" fmla="*/ 92 h 92"/>
                <a:gd name="T6" fmla="*/ 334 w 469"/>
                <a:gd name="T7" fmla="*/ 70 h 92"/>
                <a:gd name="T8" fmla="*/ 469 w 469"/>
                <a:gd name="T9" fmla="*/ 0 h 92"/>
                <a:gd name="T10" fmla="*/ 469 w 469"/>
                <a:gd name="T11" fmla="*/ 0 h 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9"/>
                <a:gd name="T19" fmla="*/ 0 h 92"/>
                <a:gd name="T20" fmla="*/ 469 w 469"/>
                <a:gd name="T21" fmla="*/ 92 h 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9" h="92">
                  <a:moveTo>
                    <a:pt x="0" y="0"/>
                  </a:moveTo>
                  <a:lnTo>
                    <a:pt x="134" y="70"/>
                  </a:lnTo>
                  <a:lnTo>
                    <a:pt x="234" y="92"/>
                  </a:lnTo>
                  <a:lnTo>
                    <a:pt x="334" y="70"/>
                  </a:lnTo>
                  <a:lnTo>
                    <a:pt x="469" y="0"/>
                  </a:lnTo>
                </a:path>
              </a:pathLst>
            </a:custGeom>
            <a:noFill/>
            <a:ln w="38100">
              <a:solidFill>
                <a:srgbClr val="C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Freeform 122"/>
            <p:cNvSpPr/>
            <p:nvPr/>
          </p:nvSpPr>
          <p:spPr bwMode="auto">
            <a:xfrm>
              <a:off x="954" y="2580"/>
              <a:ext cx="468" cy="90"/>
            </a:xfrm>
            <a:custGeom>
              <a:avLst/>
              <a:gdLst>
                <a:gd name="T0" fmla="*/ 468 w 468"/>
                <a:gd name="T1" fmla="*/ 90 h 90"/>
                <a:gd name="T2" fmla="*/ 334 w 468"/>
                <a:gd name="T3" fmla="*/ 22 h 90"/>
                <a:gd name="T4" fmla="*/ 234 w 468"/>
                <a:gd name="T5" fmla="*/ 0 h 90"/>
                <a:gd name="T6" fmla="*/ 123 w 468"/>
                <a:gd name="T7" fmla="*/ 22 h 90"/>
                <a:gd name="T8" fmla="*/ 0 w 468"/>
                <a:gd name="T9" fmla="*/ 90 h 90"/>
                <a:gd name="T10" fmla="*/ 0 w 468"/>
                <a:gd name="T11" fmla="*/ 90 h 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8"/>
                <a:gd name="T19" fmla="*/ 0 h 90"/>
                <a:gd name="T20" fmla="*/ 468 w 468"/>
                <a:gd name="T21" fmla="*/ 90 h 9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8" h="90">
                  <a:moveTo>
                    <a:pt x="468" y="90"/>
                  </a:moveTo>
                  <a:lnTo>
                    <a:pt x="334" y="22"/>
                  </a:lnTo>
                  <a:lnTo>
                    <a:pt x="234" y="0"/>
                  </a:lnTo>
                  <a:lnTo>
                    <a:pt x="123" y="22"/>
                  </a:lnTo>
                  <a:lnTo>
                    <a:pt x="0" y="90"/>
                  </a:lnTo>
                </a:path>
              </a:pathLst>
            </a:custGeom>
            <a:noFill/>
            <a:ln w="38100">
              <a:solidFill>
                <a:srgbClr val="C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48" name="Group 123"/>
            <p:cNvGrpSpPr/>
            <p:nvPr/>
          </p:nvGrpSpPr>
          <p:grpSpPr bwMode="auto">
            <a:xfrm>
              <a:off x="594" y="3332"/>
              <a:ext cx="1187" cy="1"/>
              <a:chOff x="617" y="2395"/>
              <a:chExt cx="1187" cy="1"/>
            </a:xfrm>
          </p:grpSpPr>
          <p:sp>
            <p:nvSpPr>
              <p:cNvPr id="165" name="Freeform 124"/>
              <p:cNvSpPr/>
              <p:nvPr/>
            </p:nvSpPr>
            <p:spPr bwMode="auto">
              <a:xfrm>
                <a:off x="617" y="2395"/>
                <a:ext cx="204" cy="1"/>
              </a:xfrm>
              <a:custGeom>
                <a:avLst/>
                <a:gdLst>
                  <a:gd name="T0" fmla="*/ 0 w 611"/>
                  <a:gd name="T1" fmla="*/ 0 h 1"/>
                  <a:gd name="T2" fmla="*/ 0 w 611"/>
                  <a:gd name="T3" fmla="*/ 0 h 1"/>
                  <a:gd name="T4" fmla="*/ 0 w 61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11"/>
                  <a:gd name="T10" fmla="*/ 0 h 1"/>
                  <a:gd name="T11" fmla="*/ 611 w 61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11" h="1">
                    <a:moveTo>
                      <a:pt x="0" y="0"/>
                    </a:moveTo>
                    <a:lnTo>
                      <a:pt x="609" y="0"/>
                    </a:lnTo>
                    <a:lnTo>
                      <a:pt x="611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6" name="Freeform 125"/>
              <p:cNvSpPr/>
              <p:nvPr/>
            </p:nvSpPr>
            <p:spPr bwMode="auto">
              <a:xfrm>
                <a:off x="859" y="2395"/>
                <a:ext cx="20" cy="1"/>
              </a:xfrm>
              <a:custGeom>
                <a:avLst/>
                <a:gdLst>
                  <a:gd name="T0" fmla="*/ 0 w 62"/>
                  <a:gd name="T1" fmla="*/ 0 h 1"/>
                  <a:gd name="T2" fmla="*/ 0 w 62"/>
                  <a:gd name="T3" fmla="*/ 0 h 1"/>
                  <a:gd name="T4" fmla="*/ 0 w 6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2"/>
                  <a:gd name="T10" fmla="*/ 0 h 1"/>
                  <a:gd name="T11" fmla="*/ 62 w 6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2" h="1">
                    <a:moveTo>
                      <a:pt x="0" y="0"/>
                    </a:moveTo>
                    <a:lnTo>
                      <a:pt x="61" y="0"/>
                    </a:lnTo>
                    <a:lnTo>
                      <a:pt x="62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7" name="Freeform 126"/>
              <p:cNvSpPr/>
              <p:nvPr/>
            </p:nvSpPr>
            <p:spPr bwMode="auto">
              <a:xfrm>
                <a:off x="918" y="2395"/>
                <a:ext cx="602" cy="1"/>
              </a:xfrm>
              <a:custGeom>
                <a:avLst/>
                <a:gdLst>
                  <a:gd name="T0" fmla="*/ 0 w 1806"/>
                  <a:gd name="T1" fmla="*/ 0 h 1"/>
                  <a:gd name="T2" fmla="*/ 1 w 1806"/>
                  <a:gd name="T3" fmla="*/ 0 h 1"/>
                  <a:gd name="T4" fmla="*/ 1 w 180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806"/>
                  <a:gd name="T10" fmla="*/ 0 h 1"/>
                  <a:gd name="T11" fmla="*/ 1806 w 180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06" h="1">
                    <a:moveTo>
                      <a:pt x="0" y="0"/>
                    </a:moveTo>
                    <a:lnTo>
                      <a:pt x="1805" y="0"/>
                    </a:lnTo>
                    <a:lnTo>
                      <a:pt x="1806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8" name="Freeform 127"/>
              <p:cNvSpPr/>
              <p:nvPr/>
            </p:nvSpPr>
            <p:spPr bwMode="auto">
              <a:xfrm>
                <a:off x="1559" y="2395"/>
                <a:ext cx="21" cy="1"/>
              </a:xfrm>
              <a:custGeom>
                <a:avLst/>
                <a:gdLst>
                  <a:gd name="T0" fmla="*/ 0 w 62"/>
                  <a:gd name="T1" fmla="*/ 0 h 1"/>
                  <a:gd name="T2" fmla="*/ 0 w 62"/>
                  <a:gd name="T3" fmla="*/ 0 h 1"/>
                  <a:gd name="T4" fmla="*/ 0 w 6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2"/>
                  <a:gd name="T10" fmla="*/ 0 h 1"/>
                  <a:gd name="T11" fmla="*/ 62 w 6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2" h="1">
                    <a:moveTo>
                      <a:pt x="0" y="0"/>
                    </a:moveTo>
                    <a:lnTo>
                      <a:pt x="61" y="0"/>
                    </a:lnTo>
                    <a:lnTo>
                      <a:pt x="62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9" name="Freeform 128"/>
              <p:cNvSpPr/>
              <p:nvPr/>
            </p:nvSpPr>
            <p:spPr bwMode="auto">
              <a:xfrm>
                <a:off x="1614" y="2395"/>
                <a:ext cx="190" cy="1"/>
              </a:xfrm>
              <a:custGeom>
                <a:avLst/>
                <a:gdLst>
                  <a:gd name="T0" fmla="*/ 0 w 568"/>
                  <a:gd name="T1" fmla="*/ 0 h 1"/>
                  <a:gd name="T2" fmla="*/ 0 w 568"/>
                  <a:gd name="T3" fmla="*/ 0 h 1"/>
                  <a:gd name="T4" fmla="*/ 0 w 56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68"/>
                  <a:gd name="T10" fmla="*/ 0 h 1"/>
                  <a:gd name="T11" fmla="*/ 568 w 56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8" h="1">
                    <a:moveTo>
                      <a:pt x="0" y="0"/>
                    </a:moveTo>
                    <a:lnTo>
                      <a:pt x="566" y="0"/>
                    </a:lnTo>
                    <a:lnTo>
                      <a:pt x="568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49" name="Group 129"/>
            <p:cNvGrpSpPr/>
            <p:nvPr/>
          </p:nvGrpSpPr>
          <p:grpSpPr bwMode="auto">
            <a:xfrm>
              <a:off x="1188" y="2925"/>
              <a:ext cx="1" cy="832"/>
              <a:chOff x="1211" y="1988"/>
              <a:chExt cx="1" cy="832"/>
            </a:xfrm>
          </p:grpSpPr>
          <p:sp>
            <p:nvSpPr>
              <p:cNvPr id="162" name="Freeform 130"/>
              <p:cNvSpPr/>
              <p:nvPr/>
            </p:nvSpPr>
            <p:spPr bwMode="auto">
              <a:xfrm>
                <a:off x="1211" y="1988"/>
                <a:ext cx="1" cy="251"/>
              </a:xfrm>
              <a:custGeom>
                <a:avLst/>
                <a:gdLst>
                  <a:gd name="T0" fmla="*/ 0 w 1"/>
                  <a:gd name="T1" fmla="*/ 0 h 752"/>
                  <a:gd name="T2" fmla="*/ 0 w 1"/>
                  <a:gd name="T3" fmla="*/ 0 h 752"/>
                  <a:gd name="T4" fmla="*/ 1 w 1"/>
                  <a:gd name="T5" fmla="*/ 0 h 75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52"/>
                  <a:gd name="T11" fmla="*/ 1 w 1"/>
                  <a:gd name="T12" fmla="*/ 752 h 7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52">
                    <a:moveTo>
                      <a:pt x="0" y="0"/>
                    </a:moveTo>
                    <a:lnTo>
                      <a:pt x="0" y="752"/>
                    </a:lnTo>
                    <a:lnTo>
                      <a:pt x="1" y="752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3" name="Freeform 131"/>
              <p:cNvSpPr/>
              <p:nvPr/>
            </p:nvSpPr>
            <p:spPr bwMode="auto">
              <a:xfrm>
                <a:off x="1211" y="2339"/>
                <a:ext cx="1" cy="481"/>
              </a:xfrm>
              <a:custGeom>
                <a:avLst/>
                <a:gdLst>
                  <a:gd name="T0" fmla="*/ 0 w 1"/>
                  <a:gd name="T1" fmla="*/ 0 h 1443"/>
                  <a:gd name="T2" fmla="*/ 0 w 1"/>
                  <a:gd name="T3" fmla="*/ 1 h 1443"/>
                  <a:gd name="T4" fmla="*/ 1 w 1"/>
                  <a:gd name="T5" fmla="*/ 1 h 144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443"/>
                  <a:gd name="T11" fmla="*/ 1 w 1"/>
                  <a:gd name="T12" fmla="*/ 1443 h 144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443">
                    <a:moveTo>
                      <a:pt x="0" y="0"/>
                    </a:moveTo>
                    <a:lnTo>
                      <a:pt x="0" y="1443"/>
                    </a:lnTo>
                    <a:lnTo>
                      <a:pt x="1" y="1443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4" name="Freeform 132"/>
              <p:cNvSpPr/>
              <p:nvPr/>
            </p:nvSpPr>
            <p:spPr bwMode="auto">
              <a:xfrm>
                <a:off x="1211" y="2279"/>
                <a:ext cx="1" cy="20"/>
              </a:xfrm>
              <a:custGeom>
                <a:avLst/>
                <a:gdLst>
                  <a:gd name="T0" fmla="*/ 0 w 1"/>
                  <a:gd name="T1" fmla="*/ 0 h 61"/>
                  <a:gd name="T2" fmla="*/ 0 w 1"/>
                  <a:gd name="T3" fmla="*/ 0 h 61"/>
                  <a:gd name="T4" fmla="*/ 1 w 1"/>
                  <a:gd name="T5" fmla="*/ 0 h 6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1"/>
                  <a:gd name="T11" fmla="*/ 1 w 1"/>
                  <a:gd name="T12" fmla="*/ 61 h 6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1">
                    <a:moveTo>
                      <a:pt x="0" y="0"/>
                    </a:moveTo>
                    <a:lnTo>
                      <a:pt x="0" y="61"/>
                    </a:lnTo>
                    <a:lnTo>
                      <a:pt x="1" y="61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50" name="Group 133"/>
            <p:cNvGrpSpPr/>
            <p:nvPr/>
          </p:nvGrpSpPr>
          <p:grpSpPr bwMode="auto">
            <a:xfrm>
              <a:off x="595" y="2356"/>
              <a:ext cx="1182" cy="1"/>
              <a:chOff x="618" y="1265"/>
              <a:chExt cx="1182" cy="1"/>
            </a:xfrm>
          </p:grpSpPr>
          <p:sp>
            <p:nvSpPr>
              <p:cNvPr id="157" name="Freeform 134"/>
              <p:cNvSpPr/>
              <p:nvPr/>
            </p:nvSpPr>
            <p:spPr bwMode="auto">
              <a:xfrm>
                <a:off x="618" y="1265"/>
                <a:ext cx="317" cy="1"/>
              </a:xfrm>
              <a:custGeom>
                <a:avLst/>
                <a:gdLst>
                  <a:gd name="T0" fmla="*/ 0 w 951"/>
                  <a:gd name="T1" fmla="*/ 0 h 1"/>
                  <a:gd name="T2" fmla="*/ 0 w 951"/>
                  <a:gd name="T3" fmla="*/ 0 h 1"/>
                  <a:gd name="T4" fmla="*/ 0 w 95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51"/>
                  <a:gd name="T10" fmla="*/ 0 h 1"/>
                  <a:gd name="T11" fmla="*/ 951 w 95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51" h="1">
                    <a:moveTo>
                      <a:pt x="0" y="0"/>
                    </a:moveTo>
                    <a:lnTo>
                      <a:pt x="950" y="0"/>
                    </a:lnTo>
                    <a:lnTo>
                      <a:pt x="951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8" name="Freeform 135"/>
              <p:cNvSpPr/>
              <p:nvPr/>
            </p:nvSpPr>
            <p:spPr bwMode="auto">
              <a:xfrm>
                <a:off x="1028" y="1265"/>
                <a:ext cx="411" cy="1"/>
              </a:xfrm>
              <a:custGeom>
                <a:avLst/>
                <a:gdLst>
                  <a:gd name="T0" fmla="*/ 0 w 1234"/>
                  <a:gd name="T1" fmla="*/ 0 h 1"/>
                  <a:gd name="T2" fmla="*/ 1 w 1234"/>
                  <a:gd name="T3" fmla="*/ 0 h 1"/>
                  <a:gd name="T4" fmla="*/ 1 w 123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234"/>
                  <a:gd name="T10" fmla="*/ 0 h 1"/>
                  <a:gd name="T11" fmla="*/ 1234 w 123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34" h="1">
                    <a:moveTo>
                      <a:pt x="0" y="0"/>
                    </a:moveTo>
                    <a:lnTo>
                      <a:pt x="1232" y="0"/>
                    </a:lnTo>
                    <a:lnTo>
                      <a:pt x="1234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9" name="Freeform 136"/>
              <p:cNvSpPr/>
              <p:nvPr/>
            </p:nvSpPr>
            <p:spPr bwMode="auto">
              <a:xfrm>
                <a:off x="1478" y="1265"/>
                <a:ext cx="24" cy="1"/>
              </a:xfrm>
              <a:custGeom>
                <a:avLst/>
                <a:gdLst>
                  <a:gd name="T0" fmla="*/ 0 w 70"/>
                  <a:gd name="T1" fmla="*/ 0 h 1"/>
                  <a:gd name="T2" fmla="*/ 0 w 70"/>
                  <a:gd name="T3" fmla="*/ 0 h 1"/>
                  <a:gd name="T4" fmla="*/ 0 w 7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0"/>
                  <a:gd name="T10" fmla="*/ 0 h 1"/>
                  <a:gd name="T11" fmla="*/ 70 w 7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0" h="1">
                    <a:moveTo>
                      <a:pt x="0" y="0"/>
                    </a:moveTo>
                    <a:lnTo>
                      <a:pt x="68" y="0"/>
                    </a:lnTo>
                    <a:lnTo>
                      <a:pt x="70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0" name="Freeform 137"/>
              <p:cNvSpPr/>
              <p:nvPr/>
            </p:nvSpPr>
            <p:spPr bwMode="auto">
              <a:xfrm>
                <a:off x="1539" y="1265"/>
                <a:ext cx="261" cy="1"/>
              </a:xfrm>
              <a:custGeom>
                <a:avLst/>
                <a:gdLst>
                  <a:gd name="T0" fmla="*/ 0 w 783"/>
                  <a:gd name="T1" fmla="*/ 0 h 1"/>
                  <a:gd name="T2" fmla="*/ 0 w 783"/>
                  <a:gd name="T3" fmla="*/ 0 h 1"/>
                  <a:gd name="T4" fmla="*/ 0 w 78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83"/>
                  <a:gd name="T10" fmla="*/ 0 h 1"/>
                  <a:gd name="T11" fmla="*/ 783 w 78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83" h="1">
                    <a:moveTo>
                      <a:pt x="0" y="0"/>
                    </a:moveTo>
                    <a:lnTo>
                      <a:pt x="782" y="0"/>
                    </a:lnTo>
                    <a:lnTo>
                      <a:pt x="783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1" name="Freeform 138"/>
              <p:cNvSpPr/>
              <p:nvPr/>
            </p:nvSpPr>
            <p:spPr bwMode="auto">
              <a:xfrm>
                <a:off x="969" y="1265"/>
                <a:ext cx="24" cy="1"/>
              </a:xfrm>
              <a:custGeom>
                <a:avLst/>
                <a:gdLst>
                  <a:gd name="T0" fmla="*/ 0 w 71"/>
                  <a:gd name="T1" fmla="*/ 0 h 1"/>
                  <a:gd name="T2" fmla="*/ 0 w 71"/>
                  <a:gd name="T3" fmla="*/ 0 h 1"/>
                  <a:gd name="T4" fmla="*/ 0 w 7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1"/>
                  <a:gd name="T10" fmla="*/ 0 h 1"/>
                  <a:gd name="T11" fmla="*/ 71 w 7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1" h="1">
                    <a:moveTo>
                      <a:pt x="0" y="0"/>
                    </a:moveTo>
                    <a:lnTo>
                      <a:pt x="69" y="0"/>
                    </a:lnTo>
                    <a:lnTo>
                      <a:pt x="71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51" name="Group 139"/>
            <p:cNvGrpSpPr/>
            <p:nvPr/>
          </p:nvGrpSpPr>
          <p:grpSpPr bwMode="auto">
            <a:xfrm>
              <a:off x="1188" y="1747"/>
              <a:ext cx="1" cy="1201"/>
              <a:chOff x="1211" y="656"/>
              <a:chExt cx="1" cy="1201"/>
            </a:xfrm>
          </p:grpSpPr>
          <p:sp>
            <p:nvSpPr>
              <p:cNvPr id="152" name="Freeform 140"/>
              <p:cNvSpPr/>
              <p:nvPr/>
            </p:nvSpPr>
            <p:spPr bwMode="auto">
              <a:xfrm>
                <a:off x="1211" y="656"/>
                <a:ext cx="1" cy="242"/>
              </a:xfrm>
              <a:custGeom>
                <a:avLst/>
                <a:gdLst>
                  <a:gd name="T0" fmla="*/ 0 w 1"/>
                  <a:gd name="T1" fmla="*/ 0 h 726"/>
                  <a:gd name="T2" fmla="*/ 0 w 1"/>
                  <a:gd name="T3" fmla="*/ 0 h 726"/>
                  <a:gd name="T4" fmla="*/ 1 w 1"/>
                  <a:gd name="T5" fmla="*/ 0 h 72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26"/>
                  <a:gd name="T11" fmla="*/ 1 w 1"/>
                  <a:gd name="T12" fmla="*/ 726 h 72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26">
                    <a:moveTo>
                      <a:pt x="0" y="0"/>
                    </a:moveTo>
                    <a:lnTo>
                      <a:pt x="0" y="726"/>
                    </a:lnTo>
                    <a:lnTo>
                      <a:pt x="1" y="726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3" name="Freeform 141"/>
              <p:cNvSpPr/>
              <p:nvPr/>
            </p:nvSpPr>
            <p:spPr bwMode="auto">
              <a:xfrm>
                <a:off x="1211" y="1602"/>
                <a:ext cx="1" cy="19"/>
              </a:xfrm>
              <a:custGeom>
                <a:avLst/>
                <a:gdLst>
                  <a:gd name="T0" fmla="*/ 0 w 1"/>
                  <a:gd name="T1" fmla="*/ 0 h 58"/>
                  <a:gd name="T2" fmla="*/ 0 w 1"/>
                  <a:gd name="T3" fmla="*/ 0 h 58"/>
                  <a:gd name="T4" fmla="*/ 1 w 1"/>
                  <a:gd name="T5" fmla="*/ 0 h 5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8"/>
                  <a:gd name="T11" fmla="*/ 1 w 1"/>
                  <a:gd name="T12" fmla="*/ 58 h 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8">
                    <a:moveTo>
                      <a:pt x="0" y="0"/>
                    </a:moveTo>
                    <a:lnTo>
                      <a:pt x="0" y="58"/>
                    </a:lnTo>
                    <a:lnTo>
                      <a:pt x="1" y="58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" name="Freeform 142"/>
              <p:cNvSpPr/>
              <p:nvPr/>
            </p:nvSpPr>
            <p:spPr bwMode="auto">
              <a:xfrm>
                <a:off x="1211" y="981"/>
                <a:ext cx="1" cy="591"/>
              </a:xfrm>
              <a:custGeom>
                <a:avLst/>
                <a:gdLst>
                  <a:gd name="T0" fmla="*/ 0 w 1"/>
                  <a:gd name="T1" fmla="*/ 0 h 1774"/>
                  <a:gd name="T2" fmla="*/ 0 w 1"/>
                  <a:gd name="T3" fmla="*/ 1 h 1774"/>
                  <a:gd name="T4" fmla="*/ 1 w 1"/>
                  <a:gd name="T5" fmla="*/ 1 h 177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774"/>
                  <a:gd name="T11" fmla="*/ 1 w 1"/>
                  <a:gd name="T12" fmla="*/ 1774 h 17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774">
                    <a:moveTo>
                      <a:pt x="0" y="0"/>
                    </a:moveTo>
                    <a:lnTo>
                      <a:pt x="0" y="1774"/>
                    </a:lnTo>
                    <a:lnTo>
                      <a:pt x="1" y="1774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5" name="Freeform 143"/>
              <p:cNvSpPr/>
              <p:nvPr/>
            </p:nvSpPr>
            <p:spPr bwMode="auto">
              <a:xfrm>
                <a:off x="1211" y="925"/>
                <a:ext cx="1" cy="23"/>
              </a:xfrm>
              <a:custGeom>
                <a:avLst/>
                <a:gdLst>
                  <a:gd name="T0" fmla="*/ 0 w 1"/>
                  <a:gd name="T1" fmla="*/ 0 h 69"/>
                  <a:gd name="T2" fmla="*/ 0 w 1"/>
                  <a:gd name="T3" fmla="*/ 0 h 69"/>
                  <a:gd name="T4" fmla="*/ 1 w 1"/>
                  <a:gd name="T5" fmla="*/ 0 h 6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"/>
                  <a:gd name="T11" fmla="*/ 1 w 1"/>
                  <a:gd name="T12" fmla="*/ 69 h 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">
                    <a:moveTo>
                      <a:pt x="0" y="0"/>
                    </a:moveTo>
                    <a:lnTo>
                      <a:pt x="0" y="69"/>
                    </a:lnTo>
                    <a:lnTo>
                      <a:pt x="1" y="69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6" name="Freeform 144"/>
              <p:cNvSpPr/>
              <p:nvPr/>
            </p:nvSpPr>
            <p:spPr bwMode="auto">
              <a:xfrm>
                <a:off x="1211" y="1648"/>
                <a:ext cx="1" cy="209"/>
              </a:xfrm>
              <a:custGeom>
                <a:avLst/>
                <a:gdLst>
                  <a:gd name="T0" fmla="*/ 0 w 1"/>
                  <a:gd name="T1" fmla="*/ 0 h 628"/>
                  <a:gd name="T2" fmla="*/ 0 w 1"/>
                  <a:gd name="T3" fmla="*/ 0 h 628"/>
                  <a:gd name="T4" fmla="*/ 1 w 1"/>
                  <a:gd name="T5" fmla="*/ 0 h 62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28"/>
                  <a:gd name="T11" fmla="*/ 1 w 1"/>
                  <a:gd name="T12" fmla="*/ 628 h 6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28">
                    <a:moveTo>
                      <a:pt x="0" y="0"/>
                    </a:moveTo>
                    <a:lnTo>
                      <a:pt x="0" y="628"/>
                    </a:lnTo>
                    <a:lnTo>
                      <a:pt x="1" y="628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</p:grpSp>
      <p:grpSp>
        <p:nvGrpSpPr>
          <p:cNvPr id="170" name="Group 60"/>
          <p:cNvGrpSpPr/>
          <p:nvPr/>
        </p:nvGrpSpPr>
        <p:grpSpPr bwMode="auto">
          <a:xfrm>
            <a:off x="6804248" y="3041279"/>
            <a:ext cx="1845800" cy="3008591"/>
            <a:chOff x="3994" y="1782"/>
            <a:chExt cx="1244" cy="1955"/>
          </a:xfrm>
        </p:grpSpPr>
        <p:sp>
          <p:nvSpPr>
            <p:cNvPr id="171" name="Line 61"/>
            <p:cNvSpPr>
              <a:spLocks noChangeShapeType="1"/>
            </p:cNvSpPr>
            <p:nvPr/>
          </p:nvSpPr>
          <p:spPr bwMode="auto">
            <a:xfrm>
              <a:off x="4098" y="3097"/>
              <a:ext cx="0" cy="4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2" name="Line 62"/>
            <p:cNvSpPr>
              <a:spLocks noChangeShapeType="1"/>
            </p:cNvSpPr>
            <p:nvPr/>
          </p:nvSpPr>
          <p:spPr bwMode="auto">
            <a:xfrm>
              <a:off x="4087" y="3572"/>
              <a:ext cx="3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3" name="Line 63"/>
            <p:cNvSpPr>
              <a:spLocks noChangeShapeType="1"/>
            </p:cNvSpPr>
            <p:nvPr/>
          </p:nvSpPr>
          <p:spPr bwMode="auto">
            <a:xfrm>
              <a:off x="4087" y="3097"/>
              <a:ext cx="3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4" name="Line 64"/>
            <p:cNvSpPr>
              <a:spLocks noChangeShapeType="1"/>
            </p:cNvSpPr>
            <p:nvPr/>
          </p:nvSpPr>
          <p:spPr bwMode="auto">
            <a:xfrm>
              <a:off x="5137" y="3097"/>
              <a:ext cx="0" cy="4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5" name="Line 65"/>
            <p:cNvSpPr>
              <a:spLocks noChangeShapeType="1"/>
            </p:cNvSpPr>
            <p:nvPr/>
          </p:nvSpPr>
          <p:spPr bwMode="auto">
            <a:xfrm flipH="1">
              <a:off x="4788" y="3572"/>
              <a:ext cx="34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6" name="Line 66"/>
            <p:cNvSpPr>
              <a:spLocks noChangeShapeType="1"/>
            </p:cNvSpPr>
            <p:nvPr/>
          </p:nvSpPr>
          <p:spPr bwMode="auto">
            <a:xfrm flipH="1">
              <a:off x="4788" y="3097"/>
              <a:ext cx="34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7" name="Line 67"/>
            <p:cNvSpPr>
              <a:spLocks noChangeShapeType="1"/>
            </p:cNvSpPr>
            <p:nvPr/>
          </p:nvSpPr>
          <p:spPr bwMode="auto">
            <a:xfrm>
              <a:off x="4299" y="1890"/>
              <a:ext cx="6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8" name="Line 68"/>
            <p:cNvSpPr>
              <a:spLocks noChangeShapeType="1"/>
            </p:cNvSpPr>
            <p:nvPr/>
          </p:nvSpPr>
          <p:spPr bwMode="auto">
            <a:xfrm>
              <a:off x="4920" y="1890"/>
              <a:ext cx="0" cy="2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9" name="Line 69"/>
            <p:cNvSpPr>
              <a:spLocks noChangeShapeType="1"/>
            </p:cNvSpPr>
            <p:nvPr/>
          </p:nvSpPr>
          <p:spPr bwMode="auto">
            <a:xfrm>
              <a:off x="4920" y="2124"/>
              <a:ext cx="2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0" name="Line 70"/>
            <p:cNvSpPr>
              <a:spLocks noChangeShapeType="1"/>
            </p:cNvSpPr>
            <p:nvPr/>
          </p:nvSpPr>
          <p:spPr bwMode="auto">
            <a:xfrm>
              <a:off x="5126" y="2124"/>
              <a:ext cx="0" cy="4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1" name="Line 71"/>
            <p:cNvSpPr>
              <a:spLocks noChangeShapeType="1"/>
            </p:cNvSpPr>
            <p:nvPr/>
          </p:nvSpPr>
          <p:spPr bwMode="auto">
            <a:xfrm flipH="1">
              <a:off x="4920" y="2591"/>
              <a:ext cx="2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2" name="Line 72"/>
            <p:cNvSpPr>
              <a:spLocks noChangeShapeType="1"/>
            </p:cNvSpPr>
            <p:nvPr/>
          </p:nvSpPr>
          <p:spPr bwMode="auto">
            <a:xfrm>
              <a:off x="4920" y="2591"/>
              <a:ext cx="0" cy="2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3" name="Line 73"/>
            <p:cNvSpPr>
              <a:spLocks noChangeShapeType="1"/>
            </p:cNvSpPr>
            <p:nvPr/>
          </p:nvSpPr>
          <p:spPr bwMode="auto">
            <a:xfrm flipH="1">
              <a:off x="4299" y="2823"/>
              <a:ext cx="6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4" name="Line 74"/>
            <p:cNvSpPr>
              <a:spLocks noChangeShapeType="1"/>
            </p:cNvSpPr>
            <p:nvPr/>
          </p:nvSpPr>
          <p:spPr bwMode="auto">
            <a:xfrm flipV="1">
              <a:off x="4299" y="2591"/>
              <a:ext cx="0" cy="24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5" name="Line 75"/>
            <p:cNvSpPr>
              <a:spLocks noChangeShapeType="1"/>
            </p:cNvSpPr>
            <p:nvPr/>
          </p:nvSpPr>
          <p:spPr bwMode="auto">
            <a:xfrm flipH="1">
              <a:off x="4087" y="2591"/>
              <a:ext cx="2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6" name="Line 76"/>
            <p:cNvSpPr>
              <a:spLocks noChangeShapeType="1"/>
            </p:cNvSpPr>
            <p:nvPr/>
          </p:nvSpPr>
          <p:spPr bwMode="auto">
            <a:xfrm flipV="1">
              <a:off x="4087" y="2124"/>
              <a:ext cx="0" cy="4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7" name="Line 77"/>
            <p:cNvSpPr>
              <a:spLocks noChangeShapeType="1"/>
            </p:cNvSpPr>
            <p:nvPr/>
          </p:nvSpPr>
          <p:spPr bwMode="auto">
            <a:xfrm>
              <a:off x="4087" y="2124"/>
              <a:ext cx="2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8" name="Line 78"/>
            <p:cNvSpPr>
              <a:spLocks noChangeShapeType="1"/>
            </p:cNvSpPr>
            <p:nvPr/>
          </p:nvSpPr>
          <p:spPr bwMode="auto">
            <a:xfrm flipV="1">
              <a:off x="4299" y="1891"/>
              <a:ext cx="0" cy="2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9" name="Oval 79"/>
            <p:cNvSpPr>
              <a:spLocks noChangeArrowheads="1"/>
            </p:cNvSpPr>
            <p:nvPr/>
          </p:nvSpPr>
          <p:spPr bwMode="auto">
            <a:xfrm>
              <a:off x="4294" y="3041"/>
              <a:ext cx="621" cy="58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0" name="Freeform 80"/>
            <p:cNvSpPr/>
            <p:nvPr/>
          </p:nvSpPr>
          <p:spPr bwMode="auto">
            <a:xfrm>
              <a:off x="4844" y="2122"/>
              <a:ext cx="81" cy="469"/>
            </a:xfrm>
            <a:custGeom>
              <a:avLst/>
              <a:gdLst>
                <a:gd name="T0" fmla="*/ 80 w 81"/>
                <a:gd name="T1" fmla="*/ 0 h 469"/>
                <a:gd name="T2" fmla="*/ 22 w 81"/>
                <a:gd name="T3" fmla="*/ 124 h 469"/>
                <a:gd name="T4" fmla="*/ 0 w 81"/>
                <a:gd name="T5" fmla="*/ 236 h 469"/>
                <a:gd name="T6" fmla="*/ 22 w 81"/>
                <a:gd name="T7" fmla="*/ 347 h 469"/>
                <a:gd name="T8" fmla="*/ 80 w 81"/>
                <a:gd name="T9" fmla="*/ 469 h 469"/>
                <a:gd name="T10" fmla="*/ 81 w 81"/>
                <a:gd name="T11" fmla="*/ 469 h 4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1"/>
                <a:gd name="T19" fmla="*/ 0 h 469"/>
                <a:gd name="T20" fmla="*/ 81 w 81"/>
                <a:gd name="T21" fmla="*/ 469 h 4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1" h="469">
                  <a:moveTo>
                    <a:pt x="80" y="0"/>
                  </a:moveTo>
                  <a:lnTo>
                    <a:pt x="22" y="124"/>
                  </a:lnTo>
                  <a:lnTo>
                    <a:pt x="0" y="236"/>
                  </a:lnTo>
                  <a:lnTo>
                    <a:pt x="22" y="347"/>
                  </a:lnTo>
                  <a:lnTo>
                    <a:pt x="80" y="469"/>
                  </a:lnTo>
                  <a:lnTo>
                    <a:pt x="81" y="469"/>
                  </a:lnTo>
                </a:path>
              </a:pathLst>
            </a:custGeom>
            <a:noFill/>
            <a:ln w="38100">
              <a:solidFill>
                <a:srgbClr val="C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1" name="Freeform 81"/>
            <p:cNvSpPr/>
            <p:nvPr/>
          </p:nvSpPr>
          <p:spPr bwMode="auto">
            <a:xfrm>
              <a:off x="4298" y="2122"/>
              <a:ext cx="90" cy="469"/>
            </a:xfrm>
            <a:custGeom>
              <a:avLst/>
              <a:gdLst>
                <a:gd name="T0" fmla="*/ 0 w 90"/>
                <a:gd name="T1" fmla="*/ 469 h 469"/>
                <a:gd name="T2" fmla="*/ 79 w 90"/>
                <a:gd name="T3" fmla="*/ 336 h 469"/>
                <a:gd name="T4" fmla="*/ 90 w 90"/>
                <a:gd name="T5" fmla="*/ 236 h 469"/>
                <a:gd name="T6" fmla="*/ 79 w 90"/>
                <a:gd name="T7" fmla="*/ 124 h 469"/>
                <a:gd name="T8" fmla="*/ 0 w 90"/>
                <a:gd name="T9" fmla="*/ 0 h 469"/>
                <a:gd name="T10" fmla="*/ 0 w 90"/>
                <a:gd name="T11" fmla="*/ 0 h 4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0"/>
                <a:gd name="T19" fmla="*/ 0 h 469"/>
                <a:gd name="T20" fmla="*/ 90 w 90"/>
                <a:gd name="T21" fmla="*/ 469 h 4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0" h="469">
                  <a:moveTo>
                    <a:pt x="0" y="469"/>
                  </a:moveTo>
                  <a:lnTo>
                    <a:pt x="79" y="336"/>
                  </a:lnTo>
                  <a:lnTo>
                    <a:pt x="90" y="236"/>
                  </a:lnTo>
                  <a:lnTo>
                    <a:pt x="79" y="124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C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92" name="Group 82"/>
            <p:cNvGrpSpPr/>
            <p:nvPr/>
          </p:nvGrpSpPr>
          <p:grpSpPr bwMode="auto">
            <a:xfrm>
              <a:off x="4004" y="2356"/>
              <a:ext cx="1234" cy="1"/>
              <a:chOff x="3950" y="1265"/>
              <a:chExt cx="1234" cy="1"/>
            </a:xfrm>
          </p:grpSpPr>
          <p:sp>
            <p:nvSpPr>
              <p:cNvPr id="211" name="Freeform 83"/>
              <p:cNvSpPr/>
              <p:nvPr/>
            </p:nvSpPr>
            <p:spPr bwMode="auto">
              <a:xfrm>
                <a:off x="3950" y="1265"/>
                <a:ext cx="207" cy="1"/>
              </a:xfrm>
              <a:custGeom>
                <a:avLst/>
                <a:gdLst>
                  <a:gd name="T0" fmla="*/ 0 w 621"/>
                  <a:gd name="T1" fmla="*/ 0 h 1"/>
                  <a:gd name="T2" fmla="*/ 0 w 621"/>
                  <a:gd name="T3" fmla="*/ 0 h 1"/>
                  <a:gd name="T4" fmla="*/ 0 w 62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21"/>
                  <a:gd name="T10" fmla="*/ 0 h 1"/>
                  <a:gd name="T11" fmla="*/ 621 w 62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21" h="1">
                    <a:moveTo>
                      <a:pt x="0" y="0"/>
                    </a:moveTo>
                    <a:lnTo>
                      <a:pt x="620" y="0"/>
                    </a:lnTo>
                    <a:lnTo>
                      <a:pt x="621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2" name="Freeform 84"/>
              <p:cNvSpPr/>
              <p:nvPr/>
            </p:nvSpPr>
            <p:spPr bwMode="auto">
              <a:xfrm>
                <a:off x="4270" y="1265"/>
                <a:ext cx="596" cy="1"/>
              </a:xfrm>
              <a:custGeom>
                <a:avLst/>
                <a:gdLst>
                  <a:gd name="T0" fmla="*/ 0 w 1787"/>
                  <a:gd name="T1" fmla="*/ 0 h 1"/>
                  <a:gd name="T2" fmla="*/ 1 w 1787"/>
                  <a:gd name="T3" fmla="*/ 0 h 1"/>
                  <a:gd name="T4" fmla="*/ 1 w 178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787"/>
                  <a:gd name="T10" fmla="*/ 0 h 1"/>
                  <a:gd name="T11" fmla="*/ 1787 w 178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87" h="1">
                    <a:moveTo>
                      <a:pt x="0" y="0"/>
                    </a:moveTo>
                    <a:lnTo>
                      <a:pt x="1785" y="0"/>
                    </a:lnTo>
                    <a:lnTo>
                      <a:pt x="1787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3" name="Freeform 85"/>
              <p:cNvSpPr/>
              <p:nvPr/>
            </p:nvSpPr>
            <p:spPr bwMode="auto">
              <a:xfrm>
                <a:off x="4204" y="1265"/>
                <a:ext cx="19" cy="1"/>
              </a:xfrm>
              <a:custGeom>
                <a:avLst/>
                <a:gdLst>
                  <a:gd name="T0" fmla="*/ 0 w 56"/>
                  <a:gd name="T1" fmla="*/ 0 h 1"/>
                  <a:gd name="T2" fmla="*/ 0 w 56"/>
                  <a:gd name="T3" fmla="*/ 0 h 1"/>
                  <a:gd name="T4" fmla="*/ 0 w 5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6"/>
                  <a:gd name="T10" fmla="*/ 0 h 1"/>
                  <a:gd name="T11" fmla="*/ 56 w 5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" h="1">
                    <a:moveTo>
                      <a:pt x="0" y="0"/>
                    </a:moveTo>
                    <a:lnTo>
                      <a:pt x="55" y="0"/>
                    </a:lnTo>
                    <a:lnTo>
                      <a:pt x="56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4" name="Freeform 86"/>
              <p:cNvSpPr/>
              <p:nvPr/>
            </p:nvSpPr>
            <p:spPr bwMode="auto">
              <a:xfrm>
                <a:off x="4909" y="1265"/>
                <a:ext cx="18" cy="1"/>
              </a:xfrm>
              <a:custGeom>
                <a:avLst/>
                <a:gdLst>
                  <a:gd name="T0" fmla="*/ 0 w 55"/>
                  <a:gd name="T1" fmla="*/ 0 h 1"/>
                  <a:gd name="T2" fmla="*/ 0 w 55"/>
                  <a:gd name="T3" fmla="*/ 0 h 1"/>
                  <a:gd name="T4" fmla="*/ 0 w 5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5"/>
                  <a:gd name="T10" fmla="*/ 0 h 1"/>
                  <a:gd name="T11" fmla="*/ 55 w 5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5" h="1">
                    <a:moveTo>
                      <a:pt x="0" y="0"/>
                    </a:moveTo>
                    <a:lnTo>
                      <a:pt x="54" y="0"/>
                    </a:lnTo>
                    <a:lnTo>
                      <a:pt x="55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5" name="Freeform 87"/>
              <p:cNvSpPr/>
              <p:nvPr/>
            </p:nvSpPr>
            <p:spPr bwMode="auto">
              <a:xfrm>
                <a:off x="4971" y="1265"/>
                <a:ext cx="213" cy="1"/>
              </a:xfrm>
              <a:custGeom>
                <a:avLst/>
                <a:gdLst>
                  <a:gd name="T0" fmla="*/ 0 w 639"/>
                  <a:gd name="T1" fmla="*/ 0 h 1"/>
                  <a:gd name="T2" fmla="*/ 0 w 639"/>
                  <a:gd name="T3" fmla="*/ 0 h 1"/>
                  <a:gd name="T4" fmla="*/ 0 w 63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39"/>
                  <a:gd name="T10" fmla="*/ 0 h 1"/>
                  <a:gd name="T11" fmla="*/ 639 w 63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9" h="1">
                    <a:moveTo>
                      <a:pt x="0" y="0"/>
                    </a:moveTo>
                    <a:lnTo>
                      <a:pt x="637" y="0"/>
                    </a:lnTo>
                    <a:lnTo>
                      <a:pt x="639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93" name="Group 88"/>
            <p:cNvGrpSpPr/>
            <p:nvPr/>
          </p:nvGrpSpPr>
          <p:grpSpPr bwMode="auto">
            <a:xfrm>
              <a:off x="4612" y="1782"/>
              <a:ext cx="1" cy="1131"/>
              <a:chOff x="4558" y="691"/>
              <a:chExt cx="1" cy="1131"/>
            </a:xfrm>
          </p:grpSpPr>
          <p:sp>
            <p:nvSpPr>
              <p:cNvPr id="206" name="Freeform 89"/>
              <p:cNvSpPr/>
              <p:nvPr/>
            </p:nvSpPr>
            <p:spPr bwMode="auto">
              <a:xfrm>
                <a:off x="4558" y="691"/>
                <a:ext cx="1" cy="255"/>
              </a:xfrm>
              <a:custGeom>
                <a:avLst/>
                <a:gdLst>
                  <a:gd name="T0" fmla="*/ 0 w 1"/>
                  <a:gd name="T1" fmla="*/ 0 h 765"/>
                  <a:gd name="T2" fmla="*/ 0 w 1"/>
                  <a:gd name="T3" fmla="*/ 0 h 765"/>
                  <a:gd name="T4" fmla="*/ 1 w 1"/>
                  <a:gd name="T5" fmla="*/ 0 h 76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65"/>
                  <a:gd name="T11" fmla="*/ 1 w 1"/>
                  <a:gd name="T12" fmla="*/ 765 h 7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65">
                    <a:moveTo>
                      <a:pt x="0" y="0"/>
                    </a:moveTo>
                    <a:lnTo>
                      <a:pt x="0" y="765"/>
                    </a:lnTo>
                    <a:lnTo>
                      <a:pt x="1" y="765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7" name="Freeform 90"/>
              <p:cNvSpPr/>
              <p:nvPr/>
            </p:nvSpPr>
            <p:spPr bwMode="auto">
              <a:xfrm>
                <a:off x="4558" y="1614"/>
                <a:ext cx="1" cy="208"/>
              </a:xfrm>
              <a:custGeom>
                <a:avLst/>
                <a:gdLst>
                  <a:gd name="T0" fmla="*/ 0 w 1"/>
                  <a:gd name="T1" fmla="*/ 0 h 623"/>
                  <a:gd name="T2" fmla="*/ 0 w 1"/>
                  <a:gd name="T3" fmla="*/ 0 h 623"/>
                  <a:gd name="T4" fmla="*/ 1 w 1"/>
                  <a:gd name="T5" fmla="*/ 0 h 62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23"/>
                  <a:gd name="T11" fmla="*/ 1 w 1"/>
                  <a:gd name="T12" fmla="*/ 623 h 6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23">
                    <a:moveTo>
                      <a:pt x="0" y="0"/>
                    </a:moveTo>
                    <a:lnTo>
                      <a:pt x="0" y="623"/>
                    </a:lnTo>
                    <a:lnTo>
                      <a:pt x="1" y="623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8" name="Freeform 91"/>
              <p:cNvSpPr/>
              <p:nvPr/>
            </p:nvSpPr>
            <p:spPr bwMode="auto">
              <a:xfrm>
                <a:off x="4558" y="1541"/>
                <a:ext cx="1" cy="26"/>
              </a:xfrm>
              <a:custGeom>
                <a:avLst/>
                <a:gdLst>
                  <a:gd name="T0" fmla="*/ 0 w 1"/>
                  <a:gd name="T1" fmla="*/ 0 h 77"/>
                  <a:gd name="T2" fmla="*/ 0 w 1"/>
                  <a:gd name="T3" fmla="*/ 0 h 77"/>
                  <a:gd name="T4" fmla="*/ 1 w 1"/>
                  <a:gd name="T5" fmla="*/ 0 h 7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7"/>
                  <a:gd name="T11" fmla="*/ 1 w 1"/>
                  <a:gd name="T12" fmla="*/ 77 h 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7">
                    <a:moveTo>
                      <a:pt x="0" y="0"/>
                    </a:moveTo>
                    <a:lnTo>
                      <a:pt x="0" y="77"/>
                    </a:lnTo>
                    <a:lnTo>
                      <a:pt x="1" y="77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9" name="Freeform 92"/>
              <p:cNvSpPr/>
              <p:nvPr/>
            </p:nvSpPr>
            <p:spPr bwMode="auto">
              <a:xfrm>
                <a:off x="4558" y="1045"/>
                <a:ext cx="1" cy="452"/>
              </a:xfrm>
              <a:custGeom>
                <a:avLst/>
                <a:gdLst>
                  <a:gd name="T0" fmla="*/ 0 w 1"/>
                  <a:gd name="T1" fmla="*/ 0 h 1358"/>
                  <a:gd name="T2" fmla="*/ 0 w 1"/>
                  <a:gd name="T3" fmla="*/ 1 h 1358"/>
                  <a:gd name="T4" fmla="*/ 1 w 1"/>
                  <a:gd name="T5" fmla="*/ 1 h 135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358"/>
                  <a:gd name="T11" fmla="*/ 1 w 1"/>
                  <a:gd name="T12" fmla="*/ 1358 h 13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358">
                    <a:moveTo>
                      <a:pt x="0" y="0"/>
                    </a:moveTo>
                    <a:lnTo>
                      <a:pt x="0" y="1358"/>
                    </a:lnTo>
                    <a:lnTo>
                      <a:pt x="1" y="1358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0" name="Freeform 93"/>
              <p:cNvSpPr/>
              <p:nvPr/>
            </p:nvSpPr>
            <p:spPr bwMode="auto">
              <a:xfrm>
                <a:off x="4558" y="982"/>
                <a:ext cx="1" cy="22"/>
              </a:xfrm>
              <a:custGeom>
                <a:avLst/>
                <a:gdLst>
                  <a:gd name="T0" fmla="*/ 0 w 1"/>
                  <a:gd name="T1" fmla="*/ 0 h 67"/>
                  <a:gd name="T2" fmla="*/ 0 w 1"/>
                  <a:gd name="T3" fmla="*/ 0 h 67"/>
                  <a:gd name="T4" fmla="*/ 1 w 1"/>
                  <a:gd name="T5" fmla="*/ 0 h 6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7"/>
                  <a:gd name="T11" fmla="*/ 1 w 1"/>
                  <a:gd name="T12" fmla="*/ 67 h 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7">
                    <a:moveTo>
                      <a:pt x="0" y="0"/>
                    </a:moveTo>
                    <a:lnTo>
                      <a:pt x="0" y="67"/>
                    </a:lnTo>
                    <a:lnTo>
                      <a:pt x="1" y="67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94" name="Group 94"/>
            <p:cNvGrpSpPr/>
            <p:nvPr/>
          </p:nvGrpSpPr>
          <p:grpSpPr bwMode="auto">
            <a:xfrm>
              <a:off x="3994" y="3332"/>
              <a:ext cx="1234" cy="1"/>
              <a:chOff x="3940" y="2395"/>
              <a:chExt cx="1234" cy="1"/>
            </a:xfrm>
          </p:grpSpPr>
          <p:sp>
            <p:nvSpPr>
              <p:cNvPr id="201" name="Freeform 95"/>
              <p:cNvSpPr/>
              <p:nvPr/>
            </p:nvSpPr>
            <p:spPr bwMode="auto">
              <a:xfrm>
                <a:off x="3940" y="2395"/>
                <a:ext cx="140" cy="1"/>
              </a:xfrm>
              <a:custGeom>
                <a:avLst/>
                <a:gdLst>
                  <a:gd name="T0" fmla="*/ 0 w 421"/>
                  <a:gd name="T1" fmla="*/ 0 h 1"/>
                  <a:gd name="T2" fmla="*/ 0 w 421"/>
                  <a:gd name="T3" fmla="*/ 0 h 1"/>
                  <a:gd name="T4" fmla="*/ 0 w 42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21"/>
                  <a:gd name="T10" fmla="*/ 0 h 1"/>
                  <a:gd name="T11" fmla="*/ 421 w 42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" h="1">
                    <a:moveTo>
                      <a:pt x="0" y="0"/>
                    </a:moveTo>
                    <a:lnTo>
                      <a:pt x="420" y="0"/>
                    </a:lnTo>
                    <a:lnTo>
                      <a:pt x="421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2" name="Freeform 96"/>
              <p:cNvSpPr/>
              <p:nvPr/>
            </p:nvSpPr>
            <p:spPr bwMode="auto">
              <a:xfrm>
                <a:off x="4117" y="2395"/>
                <a:ext cx="14" cy="1"/>
              </a:xfrm>
              <a:custGeom>
                <a:avLst/>
                <a:gdLst>
                  <a:gd name="T0" fmla="*/ 0 w 44"/>
                  <a:gd name="T1" fmla="*/ 0 h 1"/>
                  <a:gd name="T2" fmla="*/ 0 w 44"/>
                  <a:gd name="T3" fmla="*/ 0 h 1"/>
                  <a:gd name="T4" fmla="*/ 0 w 4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4"/>
                  <a:gd name="T10" fmla="*/ 0 h 1"/>
                  <a:gd name="T11" fmla="*/ 44 w 4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4" h="1">
                    <a:moveTo>
                      <a:pt x="0" y="0"/>
                    </a:moveTo>
                    <a:lnTo>
                      <a:pt x="42" y="0"/>
                    </a:lnTo>
                    <a:lnTo>
                      <a:pt x="44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3" name="Freeform 97"/>
              <p:cNvSpPr/>
              <p:nvPr/>
            </p:nvSpPr>
            <p:spPr bwMode="auto">
              <a:xfrm>
                <a:off x="4168" y="2395"/>
                <a:ext cx="504" cy="1"/>
              </a:xfrm>
              <a:custGeom>
                <a:avLst/>
                <a:gdLst>
                  <a:gd name="T0" fmla="*/ 0 w 1513"/>
                  <a:gd name="T1" fmla="*/ 0 h 1"/>
                  <a:gd name="T2" fmla="*/ 1 w 1513"/>
                  <a:gd name="T3" fmla="*/ 0 h 1"/>
                  <a:gd name="T4" fmla="*/ 1 w 151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513"/>
                  <a:gd name="T10" fmla="*/ 0 h 1"/>
                  <a:gd name="T11" fmla="*/ 1513 w 151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13" h="1">
                    <a:moveTo>
                      <a:pt x="0" y="0"/>
                    </a:moveTo>
                    <a:lnTo>
                      <a:pt x="1511" y="0"/>
                    </a:lnTo>
                    <a:lnTo>
                      <a:pt x="1513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4" name="Freeform 98"/>
              <p:cNvSpPr/>
              <p:nvPr/>
            </p:nvSpPr>
            <p:spPr bwMode="auto">
              <a:xfrm>
                <a:off x="4712" y="2395"/>
                <a:ext cx="22" cy="1"/>
              </a:xfrm>
              <a:custGeom>
                <a:avLst/>
                <a:gdLst>
                  <a:gd name="T0" fmla="*/ 0 w 67"/>
                  <a:gd name="T1" fmla="*/ 0 h 1"/>
                  <a:gd name="T2" fmla="*/ 0 w 67"/>
                  <a:gd name="T3" fmla="*/ 0 h 1"/>
                  <a:gd name="T4" fmla="*/ 0 w 6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7"/>
                  <a:gd name="T10" fmla="*/ 0 h 1"/>
                  <a:gd name="T11" fmla="*/ 67 w 6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7" h="1">
                    <a:moveTo>
                      <a:pt x="0" y="0"/>
                    </a:moveTo>
                    <a:lnTo>
                      <a:pt x="65" y="0"/>
                    </a:lnTo>
                    <a:lnTo>
                      <a:pt x="67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5" name="Freeform 99"/>
              <p:cNvSpPr/>
              <p:nvPr/>
            </p:nvSpPr>
            <p:spPr bwMode="auto">
              <a:xfrm>
                <a:off x="4774" y="2395"/>
                <a:ext cx="400" cy="1"/>
              </a:xfrm>
              <a:custGeom>
                <a:avLst/>
                <a:gdLst>
                  <a:gd name="T0" fmla="*/ 0 w 1200"/>
                  <a:gd name="T1" fmla="*/ 0 h 1"/>
                  <a:gd name="T2" fmla="*/ 1 w 1200"/>
                  <a:gd name="T3" fmla="*/ 0 h 1"/>
                  <a:gd name="T4" fmla="*/ 1 w 120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200"/>
                  <a:gd name="T10" fmla="*/ 0 h 1"/>
                  <a:gd name="T11" fmla="*/ 1200 w 120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00" h="1">
                    <a:moveTo>
                      <a:pt x="0" y="0"/>
                    </a:moveTo>
                    <a:lnTo>
                      <a:pt x="1198" y="0"/>
                    </a:lnTo>
                    <a:lnTo>
                      <a:pt x="1200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95" name="Group 100"/>
            <p:cNvGrpSpPr/>
            <p:nvPr/>
          </p:nvGrpSpPr>
          <p:grpSpPr bwMode="auto">
            <a:xfrm>
              <a:off x="4612" y="2945"/>
              <a:ext cx="1" cy="792"/>
              <a:chOff x="4558" y="2008"/>
              <a:chExt cx="1" cy="792"/>
            </a:xfrm>
          </p:grpSpPr>
          <p:sp>
            <p:nvSpPr>
              <p:cNvPr id="196" name="Freeform 101"/>
              <p:cNvSpPr/>
              <p:nvPr/>
            </p:nvSpPr>
            <p:spPr bwMode="auto">
              <a:xfrm>
                <a:off x="4558" y="2008"/>
                <a:ext cx="1" cy="152"/>
              </a:xfrm>
              <a:custGeom>
                <a:avLst/>
                <a:gdLst>
                  <a:gd name="T0" fmla="*/ 0 w 1"/>
                  <a:gd name="T1" fmla="*/ 0 h 457"/>
                  <a:gd name="T2" fmla="*/ 0 w 1"/>
                  <a:gd name="T3" fmla="*/ 0 h 457"/>
                  <a:gd name="T4" fmla="*/ 1 w 1"/>
                  <a:gd name="T5" fmla="*/ 0 h 45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57"/>
                  <a:gd name="T11" fmla="*/ 1 w 1"/>
                  <a:gd name="T12" fmla="*/ 457 h 4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57">
                    <a:moveTo>
                      <a:pt x="0" y="0"/>
                    </a:moveTo>
                    <a:lnTo>
                      <a:pt x="0" y="457"/>
                    </a:lnTo>
                    <a:lnTo>
                      <a:pt x="1" y="457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7" name="Freeform 102"/>
              <p:cNvSpPr/>
              <p:nvPr/>
            </p:nvSpPr>
            <p:spPr bwMode="auto">
              <a:xfrm>
                <a:off x="4558" y="2657"/>
                <a:ext cx="1" cy="143"/>
              </a:xfrm>
              <a:custGeom>
                <a:avLst/>
                <a:gdLst>
                  <a:gd name="T0" fmla="*/ 0 w 1"/>
                  <a:gd name="T1" fmla="*/ 0 h 429"/>
                  <a:gd name="T2" fmla="*/ 0 w 1"/>
                  <a:gd name="T3" fmla="*/ 0 h 429"/>
                  <a:gd name="T4" fmla="*/ 1 w 1"/>
                  <a:gd name="T5" fmla="*/ 0 h 42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29"/>
                  <a:gd name="T11" fmla="*/ 1 w 1"/>
                  <a:gd name="T12" fmla="*/ 429 h 4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29">
                    <a:moveTo>
                      <a:pt x="0" y="0"/>
                    </a:moveTo>
                    <a:lnTo>
                      <a:pt x="0" y="429"/>
                    </a:lnTo>
                    <a:lnTo>
                      <a:pt x="1" y="429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8" name="Freeform 103"/>
              <p:cNvSpPr/>
              <p:nvPr/>
            </p:nvSpPr>
            <p:spPr bwMode="auto">
              <a:xfrm>
                <a:off x="4558" y="2591"/>
                <a:ext cx="1" cy="23"/>
              </a:xfrm>
              <a:custGeom>
                <a:avLst/>
                <a:gdLst>
                  <a:gd name="T0" fmla="*/ 0 w 1"/>
                  <a:gd name="T1" fmla="*/ 0 h 67"/>
                  <a:gd name="T2" fmla="*/ 0 w 1"/>
                  <a:gd name="T3" fmla="*/ 0 h 67"/>
                  <a:gd name="T4" fmla="*/ 1 w 1"/>
                  <a:gd name="T5" fmla="*/ 0 h 6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7"/>
                  <a:gd name="T11" fmla="*/ 1 w 1"/>
                  <a:gd name="T12" fmla="*/ 67 h 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7">
                    <a:moveTo>
                      <a:pt x="0" y="0"/>
                    </a:moveTo>
                    <a:lnTo>
                      <a:pt x="0" y="67"/>
                    </a:lnTo>
                    <a:lnTo>
                      <a:pt x="1" y="67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9" name="Freeform 104"/>
              <p:cNvSpPr/>
              <p:nvPr/>
            </p:nvSpPr>
            <p:spPr bwMode="auto">
              <a:xfrm>
                <a:off x="4558" y="2256"/>
                <a:ext cx="1" cy="303"/>
              </a:xfrm>
              <a:custGeom>
                <a:avLst/>
                <a:gdLst>
                  <a:gd name="T0" fmla="*/ 0 w 1"/>
                  <a:gd name="T1" fmla="*/ 0 h 909"/>
                  <a:gd name="T2" fmla="*/ 0 w 1"/>
                  <a:gd name="T3" fmla="*/ 0 h 909"/>
                  <a:gd name="T4" fmla="*/ 1 w 1"/>
                  <a:gd name="T5" fmla="*/ 0 h 90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09"/>
                  <a:gd name="T11" fmla="*/ 1 w 1"/>
                  <a:gd name="T12" fmla="*/ 909 h 90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09">
                    <a:moveTo>
                      <a:pt x="0" y="0"/>
                    </a:moveTo>
                    <a:lnTo>
                      <a:pt x="0" y="909"/>
                    </a:lnTo>
                    <a:lnTo>
                      <a:pt x="1" y="909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0" name="Freeform 105"/>
              <p:cNvSpPr/>
              <p:nvPr/>
            </p:nvSpPr>
            <p:spPr bwMode="auto">
              <a:xfrm>
                <a:off x="4558" y="2193"/>
                <a:ext cx="1" cy="19"/>
              </a:xfrm>
              <a:custGeom>
                <a:avLst/>
                <a:gdLst>
                  <a:gd name="T0" fmla="*/ 0 w 1"/>
                  <a:gd name="T1" fmla="*/ 0 h 55"/>
                  <a:gd name="T2" fmla="*/ 0 w 1"/>
                  <a:gd name="T3" fmla="*/ 0 h 55"/>
                  <a:gd name="T4" fmla="*/ 1 w 1"/>
                  <a:gd name="T5" fmla="*/ 0 h 5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5"/>
                  <a:gd name="T11" fmla="*/ 1 w 1"/>
                  <a:gd name="T12" fmla="*/ 55 h 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5">
                    <a:moveTo>
                      <a:pt x="0" y="0"/>
                    </a:moveTo>
                    <a:lnTo>
                      <a:pt x="0" y="55"/>
                    </a:lnTo>
                    <a:lnTo>
                      <a:pt x="1" y="55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</p:grpSp>
      <p:grpSp>
        <p:nvGrpSpPr>
          <p:cNvPr id="216" name="Group 21"/>
          <p:cNvGrpSpPr/>
          <p:nvPr/>
        </p:nvGrpSpPr>
        <p:grpSpPr bwMode="auto">
          <a:xfrm>
            <a:off x="3950848" y="3062339"/>
            <a:ext cx="1701272" cy="2850821"/>
            <a:chOff x="2058" y="1780"/>
            <a:chExt cx="1144" cy="1917"/>
          </a:xfrm>
        </p:grpSpPr>
        <p:sp>
          <p:nvSpPr>
            <p:cNvPr id="217" name="Line 22"/>
            <p:cNvSpPr>
              <a:spLocks noChangeShapeType="1"/>
            </p:cNvSpPr>
            <p:nvPr/>
          </p:nvSpPr>
          <p:spPr bwMode="auto">
            <a:xfrm flipH="1">
              <a:off x="2347" y="2076"/>
              <a:ext cx="563" cy="563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8" name="Line 23"/>
            <p:cNvSpPr>
              <a:spLocks noChangeShapeType="1"/>
            </p:cNvSpPr>
            <p:nvPr/>
          </p:nvSpPr>
          <p:spPr bwMode="auto">
            <a:xfrm>
              <a:off x="2347" y="2076"/>
              <a:ext cx="562" cy="562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9" name="Line 24"/>
            <p:cNvSpPr>
              <a:spLocks noChangeShapeType="1"/>
            </p:cNvSpPr>
            <p:nvPr/>
          </p:nvSpPr>
          <p:spPr bwMode="auto">
            <a:xfrm>
              <a:off x="2347" y="2824"/>
              <a:ext cx="5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0" name="Line 25"/>
            <p:cNvSpPr>
              <a:spLocks noChangeShapeType="1"/>
            </p:cNvSpPr>
            <p:nvPr/>
          </p:nvSpPr>
          <p:spPr bwMode="auto">
            <a:xfrm flipV="1">
              <a:off x="2347" y="2632"/>
              <a:ext cx="0" cy="2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1" name="Line 26"/>
            <p:cNvSpPr>
              <a:spLocks noChangeShapeType="1"/>
            </p:cNvSpPr>
            <p:nvPr/>
          </p:nvSpPr>
          <p:spPr bwMode="auto">
            <a:xfrm flipH="1">
              <a:off x="2160" y="2638"/>
              <a:ext cx="18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2" name="Line 27"/>
            <p:cNvSpPr>
              <a:spLocks noChangeShapeType="1"/>
            </p:cNvSpPr>
            <p:nvPr/>
          </p:nvSpPr>
          <p:spPr bwMode="auto">
            <a:xfrm flipV="1">
              <a:off x="2160" y="2076"/>
              <a:ext cx="0" cy="5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3" name="Line 28"/>
            <p:cNvSpPr>
              <a:spLocks noChangeShapeType="1"/>
            </p:cNvSpPr>
            <p:nvPr/>
          </p:nvSpPr>
          <p:spPr bwMode="auto">
            <a:xfrm>
              <a:off x="2160" y="2076"/>
              <a:ext cx="18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4" name="Line 29"/>
            <p:cNvSpPr>
              <a:spLocks noChangeShapeType="1"/>
            </p:cNvSpPr>
            <p:nvPr/>
          </p:nvSpPr>
          <p:spPr bwMode="auto">
            <a:xfrm flipV="1">
              <a:off x="2347" y="1890"/>
              <a:ext cx="0" cy="1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5" name="Line 30"/>
            <p:cNvSpPr>
              <a:spLocks noChangeShapeType="1"/>
            </p:cNvSpPr>
            <p:nvPr/>
          </p:nvSpPr>
          <p:spPr bwMode="auto">
            <a:xfrm>
              <a:off x="2347" y="1890"/>
              <a:ext cx="5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6" name="Line 31"/>
            <p:cNvSpPr>
              <a:spLocks noChangeShapeType="1"/>
            </p:cNvSpPr>
            <p:nvPr/>
          </p:nvSpPr>
          <p:spPr bwMode="auto">
            <a:xfrm>
              <a:off x="2910" y="1890"/>
              <a:ext cx="0" cy="2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7" name="Line 32"/>
            <p:cNvSpPr>
              <a:spLocks noChangeShapeType="1"/>
            </p:cNvSpPr>
            <p:nvPr/>
          </p:nvSpPr>
          <p:spPr bwMode="auto">
            <a:xfrm>
              <a:off x="2910" y="2084"/>
              <a:ext cx="1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8" name="Line 33"/>
            <p:cNvSpPr>
              <a:spLocks noChangeShapeType="1"/>
            </p:cNvSpPr>
            <p:nvPr/>
          </p:nvSpPr>
          <p:spPr bwMode="auto">
            <a:xfrm>
              <a:off x="3098" y="2083"/>
              <a:ext cx="0" cy="5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9" name="Line 34"/>
            <p:cNvSpPr>
              <a:spLocks noChangeShapeType="1"/>
            </p:cNvSpPr>
            <p:nvPr/>
          </p:nvSpPr>
          <p:spPr bwMode="auto">
            <a:xfrm flipH="1">
              <a:off x="2910" y="2638"/>
              <a:ext cx="1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0" name="Line 35"/>
            <p:cNvSpPr>
              <a:spLocks noChangeShapeType="1"/>
            </p:cNvSpPr>
            <p:nvPr/>
          </p:nvSpPr>
          <p:spPr bwMode="auto">
            <a:xfrm>
              <a:off x="2909" y="2632"/>
              <a:ext cx="0" cy="2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1" name="Oval 36"/>
            <p:cNvSpPr>
              <a:spLocks noChangeArrowheads="1"/>
            </p:cNvSpPr>
            <p:nvPr/>
          </p:nvSpPr>
          <p:spPr bwMode="auto">
            <a:xfrm>
              <a:off x="2347" y="3050"/>
              <a:ext cx="563" cy="5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2" name="Rectangle 37"/>
            <p:cNvSpPr>
              <a:spLocks noChangeArrowheads="1"/>
            </p:cNvSpPr>
            <p:nvPr/>
          </p:nvSpPr>
          <p:spPr bwMode="auto">
            <a:xfrm>
              <a:off x="2160" y="3050"/>
              <a:ext cx="937" cy="56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sz="2000" b="1" i="1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33" name="Group 38"/>
            <p:cNvGrpSpPr/>
            <p:nvPr/>
          </p:nvGrpSpPr>
          <p:grpSpPr bwMode="auto">
            <a:xfrm>
              <a:off x="2058" y="2356"/>
              <a:ext cx="1144" cy="1"/>
              <a:chOff x="2268" y="1265"/>
              <a:chExt cx="1144" cy="1"/>
            </a:xfrm>
          </p:grpSpPr>
          <p:sp>
            <p:nvSpPr>
              <p:cNvPr id="250" name="Freeform 39"/>
              <p:cNvSpPr/>
              <p:nvPr/>
            </p:nvSpPr>
            <p:spPr bwMode="auto">
              <a:xfrm>
                <a:off x="2268" y="1265"/>
                <a:ext cx="360" cy="1"/>
              </a:xfrm>
              <a:custGeom>
                <a:avLst/>
                <a:gdLst>
                  <a:gd name="T0" fmla="*/ 0 w 1080"/>
                  <a:gd name="T1" fmla="*/ 0 h 1"/>
                  <a:gd name="T2" fmla="*/ 0 w 1080"/>
                  <a:gd name="T3" fmla="*/ 0 h 1"/>
                  <a:gd name="T4" fmla="*/ 0 w 108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080"/>
                  <a:gd name="T10" fmla="*/ 0 h 1"/>
                  <a:gd name="T11" fmla="*/ 1080 w 108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80" h="1">
                    <a:moveTo>
                      <a:pt x="0" y="0"/>
                    </a:moveTo>
                    <a:lnTo>
                      <a:pt x="1079" y="0"/>
                    </a:lnTo>
                    <a:lnTo>
                      <a:pt x="1080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51" name="Freeform 40"/>
              <p:cNvSpPr/>
              <p:nvPr/>
            </p:nvSpPr>
            <p:spPr bwMode="auto">
              <a:xfrm>
                <a:off x="2660" y="1265"/>
                <a:ext cx="8" cy="1"/>
              </a:xfrm>
              <a:custGeom>
                <a:avLst/>
                <a:gdLst>
                  <a:gd name="T0" fmla="*/ 0 w 24"/>
                  <a:gd name="T1" fmla="*/ 0 h 1"/>
                  <a:gd name="T2" fmla="*/ 0 w 24"/>
                  <a:gd name="T3" fmla="*/ 0 h 1"/>
                  <a:gd name="T4" fmla="*/ 0 w 2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4"/>
                  <a:gd name="T10" fmla="*/ 0 h 1"/>
                  <a:gd name="T11" fmla="*/ 24 w 2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" h="1">
                    <a:moveTo>
                      <a:pt x="0" y="0"/>
                    </a:moveTo>
                    <a:lnTo>
                      <a:pt x="22" y="0"/>
                    </a:lnTo>
                    <a:lnTo>
                      <a:pt x="24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52" name="Freeform 41"/>
              <p:cNvSpPr/>
              <p:nvPr/>
            </p:nvSpPr>
            <p:spPr bwMode="auto">
              <a:xfrm>
                <a:off x="2701" y="1265"/>
                <a:ext cx="460" cy="1"/>
              </a:xfrm>
              <a:custGeom>
                <a:avLst/>
                <a:gdLst>
                  <a:gd name="T0" fmla="*/ 0 w 1382"/>
                  <a:gd name="T1" fmla="*/ 0 h 1"/>
                  <a:gd name="T2" fmla="*/ 1 w 1382"/>
                  <a:gd name="T3" fmla="*/ 0 h 1"/>
                  <a:gd name="T4" fmla="*/ 1 w 138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382"/>
                  <a:gd name="T10" fmla="*/ 0 h 1"/>
                  <a:gd name="T11" fmla="*/ 1382 w 138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82" h="1">
                    <a:moveTo>
                      <a:pt x="0" y="0"/>
                    </a:moveTo>
                    <a:lnTo>
                      <a:pt x="1380" y="0"/>
                    </a:lnTo>
                    <a:lnTo>
                      <a:pt x="1382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53" name="Freeform 42"/>
              <p:cNvSpPr/>
              <p:nvPr/>
            </p:nvSpPr>
            <p:spPr bwMode="auto">
              <a:xfrm>
                <a:off x="3190" y="1265"/>
                <a:ext cx="8" cy="1"/>
              </a:xfrm>
              <a:custGeom>
                <a:avLst/>
                <a:gdLst>
                  <a:gd name="T0" fmla="*/ 0 w 23"/>
                  <a:gd name="T1" fmla="*/ 0 h 1"/>
                  <a:gd name="T2" fmla="*/ 0 w 23"/>
                  <a:gd name="T3" fmla="*/ 0 h 1"/>
                  <a:gd name="T4" fmla="*/ 0 w 2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3"/>
                  <a:gd name="T10" fmla="*/ 0 h 1"/>
                  <a:gd name="T11" fmla="*/ 23 w 2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" h="1">
                    <a:moveTo>
                      <a:pt x="0" y="0"/>
                    </a:moveTo>
                    <a:lnTo>
                      <a:pt x="22" y="0"/>
                    </a:lnTo>
                    <a:lnTo>
                      <a:pt x="23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54" name="Freeform 43"/>
              <p:cNvSpPr/>
              <p:nvPr/>
            </p:nvSpPr>
            <p:spPr bwMode="auto">
              <a:xfrm>
                <a:off x="3223" y="1265"/>
                <a:ext cx="189" cy="1"/>
              </a:xfrm>
              <a:custGeom>
                <a:avLst/>
                <a:gdLst>
                  <a:gd name="T0" fmla="*/ 0 w 567"/>
                  <a:gd name="T1" fmla="*/ 0 h 1"/>
                  <a:gd name="T2" fmla="*/ 0 w 567"/>
                  <a:gd name="T3" fmla="*/ 0 h 1"/>
                  <a:gd name="T4" fmla="*/ 0 w 56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67"/>
                  <a:gd name="T10" fmla="*/ 0 h 1"/>
                  <a:gd name="T11" fmla="*/ 567 w 56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7" h="1">
                    <a:moveTo>
                      <a:pt x="0" y="0"/>
                    </a:moveTo>
                    <a:lnTo>
                      <a:pt x="566" y="0"/>
                    </a:lnTo>
                    <a:lnTo>
                      <a:pt x="567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34" name="Group 44"/>
            <p:cNvGrpSpPr/>
            <p:nvPr/>
          </p:nvGrpSpPr>
          <p:grpSpPr bwMode="auto">
            <a:xfrm>
              <a:off x="2628" y="1780"/>
              <a:ext cx="1" cy="1133"/>
              <a:chOff x="2838" y="689"/>
              <a:chExt cx="1" cy="1133"/>
            </a:xfrm>
          </p:grpSpPr>
          <p:sp>
            <p:nvSpPr>
              <p:cNvPr id="245" name="Freeform 45"/>
              <p:cNvSpPr/>
              <p:nvPr/>
            </p:nvSpPr>
            <p:spPr bwMode="auto">
              <a:xfrm>
                <a:off x="2838" y="689"/>
                <a:ext cx="1" cy="194"/>
              </a:xfrm>
              <a:custGeom>
                <a:avLst/>
                <a:gdLst>
                  <a:gd name="T0" fmla="*/ 0 w 1"/>
                  <a:gd name="T1" fmla="*/ 0 h 582"/>
                  <a:gd name="T2" fmla="*/ 0 w 1"/>
                  <a:gd name="T3" fmla="*/ 0 h 582"/>
                  <a:gd name="T4" fmla="*/ 1 w 1"/>
                  <a:gd name="T5" fmla="*/ 0 h 58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82"/>
                  <a:gd name="T11" fmla="*/ 1 w 1"/>
                  <a:gd name="T12" fmla="*/ 582 h 5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82">
                    <a:moveTo>
                      <a:pt x="0" y="0"/>
                    </a:moveTo>
                    <a:lnTo>
                      <a:pt x="0" y="582"/>
                    </a:lnTo>
                    <a:lnTo>
                      <a:pt x="1" y="582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46" name="Freeform 46"/>
              <p:cNvSpPr/>
              <p:nvPr/>
            </p:nvSpPr>
            <p:spPr bwMode="auto">
              <a:xfrm>
                <a:off x="2838" y="1457"/>
                <a:ext cx="1" cy="365"/>
              </a:xfrm>
              <a:custGeom>
                <a:avLst/>
                <a:gdLst>
                  <a:gd name="T0" fmla="*/ 0 w 1"/>
                  <a:gd name="T1" fmla="*/ 0 h 1095"/>
                  <a:gd name="T2" fmla="*/ 0 w 1"/>
                  <a:gd name="T3" fmla="*/ 1 h 1095"/>
                  <a:gd name="T4" fmla="*/ 1 w 1"/>
                  <a:gd name="T5" fmla="*/ 1 h 109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095"/>
                  <a:gd name="T11" fmla="*/ 1 w 1"/>
                  <a:gd name="T12" fmla="*/ 1095 h 109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095">
                    <a:moveTo>
                      <a:pt x="0" y="0"/>
                    </a:moveTo>
                    <a:lnTo>
                      <a:pt x="0" y="1095"/>
                    </a:lnTo>
                    <a:lnTo>
                      <a:pt x="1" y="1095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47" name="Freeform 47"/>
              <p:cNvSpPr/>
              <p:nvPr/>
            </p:nvSpPr>
            <p:spPr bwMode="auto">
              <a:xfrm>
                <a:off x="2838" y="1409"/>
                <a:ext cx="1" cy="15"/>
              </a:xfrm>
              <a:custGeom>
                <a:avLst/>
                <a:gdLst>
                  <a:gd name="T0" fmla="*/ 0 w 1"/>
                  <a:gd name="T1" fmla="*/ 0 h 44"/>
                  <a:gd name="T2" fmla="*/ 0 w 1"/>
                  <a:gd name="T3" fmla="*/ 0 h 44"/>
                  <a:gd name="T4" fmla="*/ 1 w 1"/>
                  <a:gd name="T5" fmla="*/ 0 h 4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4"/>
                  <a:gd name="T11" fmla="*/ 1 w 1"/>
                  <a:gd name="T12" fmla="*/ 44 h 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4">
                    <a:moveTo>
                      <a:pt x="0" y="0"/>
                    </a:moveTo>
                    <a:lnTo>
                      <a:pt x="0" y="44"/>
                    </a:lnTo>
                    <a:lnTo>
                      <a:pt x="1" y="44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48" name="Freeform 48"/>
              <p:cNvSpPr/>
              <p:nvPr/>
            </p:nvSpPr>
            <p:spPr bwMode="auto">
              <a:xfrm>
                <a:off x="2838" y="953"/>
                <a:ext cx="1" cy="423"/>
              </a:xfrm>
              <a:custGeom>
                <a:avLst/>
                <a:gdLst>
                  <a:gd name="T0" fmla="*/ 0 w 1"/>
                  <a:gd name="T1" fmla="*/ 0 h 1271"/>
                  <a:gd name="T2" fmla="*/ 0 w 1"/>
                  <a:gd name="T3" fmla="*/ 1 h 1271"/>
                  <a:gd name="T4" fmla="*/ 1 w 1"/>
                  <a:gd name="T5" fmla="*/ 1 h 127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271"/>
                  <a:gd name="T11" fmla="*/ 1 w 1"/>
                  <a:gd name="T12" fmla="*/ 1271 h 127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271">
                    <a:moveTo>
                      <a:pt x="0" y="0"/>
                    </a:moveTo>
                    <a:lnTo>
                      <a:pt x="0" y="1271"/>
                    </a:lnTo>
                    <a:lnTo>
                      <a:pt x="1" y="1271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49" name="Freeform 49"/>
              <p:cNvSpPr/>
              <p:nvPr/>
            </p:nvSpPr>
            <p:spPr bwMode="auto">
              <a:xfrm>
                <a:off x="2838" y="909"/>
                <a:ext cx="1" cy="15"/>
              </a:xfrm>
              <a:custGeom>
                <a:avLst/>
                <a:gdLst>
                  <a:gd name="T0" fmla="*/ 0 w 1"/>
                  <a:gd name="T1" fmla="*/ 0 h 44"/>
                  <a:gd name="T2" fmla="*/ 0 w 1"/>
                  <a:gd name="T3" fmla="*/ 0 h 44"/>
                  <a:gd name="T4" fmla="*/ 1 w 1"/>
                  <a:gd name="T5" fmla="*/ 0 h 4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4"/>
                  <a:gd name="T11" fmla="*/ 1 w 1"/>
                  <a:gd name="T12" fmla="*/ 44 h 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4">
                    <a:moveTo>
                      <a:pt x="0" y="0"/>
                    </a:moveTo>
                    <a:lnTo>
                      <a:pt x="0" y="44"/>
                    </a:lnTo>
                    <a:lnTo>
                      <a:pt x="1" y="44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35" name="Group 50"/>
            <p:cNvGrpSpPr/>
            <p:nvPr/>
          </p:nvGrpSpPr>
          <p:grpSpPr bwMode="auto">
            <a:xfrm>
              <a:off x="2628" y="2985"/>
              <a:ext cx="1" cy="712"/>
              <a:chOff x="2838" y="2048"/>
              <a:chExt cx="1" cy="712"/>
            </a:xfrm>
          </p:grpSpPr>
          <p:sp>
            <p:nvSpPr>
              <p:cNvPr id="242" name="Freeform 51"/>
              <p:cNvSpPr/>
              <p:nvPr/>
            </p:nvSpPr>
            <p:spPr bwMode="auto">
              <a:xfrm>
                <a:off x="2838" y="2048"/>
                <a:ext cx="1" cy="433"/>
              </a:xfrm>
              <a:custGeom>
                <a:avLst/>
                <a:gdLst>
                  <a:gd name="T0" fmla="*/ 0 w 1"/>
                  <a:gd name="T1" fmla="*/ 0 h 1299"/>
                  <a:gd name="T2" fmla="*/ 0 w 1"/>
                  <a:gd name="T3" fmla="*/ 1 h 1299"/>
                  <a:gd name="T4" fmla="*/ 1 w 1"/>
                  <a:gd name="T5" fmla="*/ 1 h 129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299"/>
                  <a:gd name="T11" fmla="*/ 1 w 1"/>
                  <a:gd name="T12" fmla="*/ 1299 h 12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299">
                    <a:moveTo>
                      <a:pt x="0" y="0"/>
                    </a:moveTo>
                    <a:lnTo>
                      <a:pt x="0" y="1299"/>
                    </a:lnTo>
                    <a:lnTo>
                      <a:pt x="1" y="1299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43" name="Freeform 52"/>
              <p:cNvSpPr/>
              <p:nvPr/>
            </p:nvSpPr>
            <p:spPr bwMode="auto">
              <a:xfrm>
                <a:off x="2838" y="2588"/>
                <a:ext cx="1" cy="172"/>
              </a:xfrm>
              <a:custGeom>
                <a:avLst/>
                <a:gdLst>
                  <a:gd name="T0" fmla="*/ 0 w 1"/>
                  <a:gd name="T1" fmla="*/ 0 h 517"/>
                  <a:gd name="T2" fmla="*/ 0 w 1"/>
                  <a:gd name="T3" fmla="*/ 0 h 517"/>
                  <a:gd name="T4" fmla="*/ 1 w 1"/>
                  <a:gd name="T5" fmla="*/ 0 h 51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17"/>
                  <a:gd name="T11" fmla="*/ 1 w 1"/>
                  <a:gd name="T12" fmla="*/ 517 h 5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17">
                    <a:moveTo>
                      <a:pt x="0" y="0"/>
                    </a:moveTo>
                    <a:lnTo>
                      <a:pt x="0" y="517"/>
                    </a:lnTo>
                    <a:lnTo>
                      <a:pt x="1" y="517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44" name="Freeform 53"/>
              <p:cNvSpPr/>
              <p:nvPr/>
            </p:nvSpPr>
            <p:spPr bwMode="auto">
              <a:xfrm>
                <a:off x="2838" y="2525"/>
                <a:ext cx="1" cy="22"/>
              </a:xfrm>
              <a:custGeom>
                <a:avLst/>
                <a:gdLst>
                  <a:gd name="T0" fmla="*/ 0 w 1"/>
                  <a:gd name="T1" fmla="*/ 0 h 67"/>
                  <a:gd name="T2" fmla="*/ 0 w 1"/>
                  <a:gd name="T3" fmla="*/ 0 h 67"/>
                  <a:gd name="T4" fmla="*/ 1 w 1"/>
                  <a:gd name="T5" fmla="*/ 0 h 6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7"/>
                  <a:gd name="T11" fmla="*/ 1 w 1"/>
                  <a:gd name="T12" fmla="*/ 67 h 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7">
                    <a:moveTo>
                      <a:pt x="0" y="0"/>
                    </a:moveTo>
                    <a:lnTo>
                      <a:pt x="0" y="67"/>
                    </a:lnTo>
                    <a:lnTo>
                      <a:pt x="1" y="67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36" name="Group 54"/>
            <p:cNvGrpSpPr/>
            <p:nvPr/>
          </p:nvGrpSpPr>
          <p:grpSpPr bwMode="auto">
            <a:xfrm>
              <a:off x="2068" y="3332"/>
              <a:ext cx="1103" cy="1"/>
              <a:chOff x="2278" y="2395"/>
              <a:chExt cx="1103" cy="1"/>
            </a:xfrm>
          </p:grpSpPr>
          <p:sp>
            <p:nvSpPr>
              <p:cNvPr id="237" name="Freeform 55"/>
              <p:cNvSpPr/>
              <p:nvPr/>
            </p:nvSpPr>
            <p:spPr bwMode="auto">
              <a:xfrm>
                <a:off x="2278" y="2395"/>
                <a:ext cx="139" cy="1"/>
              </a:xfrm>
              <a:custGeom>
                <a:avLst/>
                <a:gdLst>
                  <a:gd name="T0" fmla="*/ 0 w 416"/>
                  <a:gd name="T1" fmla="*/ 0 h 1"/>
                  <a:gd name="T2" fmla="*/ 0 w 416"/>
                  <a:gd name="T3" fmla="*/ 0 h 1"/>
                  <a:gd name="T4" fmla="*/ 0 w 41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16"/>
                  <a:gd name="T10" fmla="*/ 0 h 1"/>
                  <a:gd name="T11" fmla="*/ 416 w 41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6" h="1">
                    <a:moveTo>
                      <a:pt x="0" y="0"/>
                    </a:moveTo>
                    <a:lnTo>
                      <a:pt x="414" y="0"/>
                    </a:lnTo>
                    <a:lnTo>
                      <a:pt x="416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8" name="Freeform 56"/>
              <p:cNvSpPr/>
              <p:nvPr/>
            </p:nvSpPr>
            <p:spPr bwMode="auto">
              <a:xfrm>
                <a:off x="2452" y="2395"/>
                <a:ext cx="20" cy="1"/>
              </a:xfrm>
              <a:custGeom>
                <a:avLst/>
                <a:gdLst>
                  <a:gd name="T0" fmla="*/ 0 w 58"/>
                  <a:gd name="T1" fmla="*/ 0 h 1"/>
                  <a:gd name="T2" fmla="*/ 0 w 58"/>
                  <a:gd name="T3" fmla="*/ 0 h 1"/>
                  <a:gd name="T4" fmla="*/ 0 w 5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8"/>
                  <a:gd name="T10" fmla="*/ 0 h 1"/>
                  <a:gd name="T11" fmla="*/ 58 w 5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8" h="1">
                    <a:moveTo>
                      <a:pt x="0" y="0"/>
                    </a:moveTo>
                    <a:lnTo>
                      <a:pt x="56" y="0"/>
                    </a:lnTo>
                    <a:lnTo>
                      <a:pt x="58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9" name="Freeform 57"/>
              <p:cNvSpPr/>
              <p:nvPr/>
            </p:nvSpPr>
            <p:spPr bwMode="auto">
              <a:xfrm>
                <a:off x="2515" y="2395"/>
                <a:ext cx="450" cy="1"/>
              </a:xfrm>
              <a:custGeom>
                <a:avLst/>
                <a:gdLst>
                  <a:gd name="T0" fmla="*/ 0 w 1349"/>
                  <a:gd name="T1" fmla="*/ 0 h 1"/>
                  <a:gd name="T2" fmla="*/ 1 w 1349"/>
                  <a:gd name="T3" fmla="*/ 0 h 1"/>
                  <a:gd name="T4" fmla="*/ 1 w 134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349"/>
                  <a:gd name="T10" fmla="*/ 0 h 1"/>
                  <a:gd name="T11" fmla="*/ 1349 w 134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49" h="1">
                    <a:moveTo>
                      <a:pt x="0" y="0"/>
                    </a:moveTo>
                    <a:lnTo>
                      <a:pt x="1347" y="0"/>
                    </a:lnTo>
                    <a:lnTo>
                      <a:pt x="1349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40" name="Freeform 58"/>
              <p:cNvSpPr/>
              <p:nvPr/>
            </p:nvSpPr>
            <p:spPr bwMode="auto">
              <a:xfrm>
                <a:off x="3001" y="2395"/>
                <a:ext cx="15" cy="1"/>
              </a:xfrm>
              <a:custGeom>
                <a:avLst/>
                <a:gdLst>
                  <a:gd name="T0" fmla="*/ 0 w 45"/>
                  <a:gd name="T1" fmla="*/ 0 h 1"/>
                  <a:gd name="T2" fmla="*/ 0 w 45"/>
                  <a:gd name="T3" fmla="*/ 0 h 1"/>
                  <a:gd name="T4" fmla="*/ 0 w 4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5"/>
                  <a:gd name="T10" fmla="*/ 0 h 1"/>
                  <a:gd name="T11" fmla="*/ 45 w 4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" h="1">
                    <a:moveTo>
                      <a:pt x="0" y="0"/>
                    </a:moveTo>
                    <a:lnTo>
                      <a:pt x="44" y="0"/>
                    </a:lnTo>
                    <a:lnTo>
                      <a:pt x="45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41" name="Freeform 59"/>
              <p:cNvSpPr/>
              <p:nvPr/>
            </p:nvSpPr>
            <p:spPr bwMode="auto">
              <a:xfrm>
                <a:off x="3059" y="2395"/>
                <a:ext cx="322" cy="1"/>
              </a:xfrm>
              <a:custGeom>
                <a:avLst/>
                <a:gdLst>
                  <a:gd name="T0" fmla="*/ 0 w 967"/>
                  <a:gd name="T1" fmla="*/ 0 h 1"/>
                  <a:gd name="T2" fmla="*/ 0 w 967"/>
                  <a:gd name="T3" fmla="*/ 0 h 1"/>
                  <a:gd name="T4" fmla="*/ 0 w 96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67"/>
                  <a:gd name="T10" fmla="*/ 0 h 1"/>
                  <a:gd name="T11" fmla="*/ 967 w 96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67" h="1">
                    <a:moveTo>
                      <a:pt x="0" y="0"/>
                    </a:moveTo>
                    <a:lnTo>
                      <a:pt x="966" y="0"/>
                    </a:lnTo>
                    <a:lnTo>
                      <a:pt x="967" y="0"/>
                    </a:lnTo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sz="2000" b="1" i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</p:grpSp>
      <p:sp>
        <p:nvSpPr>
          <p:cNvPr id="255" name="Text Box 6"/>
          <p:cNvSpPr txBox="1">
            <a:spLocks noChangeArrowheads="1"/>
          </p:cNvSpPr>
          <p:nvPr/>
        </p:nvSpPr>
        <p:spPr bwMode="auto">
          <a:xfrm>
            <a:off x="1030615" y="5835000"/>
            <a:ext cx="64858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结论：</a:t>
            </a:r>
            <a:r>
              <a:rPr lang="zh-CN" altLang="zh-CN" dirty="0"/>
              <a:t>相贯线总是向着直径较大的圆柱体的轴线弯曲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>
            <a:spLocks noGrp="1"/>
          </p:cNvSpPr>
          <p:nvPr>
            <p:ph type="sldNum" sz="quarter" idx="4294967295"/>
          </p:nvPr>
        </p:nvSpPr>
        <p:spPr>
          <a:xfrm>
            <a:off x="6876256" y="6381328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2D5A35E-8930-41A3-AEC9-D2266C9B2FAD}" type="slidenum">
              <a:rPr lang="en-US" altLang="zh-CN" sz="1400" b="0" i="0" smtClean="0">
                <a:solidFill>
                  <a:schemeClr val="bg2"/>
                </a:solidFill>
              </a:rPr>
              <a:t>11</a:t>
            </a:fld>
            <a:endParaRPr lang="en-US" altLang="zh-CN" sz="1400" b="0" i="0">
              <a:solidFill>
                <a:schemeClr val="bg2"/>
              </a:solidFill>
            </a:endParaRPr>
          </a:p>
        </p:txBody>
      </p:sp>
      <p:sp>
        <p:nvSpPr>
          <p:cNvPr id="388" name="Line 440"/>
          <p:cNvSpPr>
            <a:spLocks noChangeShapeType="1"/>
          </p:cNvSpPr>
          <p:nvPr/>
        </p:nvSpPr>
        <p:spPr bwMode="auto">
          <a:xfrm flipH="1">
            <a:off x="930603" y="3422029"/>
            <a:ext cx="1913567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" name="Line 440"/>
          <p:cNvSpPr>
            <a:spLocks noChangeShapeType="1"/>
          </p:cNvSpPr>
          <p:nvPr/>
        </p:nvSpPr>
        <p:spPr bwMode="auto">
          <a:xfrm flipH="1">
            <a:off x="603515" y="1511346"/>
            <a:ext cx="2321052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390" name="直接连接符 389"/>
          <p:cNvCxnSpPr/>
          <p:nvPr/>
        </p:nvCxnSpPr>
        <p:spPr>
          <a:xfrm>
            <a:off x="2486353" y="1524334"/>
            <a:ext cx="48650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直接连接符 390"/>
          <p:cNvCxnSpPr/>
          <p:nvPr/>
        </p:nvCxnSpPr>
        <p:spPr>
          <a:xfrm>
            <a:off x="2472066" y="3420442"/>
            <a:ext cx="48650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2" name="Group 471"/>
          <p:cNvGrpSpPr/>
          <p:nvPr/>
        </p:nvGrpSpPr>
        <p:grpSpPr bwMode="auto">
          <a:xfrm>
            <a:off x="368628" y="1204292"/>
            <a:ext cx="2695575" cy="2546350"/>
            <a:chOff x="2062" y="413"/>
            <a:chExt cx="1698" cy="1604"/>
          </a:xfrm>
        </p:grpSpPr>
        <p:grpSp>
          <p:nvGrpSpPr>
            <p:cNvPr id="393" name="Group 474"/>
            <p:cNvGrpSpPr/>
            <p:nvPr/>
          </p:nvGrpSpPr>
          <p:grpSpPr bwMode="auto">
            <a:xfrm>
              <a:off x="2062" y="1215"/>
              <a:ext cx="1698" cy="0"/>
              <a:chOff x="2052" y="2780"/>
              <a:chExt cx="1698" cy="0"/>
            </a:xfrm>
          </p:grpSpPr>
          <p:grpSp>
            <p:nvGrpSpPr>
              <p:cNvPr id="404" name="Group 475"/>
              <p:cNvGrpSpPr/>
              <p:nvPr/>
            </p:nvGrpSpPr>
            <p:grpSpPr bwMode="auto">
              <a:xfrm>
                <a:off x="2052" y="2780"/>
                <a:ext cx="1343" cy="0"/>
                <a:chOff x="2052" y="2780"/>
                <a:chExt cx="1343" cy="0"/>
              </a:xfrm>
            </p:grpSpPr>
            <p:sp>
              <p:nvSpPr>
                <p:cNvPr id="407" name="Line 476"/>
                <p:cNvSpPr>
                  <a:spLocks noChangeShapeType="1"/>
                </p:cNvSpPr>
                <p:nvPr/>
              </p:nvSpPr>
              <p:spPr bwMode="auto">
                <a:xfrm>
                  <a:off x="2052" y="2780"/>
                  <a:ext cx="30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8" name="Line 477"/>
                <p:cNvSpPr>
                  <a:spLocks noChangeShapeType="1"/>
                </p:cNvSpPr>
                <p:nvPr/>
              </p:nvSpPr>
              <p:spPr bwMode="auto">
                <a:xfrm>
                  <a:off x="2442" y="2780"/>
                  <a:ext cx="48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9" name="Line 478"/>
                <p:cNvSpPr>
                  <a:spLocks noChangeShapeType="1"/>
                </p:cNvSpPr>
                <p:nvPr/>
              </p:nvSpPr>
              <p:spPr bwMode="auto">
                <a:xfrm>
                  <a:off x="3016" y="2780"/>
                  <a:ext cx="37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0" name="Line 479"/>
                <p:cNvSpPr>
                  <a:spLocks noChangeShapeType="1"/>
                </p:cNvSpPr>
                <p:nvPr/>
              </p:nvSpPr>
              <p:spPr bwMode="auto">
                <a:xfrm>
                  <a:off x="2383" y="2780"/>
                  <a:ext cx="2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1" name="Line 480"/>
                <p:cNvSpPr>
                  <a:spLocks noChangeShapeType="1"/>
                </p:cNvSpPr>
                <p:nvPr/>
              </p:nvSpPr>
              <p:spPr bwMode="auto">
                <a:xfrm>
                  <a:off x="2958" y="2780"/>
                  <a:ext cx="2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05" name="Line 481"/>
              <p:cNvSpPr>
                <a:spLocks noChangeShapeType="1"/>
              </p:cNvSpPr>
              <p:nvPr/>
            </p:nvSpPr>
            <p:spPr bwMode="auto">
              <a:xfrm>
                <a:off x="3491" y="2780"/>
                <a:ext cx="2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6" name="Line 482"/>
              <p:cNvSpPr>
                <a:spLocks noChangeShapeType="1"/>
              </p:cNvSpPr>
              <p:nvPr/>
            </p:nvSpPr>
            <p:spPr bwMode="auto">
              <a:xfrm>
                <a:off x="3433" y="2780"/>
                <a:ext cx="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94" name="Group 483"/>
            <p:cNvGrpSpPr/>
            <p:nvPr/>
          </p:nvGrpSpPr>
          <p:grpSpPr bwMode="auto">
            <a:xfrm>
              <a:off x="2925" y="413"/>
              <a:ext cx="1" cy="1604"/>
              <a:chOff x="2925" y="413"/>
              <a:chExt cx="1" cy="1604"/>
            </a:xfrm>
          </p:grpSpPr>
          <p:grpSp>
            <p:nvGrpSpPr>
              <p:cNvPr id="395" name="Group 484"/>
              <p:cNvGrpSpPr/>
              <p:nvPr/>
            </p:nvGrpSpPr>
            <p:grpSpPr bwMode="auto">
              <a:xfrm>
                <a:off x="2925" y="413"/>
                <a:ext cx="1" cy="1205"/>
                <a:chOff x="2925" y="413"/>
                <a:chExt cx="1" cy="1205"/>
              </a:xfrm>
            </p:grpSpPr>
            <p:sp>
              <p:nvSpPr>
                <p:cNvPr id="399" name="Line 485"/>
                <p:cNvSpPr>
                  <a:spLocks noChangeShapeType="1"/>
                </p:cNvSpPr>
                <p:nvPr/>
              </p:nvSpPr>
              <p:spPr bwMode="auto">
                <a:xfrm rot="-5400000">
                  <a:off x="2697" y="1391"/>
                  <a:ext cx="45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0" name="Line 486"/>
                <p:cNvSpPr>
                  <a:spLocks noChangeShapeType="1"/>
                </p:cNvSpPr>
                <p:nvPr/>
              </p:nvSpPr>
              <p:spPr bwMode="auto">
                <a:xfrm rot="-5400000">
                  <a:off x="2719" y="871"/>
                  <a:ext cx="4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1" name="Line 487"/>
                <p:cNvSpPr>
                  <a:spLocks noChangeShapeType="1"/>
                </p:cNvSpPr>
                <p:nvPr/>
              </p:nvSpPr>
              <p:spPr bwMode="auto">
                <a:xfrm rot="-5400000">
                  <a:off x="2842" y="497"/>
                  <a:ext cx="16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2" name="Line 488"/>
                <p:cNvSpPr>
                  <a:spLocks noChangeShapeType="1"/>
                </p:cNvSpPr>
                <p:nvPr/>
              </p:nvSpPr>
              <p:spPr bwMode="auto">
                <a:xfrm rot="-5400000">
                  <a:off x="2912" y="1121"/>
                  <a:ext cx="2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3" name="Line 489"/>
                <p:cNvSpPr>
                  <a:spLocks noChangeShapeType="1"/>
                </p:cNvSpPr>
                <p:nvPr/>
              </p:nvSpPr>
              <p:spPr bwMode="auto">
                <a:xfrm rot="-5400000">
                  <a:off x="2913" y="626"/>
                  <a:ext cx="2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6" name="Group 490"/>
              <p:cNvGrpSpPr/>
              <p:nvPr/>
            </p:nvGrpSpPr>
            <p:grpSpPr bwMode="auto">
              <a:xfrm>
                <a:off x="2926" y="1642"/>
                <a:ext cx="0" cy="375"/>
                <a:chOff x="2906" y="1642"/>
                <a:chExt cx="0" cy="375"/>
              </a:xfrm>
            </p:grpSpPr>
            <p:sp>
              <p:nvSpPr>
                <p:cNvPr id="397" name="Line 491"/>
                <p:cNvSpPr>
                  <a:spLocks noChangeShapeType="1"/>
                </p:cNvSpPr>
                <p:nvPr/>
              </p:nvSpPr>
              <p:spPr bwMode="auto">
                <a:xfrm rot="-5400000">
                  <a:off x="2746" y="1857"/>
                  <a:ext cx="3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98" name="Line 492"/>
                <p:cNvSpPr>
                  <a:spLocks noChangeShapeType="1"/>
                </p:cNvSpPr>
                <p:nvPr/>
              </p:nvSpPr>
              <p:spPr bwMode="auto">
                <a:xfrm rot="-5400000">
                  <a:off x="2893" y="1655"/>
                  <a:ext cx="2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12" name="Rectangle 283"/>
          <p:cNvSpPr>
            <a:spLocks noChangeArrowheads="1"/>
          </p:cNvSpPr>
          <p:nvPr/>
        </p:nvSpPr>
        <p:spPr bwMode="auto">
          <a:xfrm>
            <a:off x="532141" y="4010992"/>
            <a:ext cx="2400300" cy="192246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3" name="Oval 284"/>
          <p:cNvSpPr>
            <a:spLocks noChangeArrowheads="1"/>
          </p:cNvSpPr>
          <p:nvPr/>
        </p:nvSpPr>
        <p:spPr bwMode="auto">
          <a:xfrm>
            <a:off x="998866" y="4799979"/>
            <a:ext cx="1465262" cy="146526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4" name="Rectangle 285"/>
          <p:cNvSpPr>
            <a:spLocks noChangeArrowheads="1"/>
          </p:cNvSpPr>
          <p:nvPr/>
        </p:nvSpPr>
        <p:spPr bwMode="auto">
          <a:xfrm>
            <a:off x="4194503" y="1318592"/>
            <a:ext cx="1485900" cy="230505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5" name="Oval 286"/>
          <p:cNvSpPr>
            <a:spLocks noChangeArrowheads="1"/>
          </p:cNvSpPr>
          <p:nvPr/>
        </p:nvSpPr>
        <p:spPr bwMode="auto">
          <a:xfrm>
            <a:off x="3434091" y="1515442"/>
            <a:ext cx="1905000" cy="1905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6" name="Line 294"/>
          <p:cNvSpPr>
            <a:spLocks noChangeShapeType="1"/>
          </p:cNvSpPr>
          <p:nvPr/>
        </p:nvSpPr>
        <p:spPr bwMode="auto">
          <a:xfrm>
            <a:off x="241628" y="5790579"/>
            <a:ext cx="290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7" name="Line 295"/>
          <p:cNvSpPr>
            <a:spLocks noChangeShapeType="1"/>
          </p:cNvSpPr>
          <p:nvPr/>
        </p:nvSpPr>
        <p:spPr bwMode="auto">
          <a:xfrm>
            <a:off x="5205741" y="996329"/>
            <a:ext cx="0" cy="2859088"/>
          </a:xfrm>
          <a:prstGeom prst="line">
            <a:avLst/>
          </a:prstGeom>
          <a:noFill/>
          <a:ln w="12700">
            <a:solidFill>
              <a:srgbClr val="00006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8" name="Group 297"/>
          <p:cNvGrpSpPr/>
          <p:nvPr/>
        </p:nvGrpSpPr>
        <p:grpSpPr bwMode="auto">
          <a:xfrm>
            <a:off x="1043316" y="1948829"/>
            <a:ext cx="1382712" cy="3840163"/>
            <a:chOff x="2467" y="882"/>
            <a:chExt cx="871" cy="2419"/>
          </a:xfrm>
        </p:grpSpPr>
        <p:sp>
          <p:nvSpPr>
            <p:cNvPr id="419" name="Line 298"/>
            <p:cNvSpPr>
              <a:spLocks noChangeShapeType="1"/>
            </p:cNvSpPr>
            <p:nvPr/>
          </p:nvSpPr>
          <p:spPr bwMode="auto">
            <a:xfrm flipV="1">
              <a:off x="2467" y="882"/>
              <a:ext cx="0" cy="24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" name="Line 299"/>
            <p:cNvSpPr>
              <a:spLocks noChangeShapeType="1"/>
            </p:cNvSpPr>
            <p:nvPr/>
          </p:nvSpPr>
          <p:spPr bwMode="auto">
            <a:xfrm flipV="1">
              <a:off x="3338" y="911"/>
              <a:ext cx="0" cy="2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21" name="Group 300"/>
          <p:cNvGrpSpPr/>
          <p:nvPr/>
        </p:nvGrpSpPr>
        <p:grpSpPr bwMode="auto">
          <a:xfrm>
            <a:off x="1003628" y="5744542"/>
            <a:ext cx="1458913" cy="82550"/>
            <a:chOff x="2442" y="3253"/>
            <a:chExt cx="919" cy="52"/>
          </a:xfrm>
        </p:grpSpPr>
        <p:sp>
          <p:nvSpPr>
            <p:cNvPr id="422" name="Oval 301"/>
            <p:cNvSpPr>
              <a:spLocks noChangeArrowheads="1"/>
            </p:cNvSpPr>
            <p:nvPr/>
          </p:nvSpPr>
          <p:spPr bwMode="auto">
            <a:xfrm>
              <a:off x="2442" y="3253"/>
              <a:ext cx="52" cy="52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3" name="Oval 302"/>
            <p:cNvSpPr>
              <a:spLocks noChangeArrowheads="1"/>
            </p:cNvSpPr>
            <p:nvPr/>
          </p:nvSpPr>
          <p:spPr bwMode="auto">
            <a:xfrm>
              <a:off x="3309" y="3253"/>
              <a:ext cx="52" cy="52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24" name="Freeform 304"/>
          <p:cNvSpPr/>
          <p:nvPr/>
        </p:nvSpPr>
        <p:spPr bwMode="auto">
          <a:xfrm>
            <a:off x="986166" y="1723404"/>
            <a:ext cx="120650" cy="1531938"/>
          </a:xfrm>
          <a:custGeom>
            <a:avLst/>
            <a:gdLst>
              <a:gd name="T0" fmla="*/ 0 w 76"/>
              <a:gd name="T1" fmla="*/ 0 h 965"/>
              <a:gd name="T2" fmla="*/ 2147483647 w 76"/>
              <a:gd name="T3" fmla="*/ 2147483647 h 965"/>
              <a:gd name="T4" fmla="*/ 2147483647 w 76"/>
              <a:gd name="T5" fmla="*/ 2147483647 h 965"/>
              <a:gd name="T6" fmla="*/ 2147483647 w 76"/>
              <a:gd name="T7" fmla="*/ 2147483647 h 965"/>
              <a:gd name="T8" fmla="*/ 2147483647 w 76"/>
              <a:gd name="T9" fmla="*/ 2147483647 h 965"/>
              <a:gd name="T10" fmla="*/ 2147483647 w 76"/>
              <a:gd name="T11" fmla="*/ 2147483647 h 965"/>
              <a:gd name="T12" fmla="*/ 2147483647 w 76"/>
              <a:gd name="T13" fmla="*/ 2147483647 h 965"/>
              <a:gd name="T14" fmla="*/ 2147483647 w 76"/>
              <a:gd name="T15" fmla="*/ 2147483647 h 965"/>
              <a:gd name="T16" fmla="*/ 2147483647 w 76"/>
              <a:gd name="T17" fmla="*/ 2147483647 h 965"/>
              <a:gd name="T18" fmla="*/ 2147483647 w 76"/>
              <a:gd name="T19" fmla="*/ 2147483647 h 965"/>
              <a:gd name="T20" fmla="*/ 2147483647 w 76"/>
              <a:gd name="T21" fmla="*/ 2147483647 h 965"/>
              <a:gd name="T22" fmla="*/ 2147483647 w 76"/>
              <a:gd name="T23" fmla="*/ 2147483647 h 965"/>
              <a:gd name="T24" fmla="*/ 2147483647 w 76"/>
              <a:gd name="T25" fmla="*/ 2147483647 h 965"/>
              <a:gd name="T26" fmla="*/ 2147483647 w 76"/>
              <a:gd name="T27" fmla="*/ 2147483647 h 965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76"/>
              <a:gd name="T43" fmla="*/ 0 h 965"/>
              <a:gd name="T44" fmla="*/ 76 w 76"/>
              <a:gd name="T45" fmla="*/ 965 h 965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76" h="965">
                <a:moveTo>
                  <a:pt x="0" y="0"/>
                </a:moveTo>
                <a:cubicBezTo>
                  <a:pt x="2" y="9"/>
                  <a:pt x="8" y="41"/>
                  <a:pt x="12" y="57"/>
                </a:cubicBezTo>
                <a:cubicBezTo>
                  <a:pt x="16" y="73"/>
                  <a:pt x="20" y="78"/>
                  <a:pt x="24" y="98"/>
                </a:cubicBezTo>
                <a:cubicBezTo>
                  <a:pt x="28" y="118"/>
                  <a:pt x="32" y="152"/>
                  <a:pt x="36" y="177"/>
                </a:cubicBezTo>
                <a:cubicBezTo>
                  <a:pt x="40" y="202"/>
                  <a:pt x="46" y="221"/>
                  <a:pt x="51" y="251"/>
                </a:cubicBezTo>
                <a:cubicBezTo>
                  <a:pt x="56" y="281"/>
                  <a:pt x="63" y="319"/>
                  <a:pt x="67" y="359"/>
                </a:cubicBezTo>
                <a:cubicBezTo>
                  <a:pt x="71" y="399"/>
                  <a:pt x="76" y="453"/>
                  <a:pt x="76" y="493"/>
                </a:cubicBezTo>
                <a:cubicBezTo>
                  <a:pt x="76" y="533"/>
                  <a:pt x="70" y="567"/>
                  <a:pt x="67" y="599"/>
                </a:cubicBezTo>
                <a:cubicBezTo>
                  <a:pt x="64" y="631"/>
                  <a:pt x="60" y="656"/>
                  <a:pt x="55" y="688"/>
                </a:cubicBezTo>
                <a:cubicBezTo>
                  <a:pt x="50" y="720"/>
                  <a:pt x="40" y="770"/>
                  <a:pt x="35" y="794"/>
                </a:cubicBezTo>
                <a:cubicBezTo>
                  <a:pt x="30" y="818"/>
                  <a:pt x="27" y="819"/>
                  <a:pt x="24" y="832"/>
                </a:cubicBezTo>
                <a:cubicBezTo>
                  <a:pt x="21" y="845"/>
                  <a:pt x="18" y="860"/>
                  <a:pt x="16" y="874"/>
                </a:cubicBezTo>
                <a:cubicBezTo>
                  <a:pt x="14" y="888"/>
                  <a:pt x="11" y="899"/>
                  <a:pt x="10" y="914"/>
                </a:cubicBezTo>
                <a:cubicBezTo>
                  <a:pt x="9" y="929"/>
                  <a:pt x="8" y="958"/>
                  <a:pt x="7" y="965"/>
                </a:cubicBezTo>
              </a:path>
            </a:pathLst>
          </a:custGeom>
          <a:noFill/>
          <a:ln w="38100" cmpd="sng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5" name="Freeform 305"/>
          <p:cNvSpPr/>
          <p:nvPr/>
        </p:nvSpPr>
        <p:spPr bwMode="auto">
          <a:xfrm>
            <a:off x="2351416" y="1694829"/>
            <a:ext cx="131762" cy="1528763"/>
          </a:xfrm>
          <a:custGeom>
            <a:avLst/>
            <a:gdLst>
              <a:gd name="T0" fmla="*/ 2147483647 w 83"/>
              <a:gd name="T1" fmla="*/ 0 h 963"/>
              <a:gd name="T2" fmla="*/ 2147483647 w 83"/>
              <a:gd name="T3" fmla="*/ 2147483647 h 963"/>
              <a:gd name="T4" fmla="*/ 2147483647 w 83"/>
              <a:gd name="T5" fmla="*/ 2147483647 h 963"/>
              <a:gd name="T6" fmla="*/ 2147483647 w 83"/>
              <a:gd name="T7" fmla="*/ 2147483647 h 963"/>
              <a:gd name="T8" fmla="*/ 2147483647 w 83"/>
              <a:gd name="T9" fmla="*/ 2147483647 h 963"/>
              <a:gd name="T10" fmla="*/ 2147483647 w 83"/>
              <a:gd name="T11" fmla="*/ 2147483647 h 963"/>
              <a:gd name="T12" fmla="*/ 2147483647 w 83"/>
              <a:gd name="T13" fmla="*/ 2147483647 h 963"/>
              <a:gd name="T14" fmla="*/ 2147483647 w 83"/>
              <a:gd name="T15" fmla="*/ 2147483647 h 963"/>
              <a:gd name="T16" fmla="*/ 2147483647 w 83"/>
              <a:gd name="T17" fmla="*/ 2147483647 h 963"/>
              <a:gd name="T18" fmla="*/ 2147483647 w 83"/>
              <a:gd name="T19" fmla="*/ 2147483647 h 963"/>
              <a:gd name="T20" fmla="*/ 2147483647 w 83"/>
              <a:gd name="T21" fmla="*/ 2147483647 h 963"/>
              <a:gd name="T22" fmla="*/ 2147483647 w 83"/>
              <a:gd name="T23" fmla="*/ 2147483647 h 963"/>
              <a:gd name="T24" fmla="*/ 2147483647 w 83"/>
              <a:gd name="T25" fmla="*/ 2147483647 h 963"/>
              <a:gd name="T26" fmla="*/ 2147483647 w 83"/>
              <a:gd name="T27" fmla="*/ 2147483647 h 96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83"/>
              <a:gd name="T43" fmla="*/ 0 h 963"/>
              <a:gd name="T44" fmla="*/ 83 w 83"/>
              <a:gd name="T45" fmla="*/ 963 h 963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83" h="963">
                <a:moveTo>
                  <a:pt x="83" y="0"/>
                </a:moveTo>
                <a:cubicBezTo>
                  <a:pt x="82" y="7"/>
                  <a:pt x="79" y="27"/>
                  <a:pt x="76" y="44"/>
                </a:cubicBezTo>
                <a:cubicBezTo>
                  <a:pt x="73" y="61"/>
                  <a:pt x="67" y="83"/>
                  <a:pt x="62" y="104"/>
                </a:cubicBezTo>
                <a:cubicBezTo>
                  <a:pt x="57" y="125"/>
                  <a:pt x="52" y="149"/>
                  <a:pt x="47" y="173"/>
                </a:cubicBezTo>
                <a:cubicBezTo>
                  <a:pt x="42" y="197"/>
                  <a:pt x="38" y="222"/>
                  <a:pt x="33" y="250"/>
                </a:cubicBezTo>
                <a:cubicBezTo>
                  <a:pt x="28" y="278"/>
                  <a:pt x="20" y="303"/>
                  <a:pt x="15" y="341"/>
                </a:cubicBezTo>
                <a:cubicBezTo>
                  <a:pt x="10" y="379"/>
                  <a:pt x="4" y="438"/>
                  <a:pt x="2" y="481"/>
                </a:cubicBezTo>
                <a:cubicBezTo>
                  <a:pt x="0" y="524"/>
                  <a:pt x="3" y="564"/>
                  <a:pt x="6" y="597"/>
                </a:cubicBezTo>
                <a:cubicBezTo>
                  <a:pt x="9" y="630"/>
                  <a:pt x="15" y="657"/>
                  <a:pt x="19" y="680"/>
                </a:cubicBezTo>
                <a:cubicBezTo>
                  <a:pt x="23" y="703"/>
                  <a:pt x="24" y="714"/>
                  <a:pt x="28" y="737"/>
                </a:cubicBezTo>
                <a:cubicBezTo>
                  <a:pt x="32" y="760"/>
                  <a:pt x="39" y="795"/>
                  <a:pt x="44" y="817"/>
                </a:cubicBezTo>
                <a:cubicBezTo>
                  <a:pt x="49" y="839"/>
                  <a:pt x="52" y="852"/>
                  <a:pt x="57" y="869"/>
                </a:cubicBezTo>
                <a:cubicBezTo>
                  <a:pt x="62" y="886"/>
                  <a:pt x="69" y="904"/>
                  <a:pt x="73" y="920"/>
                </a:cubicBezTo>
                <a:cubicBezTo>
                  <a:pt x="77" y="936"/>
                  <a:pt x="81" y="954"/>
                  <a:pt x="83" y="963"/>
                </a:cubicBezTo>
              </a:path>
            </a:pathLst>
          </a:custGeom>
          <a:noFill/>
          <a:ln w="38100" cmpd="sng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26" name="Group 306"/>
          <p:cNvGrpSpPr/>
          <p:nvPr/>
        </p:nvGrpSpPr>
        <p:grpSpPr bwMode="auto">
          <a:xfrm>
            <a:off x="995691" y="1318592"/>
            <a:ext cx="1519237" cy="2305050"/>
            <a:chOff x="2437" y="485"/>
            <a:chExt cx="957" cy="1452"/>
          </a:xfrm>
        </p:grpSpPr>
        <p:sp>
          <p:nvSpPr>
            <p:cNvPr id="427" name="Line 307"/>
            <p:cNvSpPr>
              <a:spLocks noChangeShapeType="1"/>
            </p:cNvSpPr>
            <p:nvPr/>
          </p:nvSpPr>
          <p:spPr bwMode="auto">
            <a:xfrm>
              <a:off x="2437" y="485"/>
              <a:ext cx="939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8" name="Line 308"/>
            <p:cNvSpPr>
              <a:spLocks noChangeShapeType="1"/>
            </p:cNvSpPr>
            <p:nvPr/>
          </p:nvSpPr>
          <p:spPr bwMode="auto">
            <a:xfrm>
              <a:off x="2437" y="1937"/>
              <a:ext cx="95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9" name="Line 309"/>
          <p:cNvSpPr>
            <a:spLocks noChangeShapeType="1"/>
          </p:cNvSpPr>
          <p:nvPr/>
        </p:nvSpPr>
        <p:spPr bwMode="auto">
          <a:xfrm>
            <a:off x="538491" y="1518617"/>
            <a:ext cx="4524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" name="Freeform 311"/>
          <p:cNvSpPr/>
          <p:nvPr/>
        </p:nvSpPr>
        <p:spPr bwMode="auto">
          <a:xfrm>
            <a:off x="1005216" y="1512267"/>
            <a:ext cx="1490662" cy="180975"/>
          </a:xfrm>
          <a:custGeom>
            <a:avLst/>
            <a:gdLst>
              <a:gd name="T0" fmla="*/ 0 w 939"/>
              <a:gd name="T1" fmla="*/ 2147483647 h 114"/>
              <a:gd name="T2" fmla="*/ 2147483647 w 939"/>
              <a:gd name="T3" fmla="*/ 2147483647 h 114"/>
              <a:gd name="T4" fmla="*/ 2147483647 w 939"/>
              <a:gd name="T5" fmla="*/ 2147483647 h 114"/>
              <a:gd name="T6" fmla="*/ 2147483647 w 939"/>
              <a:gd name="T7" fmla="*/ 2147483647 h 114"/>
              <a:gd name="T8" fmla="*/ 2147483647 w 939"/>
              <a:gd name="T9" fmla="*/ 2147483647 h 114"/>
              <a:gd name="T10" fmla="*/ 2147483647 w 939"/>
              <a:gd name="T11" fmla="*/ 2147483647 h 114"/>
              <a:gd name="T12" fmla="*/ 2147483647 w 939"/>
              <a:gd name="T13" fmla="*/ 2147483647 h 114"/>
              <a:gd name="T14" fmla="*/ 2147483647 w 939"/>
              <a:gd name="T15" fmla="*/ 2147483647 h 114"/>
              <a:gd name="T16" fmla="*/ 2147483647 w 939"/>
              <a:gd name="T17" fmla="*/ 2147483647 h 114"/>
              <a:gd name="T18" fmla="*/ 2147483647 w 939"/>
              <a:gd name="T19" fmla="*/ 2147483647 h 114"/>
              <a:gd name="T20" fmla="*/ 2147483647 w 939"/>
              <a:gd name="T21" fmla="*/ 2147483647 h 114"/>
              <a:gd name="T22" fmla="*/ 2147483647 w 939"/>
              <a:gd name="T23" fmla="*/ 0 h 114"/>
              <a:gd name="T24" fmla="*/ 2147483647 w 939"/>
              <a:gd name="T25" fmla="*/ 2147483647 h 114"/>
              <a:gd name="T26" fmla="*/ 2147483647 w 939"/>
              <a:gd name="T27" fmla="*/ 2147483647 h 114"/>
              <a:gd name="T28" fmla="*/ 2147483647 w 939"/>
              <a:gd name="T29" fmla="*/ 2147483647 h 114"/>
              <a:gd name="T30" fmla="*/ 2147483647 w 939"/>
              <a:gd name="T31" fmla="*/ 2147483647 h 11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939"/>
              <a:gd name="T49" fmla="*/ 0 h 114"/>
              <a:gd name="T50" fmla="*/ 939 w 939"/>
              <a:gd name="T51" fmla="*/ 114 h 11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939" h="114">
                <a:moveTo>
                  <a:pt x="0" y="114"/>
                </a:moveTo>
                <a:cubicBezTo>
                  <a:pt x="2" y="103"/>
                  <a:pt x="5" y="92"/>
                  <a:pt x="9" y="81"/>
                </a:cubicBezTo>
                <a:cubicBezTo>
                  <a:pt x="13" y="70"/>
                  <a:pt x="19" y="55"/>
                  <a:pt x="27" y="45"/>
                </a:cubicBezTo>
                <a:cubicBezTo>
                  <a:pt x="35" y="35"/>
                  <a:pt x="49" y="27"/>
                  <a:pt x="60" y="21"/>
                </a:cubicBezTo>
                <a:cubicBezTo>
                  <a:pt x="71" y="15"/>
                  <a:pt x="79" y="12"/>
                  <a:pt x="96" y="9"/>
                </a:cubicBezTo>
                <a:cubicBezTo>
                  <a:pt x="113" y="6"/>
                  <a:pt x="132" y="3"/>
                  <a:pt x="162" y="3"/>
                </a:cubicBezTo>
                <a:cubicBezTo>
                  <a:pt x="192" y="3"/>
                  <a:pt x="243" y="7"/>
                  <a:pt x="279" y="9"/>
                </a:cubicBezTo>
                <a:cubicBezTo>
                  <a:pt x="315" y="11"/>
                  <a:pt x="349" y="17"/>
                  <a:pt x="381" y="18"/>
                </a:cubicBezTo>
                <a:cubicBezTo>
                  <a:pt x="413" y="19"/>
                  <a:pt x="438" y="18"/>
                  <a:pt x="471" y="18"/>
                </a:cubicBezTo>
                <a:cubicBezTo>
                  <a:pt x="504" y="18"/>
                  <a:pt x="551" y="17"/>
                  <a:pt x="582" y="15"/>
                </a:cubicBezTo>
                <a:cubicBezTo>
                  <a:pt x="613" y="13"/>
                  <a:pt x="629" y="8"/>
                  <a:pt x="660" y="6"/>
                </a:cubicBezTo>
                <a:cubicBezTo>
                  <a:pt x="691" y="4"/>
                  <a:pt x="741" y="0"/>
                  <a:pt x="771" y="0"/>
                </a:cubicBezTo>
                <a:cubicBezTo>
                  <a:pt x="801" y="0"/>
                  <a:pt x="823" y="4"/>
                  <a:pt x="843" y="9"/>
                </a:cubicBezTo>
                <a:cubicBezTo>
                  <a:pt x="863" y="14"/>
                  <a:pt x="877" y="20"/>
                  <a:pt x="891" y="30"/>
                </a:cubicBezTo>
                <a:cubicBezTo>
                  <a:pt x="905" y="40"/>
                  <a:pt x="919" y="58"/>
                  <a:pt x="927" y="72"/>
                </a:cubicBezTo>
                <a:cubicBezTo>
                  <a:pt x="935" y="86"/>
                  <a:pt x="937" y="105"/>
                  <a:pt x="939" y="114"/>
                </a:cubicBezTo>
              </a:path>
            </a:pathLst>
          </a:custGeom>
          <a:noFill/>
          <a:ln w="19050" cap="flat" cmpd="sng">
            <a:solidFill>
              <a:srgbClr val="CC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1" name="Line 312"/>
          <p:cNvSpPr>
            <a:spLocks noChangeShapeType="1"/>
          </p:cNvSpPr>
          <p:nvPr/>
        </p:nvSpPr>
        <p:spPr bwMode="auto">
          <a:xfrm>
            <a:off x="995219" y="1516094"/>
            <a:ext cx="2190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2" name="Line 313"/>
          <p:cNvSpPr>
            <a:spLocks noChangeShapeType="1"/>
          </p:cNvSpPr>
          <p:nvPr/>
        </p:nvSpPr>
        <p:spPr bwMode="auto">
          <a:xfrm flipH="1">
            <a:off x="2229178" y="1518617"/>
            <a:ext cx="2190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3" name="Line 314"/>
          <p:cNvSpPr>
            <a:spLocks noChangeShapeType="1"/>
          </p:cNvSpPr>
          <p:nvPr/>
        </p:nvSpPr>
        <p:spPr bwMode="auto">
          <a:xfrm>
            <a:off x="2514928" y="1518617"/>
            <a:ext cx="4524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4" name="Line 315"/>
          <p:cNvSpPr>
            <a:spLocks noChangeShapeType="1"/>
          </p:cNvSpPr>
          <p:nvPr/>
        </p:nvSpPr>
        <p:spPr bwMode="auto">
          <a:xfrm>
            <a:off x="528966" y="3423617"/>
            <a:ext cx="4667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5" name="Freeform 317"/>
          <p:cNvSpPr/>
          <p:nvPr/>
        </p:nvSpPr>
        <p:spPr bwMode="auto">
          <a:xfrm flipV="1">
            <a:off x="1009978" y="3244229"/>
            <a:ext cx="1490663" cy="180975"/>
          </a:xfrm>
          <a:custGeom>
            <a:avLst/>
            <a:gdLst>
              <a:gd name="T0" fmla="*/ 0 w 939"/>
              <a:gd name="T1" fmla="*/ 2147483647 h 114"/>
              <a:gd name="T2" fmla="*/ 2147483647 w 939"/>
              <a:gd name="T3" fmla="*/ 2147483647 h 114"/>
              <a:gd name="T4" fmla="*/ 2147483647 w 939"/>
              <a:gd name="T5" fmla="*/ 2147483647 h 114"/>
              <a:gd name="T6" fmla="*/ 2147483647 w 939"/>
              <a:gd name="T7" fmla="*/ 2147483647 h 114"/>
              <a:gd name="T8" fmla="*/ 2147483647 w 939"/>
              <a:gd name="T9" fmla="*/ 2147483647 h 114"/>
              <a:gd name="T10" fmla="*/ 2147483647 w 939"/>
              <a:gd name="T11" fmla="*/ 2147483647 h 114"/>
              <a:gd name="T12" fmla="*/ 2147483647 w 939"/>
              <a:gd name="T13" fmla="*/ 2147483647 h 114"/>
              <a:gd name="T14" fmla="*/ 2147483647 w 939"/>
              <a:gd name="T15" fmla="*/ 2147483647 h 114"/>
              <a:gd name="T16" fmla="*/ 2147483647 w 939"/>
              <a:gd name="T17" fmla="*/ 2147483647 h 114"/>
              <a:gd name="T18" fmla="*/ 2147483647 w 939"/>
              <a:gd name="T19" fmla="*/ 2147483647 h 114"/>
              <a:gd name="T20" fmla="*/ 2147483647 w 939"/>
              <a:gd name="T21" fmla="*/ 2147483647 h 114"/>
              <a:gd name="T22" fmla="*/ 2147483647 w 939"/>
              <a:gd name="T23" fmla="*/ 0 h 114"/>
              <a:gd name="T24" fmla="*/ 2147483647 w 939"/>
              <a:gd name="T25" fmla="*/ 2147483647 h 114"/>
              <a:gd name="T26" fmla="*/ 2147483647 w 939"/>
              <a:gd name="T27" fmla="*/ 2147483647 h 114"/>
              <a:gd name="T28" fmla="*/ 2147483647 w 939"/>
              <a:gd name="T29" fmla="*/ 2147483647 h 114"/>
              <a:gd name="T30" fmla="*/ 2147483647 w 939"/>
              <a:gd name="T31" fmla="*/ 2147483647 h 114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939"/>
              <a:gd name="T49" fmla="*/ 0 h 114"/>
              <a:gd name="T50" fmla="*/ 939 w 939"/>
              <a:gd name="T51" fmla="*/ 114 h 114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939" h="114">
                <a:moveTo>
                  <a:pt x="0" y="114"/>
                </a:moveTo>
                <a:cubicBezTo>
                  <a:pt x="2" y="103"/>
                  <a:pt x="5" y="92"/>
                  <a:pt x="9" y="81"/>
                </a:cubicBezTo>
                <a:cubicBezTo>
                  <a:pt x="13" y="70"/>
                  <a:pt x="19" y="55"/>
                  <a:pt x="27" y="45"/>
                </a:cubicBezTo>
                <a:cubicBezTo>
                  <a:pt x="35" y="35"/>
                  <a:pt x="49" y="27"/>
                  <a:pt x="60" y="21"/>
                </a:cubicBezTo>
                <a:cubicBezTo>
                  <a:pt x="71" y="15"/>
                  <a:pt x="79" y="12"/>
                  <a:pt x="96" y="9"/>
                </a:cubicBezTo>
                <a:cubicBezTo>
                  <a:pt x="113" y="6"/>
                  <a:pt x="132" y="3"/>
                  <a:pt x="162" y="3"/>
                </a:cubicBezTo>
                <a:cubicBezTo>
                  <a:pt x="192" y="3"/>
                  <a:pt x="243" y="7"/>
                  <a:pt x="279" y="9"/>
                </a:cubicBezTo>
                <a:cubicBezTo>
                  <a:pt x="315" y="11"/>
                  <a:pt x="349" y="17"/>
                  <a:pt x="381" y="18"/>
                </a:cubicBezTo>
                <a:cubicBezTo>
                  <a:pt x="413" y="19"/>
                  <a:pt x="438" y="18"/>
                  <a:pt x="471" y="18"/>
                </a:cubicBezTo>
                <a:cubicBezTo>
                  <a:pt x="504" y="18"/>
                  <a:pt x="551" y="17"/>
                  <a:pt x="582" y="15"/>
                </a:cubicBezTo>
                <a:cubicBezTo>
                  <a:pt x="613" y="13"/>
                  <a:pt x="629" y="8"/>
                  <a:pt x="660" y="6"/>
                </a:cubicBezTo>
                <a:cubicBezTo>
                  <a:pt x="691" y="4"/>
                  <a:pt x="741" y="0"/>
                  <a:pt x="771" y="0"/>
                </a:cubicBezTo>
                <a:cubicBezTo>
                  <a:pt x="801" y="0"/>
                  <a:pt x="823" y="4"/>
                  <a:pt x="843" y="9"/>
                </a:cubicBezTo>
                <a:cubicBezTo>
                  <a:pt x="863" y="14"/>
                  <a:pt x="877" y="20"/>
                  <a:pt x="891" y="30"/>
                </a:cubicBezTo>
                <a:cubicBezTo>
                  <a:pt x="905" y="40"/>
                  <a:pt x="919" y="58"/>
                  <a:pt x="927" y="72"/>
                </a:cubicBezTo>
                <a:cubicBezTo>
                  <a:pt x="935" y="86"/>
                  <a:pt x="937" y="105"/>
                  <a:pt x="939" y="114"/>
                </a:cubicBezTo>
              </a:path>
            </a:pathLst>
          </a:custGeom>
          <a:noFill/>
          <a:ln w="19050" cap="flat" cmpd="sng">
            <a:solidFill>
              <a:srgbClr val="CC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6" name="Line 318"/>
          <p:cNvSpPr>
            <a:spLocks noChangeShapeType="1"/>
          </p:cNvSpPr>
          <p:nvPr/>
        </p:nvSpPr>
        <p:spPr bwMode="auto">
          <a:xfrm>
            <a:off x="1048078" y="3418854"/>
            <a:ext cx="2190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7" name="Line 319"/>
          <p:cNvSpPr>
            <a:spLocks noChangeShapeType="1"/>
          </p:cNvSpPr>
          <p:nvPr/>
        </p:nvSpPr>
        <p:spPr bwMode="auto">
          <a:xfrm flipH="1">
            <a:off x="2233941" y="3423617"/>
            <a:ext cx="2190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8" name="Line 320"/>
          <p:cNvSpPr>
            <a:spLocks noChangeShapeType="1"/>
          </p:cNvSpPr>
          <p:nvPr/>
        </p:nvSpPr>
        <p:spPr bwMode="auto">
          <a:xfrm>
            <a:off x="2514928" y="3422029"/>
            <a:ext cx="4524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39" name="Group 321"/>
          <p:cNvGrpSpPr/>
          <p:nvPr/>
        </p:nvGrpSpPr>
        <p:grpSpPr bwMode="auto">
          <a:xfrm>
            <a:off x="540078" y="1500162"/>
            <a:ext cx="2413000" cy="1944092"/>
            <a:chOff x="2150" y="576"/>
            <a:chExt cx="1520" cy="1248"/>
          </a:xfrm>
        </p:grpSpPr>
        <p:sp>
          <p:nvSpPr>
            <p:cNvPr id="440" name="Line 322"/>
            <p:cNvSpPr>
              <a:spLocks noChangeShapeType="1"/>
            </p:cNvSpPr>
            <p:nvPr/>
          </p:nvSpPr>
          <p:spPr bwMode="auto">
            <a:xfrm>
              <a:off x="2150" y="576"/>
              <a:ext cx="0" cy="124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" name="Line 323"/>
            <p:cNvSpPr>
              <a:spLocks noChangeShapeType="1"/>
            </p:cNvSpPr>
            <p:nvPr/>
          </p:nvSpPr>
          <p:spPr bwMode="auto">
            <a:xfrm>
              <a:off x="3670" y="596"/>
              <a:ext cx="0" cy="1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42" name="Group 324"/>
          <p:cNvGrpSpPr/>
          <p:nvPr/>
        </p:nvGrpSpPr>
        <p:grpSpPr bwMode="auto">
          <a:xfrm>
            <a:off x="1073478" y="2436192"/>
            <a:ext cx="1314450" cy="3476625"/>
            <a:chOff x="2486" y="1189"/>
            <a:chExt cx="828" cy="2190"/>
          </a:xfrm>
        </p:grpSpPr>
        <p:sp>
          <p:nvSpPr>
            <p:cNvPr id="443" name="Line 325"/>
            <p:cNvSpPr>
              <a:spLocks noChangeShapeType="1"/>
            </p:cNvSpPr>
            <p:nvPr/>
          </p:nvSpPr>
          <p:spPr bwMode="auto">
            <a:xfrm flipV="1">
              <a:off x="2511" y="1207"/>
              <a:ext cx="0" cy="2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4" name="Line 326"/>
            <p:cNvSpPr>
              <a:spLocks noChangeShapeType="1"/>
            </p:cNvSpPr>
            <p:nvPr/>
          </p:nvSpPr>
          <p:spPr bwMode="auto">
            <a:xfrm flipV="1">
              <a:off x="3295" y="1194"/>
              <a:ext cx="0" cy="2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" name="Oval 327"/>
            <p:cNvSpPr>
              <a:spLocks noChangeArrowheads="1"/>
            </p:cNvSpPr>
            <p:nvPr/>
          </p:nvSpPr>
          <p:spPr bwMode="auto">
            <a:xfrm>
              <a:off x="2486" y="1191"/>
              <a:ext cx="46" cy="46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46" name="Oval 328"/>
            <p:cNvSpPr>
              <a:spLocks noChangeArrowheads="1"/>
            </p:cNvSpPr>
            <p:nvPr/>
          </p:nvSpPr>
          <p:spPr bwMode="auto">
            <a:xfrm>
              <a:off x="3269" y="1189"/>
              <a:ext cx="45" cy="46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47" name="Group 329"/>
          <p:cNvGrpSpPr/>
          <p:nvPr/>
        </p:nvGrpSpPr>
        <p:grpSpPr bwMode="auto">
          <a:xfrm>
            <a:off x="1229053" y="1478929"/>
            <a:ext cx="1035050" cy="3502025"/>
            <a:chOff x="2584" y="586"/>
            <a:chExt cx="652" cy="2206"/>
          </a:xfrm>
        </p:grpSpPr>
        <p:sp>
          <p:nvSpPr>
            <p:cNvPr id="448" name="Line 330"/>
            <p:cNvSpPr>
              <a:spLocks noChangeShapeType="1"/>
            </p:cNvSpPr>
            <p:nvPr/>
          </p:nvSpPr>
          <p:spPr bwMode="auto">
            <a:xfrm flipV="1">
              <a:off x="2608" y="601"/>
              <a:ext cx="0" cy="21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9" name="Line 331"/>
            <p:cNvSpPr>
              <a:spLocks noChangeShapeType="1"/>
            </p:cNvSpPr>
            <p:nvPr/>
          </p:nvSpPr>
          <p:spPr bwMode="auto">
            <a:xfrm flipV="1">
              <a:off x="3213" y="588"/>
              <a:ext cx="0" cy="21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" name="Oval 332"/>
            <p:cNvSpPr>
              <a:spLocks noChangeArrowheads="1"/>
            </p:cNvSpPr>
            <p:nvPr/>
          </p:nvSpPr>
          <p:spPr bwMode="auto">
            <a:xfrm>
              <a:off x="2585" y="586"/>
              <a:ext cx="46" cy="45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1" name="Oval 333"/>
            <p:cNvSpPr>
              <a:spLocks noChangeArrowheads="1"/>
            </p:cNvSpPr>
            <p:nvPr/>
          </p:nvSpPr>
          <p:spPr bwMode="auto">
            <a:xfrm>
              <a:off x="2584" y="1782"/>
              <a:ext cx="46" cy="46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2" name="Oval 334"/>
            <p:cNvSpPr>
              <a:spLocks noChangeArrowheads="1"/>
            </p:cNvSpPr>
            <p:nvPr/>
          </p:nvSpPr>
          <p:spPr bwMode="auto">
            <a:xfrm>
              <a:off x="3189" y="587"/>
              <a:ext cx="46" cy="44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3" name="Oval 335"/>
            <p:cNvSpPr>
              <a:spLocks noChangeArrowheads="1"/>
            </p:cNvSpPr>
            <p:nvPr/>
          </p:nvSpPr>
          <p:spPr bwMode="auto">
            <a:xfrm>
              <a:off x="3190" y="1787"/>
              <a:ext cx="46" cy="46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54" name="Group 336"/>
          <p:cNvGrpSpPr/>
          <p:nvPr/>
        </p:nvGrpSpPr>
        <p:grpSpPr bwMode="auto">
          <a:xfrm>
            <a:off x="1003628" y="1937717"/>
            <a:ext cx="4224338" cy="1060450"/>
            <a:chOff x="2442" y="875"/>
            <a:chExt cx="2661" cy="668"/>
          </a:xfrm>
        </p:grpSpPr>
        <p:grpSp>
          <p:nvGrpSpPr>
            <p:cNvPr id="455" name="Group 337"/>
            <p:cNvGrpSpPr/>
            <p:nvPr/>
          </p:nvGrpSpPr>
          <p:grpSpPr bwMode="auto">
            <a:xfrm>
              <a:off x="2442" y="875"/>
              <a:ext cx="2647" cy="46"/>
              <a:chOff x="2442" y="875"/>
              <a:chExt cx="2647" cy="46"/>
            </a:xfrm>
          </p:grpSpPr>
          <p:sp>
            <p:nvSpPr>
              <p:cNvPr id="460" name="Line 338"/>
              <p:cNvSpPr>
                <a:spLocks noChangeShapeType="1"/>
              </p:cNvSpPr>
              <p:nvPr/>
            </p:nvSpPr>
            <p:spPr bwMode="auto">
              <a:xfrm flipH="1">
                <a:off x="2475" y="901"/>
                <a:ext cx="261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1" name="Oval 339"/>
              <p:cNvSpPr>
                <a:spLocks noChangeArrowheads="1"/>
              </p:cNvSpPr>
              <p:nvPr/>
            </p:nvSpPr>
            <p:spPr bwMode="auto">
              <a:xfrm>
                <a:off x="2442" y="877"/>
                <a:ext cx="46" cy="44"/>
              </a:xfrm>
              <a:prstGeom prst="ellipse">
                <a:avLst/>
              </a:prstGeom>
              <a:solidFill>
                <a:srgbClr val="E6F0FF"/>
              </a:solidFill>
              <a:ln w="381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62" name="Oval 340"/>
              <p:cNvSpPr>
                <a:spLocks noChangeArrowheads="1"/>
              </p:cNvSpPr>
              <p:nvPr/>
            </p:nvSpPr>
            <p:spPr bwMode="auto">
              <a:xfrm>
                <a:off x="3315" y="875"/>
                <a:ext cx="46" cy="43"/>
              </a:xfrm>
              <a:prstGeom prst="ellipse">
                <a:avLst/>
              </a:prstGeom>
              <a:solidFill>
                <a:srgbClr val="E6F0FF"/>
              </a:solidFill>
              <a:ln w="381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56" name="Group 341"/>
            <p:cNvGrpSpPr/>
            <p:nvPr/>
          </p:nvGrpSpPr>
          <p:grpSpPr bwMode="auto">
            <a:xfrm>
              <a:off x="2443" y="1494"/>
              <a:ext cx="2660" cy="49"/>
              <a:chOff x="2443" y="1494"/>
              <a:chExt cx="2660" cy="49"/>
            </a:xfrm>
          </p:grpSpPr>
          <p:sp>
            <p:nvSpPr>
              <p:cNvPr id="457" name="Line 342"/>
              <p:cNvSpPr>
                <a:spLocks noChangeShapeType="1"/>
              </p:cNvSpPr>
              <p:nvPr/>
            </p:nvSpPr>
            <p:spPr bwMode="auto">
              <a:xfrm flipH="1">
                <a:off x="2477" y="1522"/>
                <a:ext cx="26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8" name="Oval 343"/>
              <p:cNvSpPr>
                <a:spLocks noChangeArrowheads="1"/>
              </p:cNvSpPr>
              <p:nvPr/>
            </p:nvSpPr>
            <p:spPr bwMode="auto">
              <a:xfrm>
                <a:off x="2443" y="1497"/>
                <a:ext cx="46" cy="46"/>
              </a:xfrm>
              <a:prstGeom prst="ellipse">
                <a:avLst/>
              </a:prstGeom>
              <a:solidFill>
                <a:srgbClr val="E6F0FF"/>
              </a:solidFill>
              <a:ln w="381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59" name="Oval 344"/>
              <p:cNvSpPr>
                <a:spLocks noChangeArrowheads="1"/>
              </p:cNvSpPr>
              <p:nvPr/>
            </p:nvSpPr>
            <p:spPr bwMode="auto">
              <a:xfrm>
                <a:off x="3311" y="1494"/>
                <a:ext cx="47" cy="47"/>
              </a:xfrm>
              <a:prstGeom prst="ellipse">
                <a:avLst/>
              </a:prstGeom>
              <a:solidFill>
                <a:srgbClr val="E6F0FF"/>
              </a:solidFill>
              <a:ln w="381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grpSp>
        <p:nvGrpSpPr>
          <p:cNvPr id="463" name="Group 356"/>
          <p:cNvGrpSpPr/>
          <p:nvPr/>
        </p:nvGrpSpPr>
        <p:grpSpPr bwMode="auto">
          <a:xfrm>
            <a:off x="1659266" y="2415554"/>
            <a:ext cx="3465512" cy="3275013"/>
            <a:chOff x="2855" y="1164"/>
            <a:chExt cx="2183" cy="2063"/>
          </a:xfrm>
        </p:grpSpPr>
        <p:sp>
          <p:nvSpPr>
            <p:cNvPr id="464" name="Line 357"/>
            <p:cNvSpPr>
              <a:spLocks noChangeShapeType="1"/>
            </p:cNvSpPr>
            <p:nvPr/>
          </p:nvSpPr>
          <p:spPr bwMode="auto">
            <a:xfrm>
              <a:off x="5009" y="1164"/>
              <a:ext cx="29" cy="86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5" name="Line 358"/>
            <p:cNvSpPr>
              <a:spLocks noChangeShapeType="1"/>
            </p:cNvSpPr>
            <p:nvPr/>
          </p:nvSpPr>
          <p:spPr bwMode="auto">
            <a:xfrm rot="-2829225">
              <a:off x="2892" y="3171"/>
              <a:ext cx="19" cy="94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66" name="Group 359"/>
          <p:cNvGrpSpPr/>
          <p:nvPr/>
        </p:nvGrpSpPr>
        <p:grpSpPr bwMode="auto">
          <a:xfrm>
            <a:off x="998869" y="1294779"/>
            <a:ext cx="1497013" cy="2328863"/>
            <a:chOff x="2439" y="470"/>
            <a:chExt cx="943" cy="1467"/>
          </a:xfrm>
        </p:grpSpPr>
        <p:sp>
          <p:nvSpPr>
            <p:cNvPr id="467" name="Line 360"/>
            <p:cNvSpPr>
              <a:spLocks noChangeShapeType="1"/>
            </p:cNvSpPr>
            <p:nvPr/>
          </p:nvSpPr>
          <p:spPr bwMode="auto">
            <a:xfrm>
              <a:off x="2439" y="470"/>
              <a:ext cx="0" cy="1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8" name="Line 361"/>
            <p:cNvSpPr>
              <a:spLocks noChangeShapeType="1"/>
            </p:cNvSpPr>
            <p:nvPr/>
          </p:nvSpPr>
          <p:spPr bwMode="auto">
            <a:xfrm flipH="1">
              <a:off x="3376" y="470"/>
              <a:ext cx="0" cy="1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9" name="Line 362"/>
            <p:cNvSpPr>
              <a:spLocks noChangeShapeType="1"/>
            </p:cNvSpPr>
            <p:nvPr/>
          </p:nvSpPr>
          <p:spPr bwMode="auto">
            <a:xfrm>
              <a:off x="2443" y="1802"/>
              <a:ext cx="3" cy="1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0" name="Line 363"/>
            <p:cNvSpPr>
              <a:spLocks noChangeShapeType="1"/>
            </p:cNvSpPr>
            <p:nvPr/>
          </p:nvSpPr>
          <p:spPr bwMode="auto">
            <a:xfrm flipH="1">
              <a:off x="3382" y="1800"/>
              <a:ext cx="0" cy="1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71" name="Group 364"/>
          <p:cNvGrpSpPr/>
          <p:nvPr/>
        </p:nvGrpSpPr>
        <p:grpSpPr bwMode="auto">
          <a:xfrm>
            <a:off x="962353" y="1661492"/>
            <a:ext cx="3998913" cy="1612900"/>
            <a:chOff x="2416" y="701"/>
            <a:chExt cx="2519" cy="1016"/>
          </a:xfrm>
        </p:grpSpPr>
        <p:grpSp>
          <p:nvGrpSpPr>
            <p:cNvPr id="472" name="Group 365"/>
            <p:cNvGrpSpPr/>
            <p:nvPr/>
          </p:nvGrpSpPr>
          <p:grpSpPr bwMode="auto">
            <a:xfrm>
              <a:off x="2416" y="1669"/>
              <a:ext cx="2515" cy="48"/>
              <a:chOff x="2416" y="1669"/>
              <a:chExt cx="2515" cy="48"/>
            </a:xfrm>
          </p:grpSpPr>
          <p:sp>
            <p:nvSpPr>
              <p:cNvPr id="477" name="Line 366"/>
              <p:cNvSpPr>
                <a:spLocks noChangeShapeType="1"/>
              </p:cNvSpPr>
              <p:nvPr/>
            </p:nvSpPr>
            <p:spPr bwMode="auto">
              <a:xfrm flipH="1">
                <a:off x="2443" y="1696"/>
                <a:ext cx="2488" cy="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8" name="Oval 367"/>
              <p:cNvSpPr>
                <a:spLocks noChangeArrowheads="1"/>
              </p:cNvSpPr>
              <p:nvPr/>
            </p:nvSpPr>
            <p:spPr bwMode="auto">
              <a:xfrm>
                <a:off x="2416" y="1669"/>
                <a:ext cx="46" cy="46"/>
              </a:xfrm>
              <a:prstGeom prst="ellipse">
                <a:avLst/>
              </a:prstGeom>
              <a:solidFill>
                <a:srgbClr val="E6F0FF"/>
              </a:solidFill>
              <a:ln w="38100">
                <a:solidFill>
                  <a:srgbClr val="000066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79" name="Oval 368"/>
              <p:cNvSpPr>
                <a:spLocks noChangeArrowheads="1"/>
              </p:cNvSpPr>
              <p:nvPr/>
            </p:nvSpPr>
            <p:spPr bwMode="auto">
              <a:xfrm>
                <a:off x="3353" y="1671"/>
                <a:ext cx="46" cy="46"/>
              </a:xfrm>
              <a:prstGeom prst="ellipse">
                <a:avLst/>
              </a:prstGeom>
              <a:solidFill>
                <a:srgbClr val="E6F0FF"/>
              </a:solidFill>
              <a:ln w="38100">
                <a:solidFill>
                  <a:srgbClr val="000066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73" name="Group 369"/>
            <p:cNvGrpSpPr/>
            <p:nvPr/>
          </p:nvGrpSpPr>
          <p:grpSpPr bwMode="auto">
            <a:xfrm>
              <a:off x="2418" y="701"/>
              <a:ext cx="2517" cy="50"/>
              <a:chOff x="2418" y="701"/>
              <a:chExt cx="2517" cy="50"/>
            </a:xfrm>
          </p:grpSpPr>
          <p:sp>
            <p:nvSpPr>
              <p:cNvPr id="474" name="Line 370"/>
              <p:cNvSpPr>
                <a:spLocks noChangeShapeType="1"/>
              </p:cNvSpPr>
              <p:nvPr/>
            </p:nvSpPr>
            <p:spPr bwMode="auto">
              <a:xfrm flipH="1">
                <a:off x="2441" y="728"/>
                <a:ext cx="2494" cy="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5" name="Oval 371"/>
              <p:cNvSpPr>
                <a:spLocks noChangeArrowheads="1"/>
              </p:cNvSpPr>
              <p:nvPr/>
            </p:nvSpPr>
            <p:spPr bwMode="auto">
              <a:xfrm>
                <a:off x="2418" y="705"/>
                <a:ext cx="46" cy="46"/>
              </a:xfrm>
              <a:prstGeom prst="ellipse">
                <a:avLst/>
              </a:prstGeom>
              <a:solidFill>
                <a:srgbClr val="E6F0FF"/>
              </a:solidFill>
              <a:ln w="38100">
                <a:solidFill>
                  <a:srgbClr val="000066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76" name="Oval 372"/>
              <p:cNvSpPr>
                <a:spLocks noChangeArrowheads="1"/>
              </p:cNvSpPr>
              <p:nvPr/>
            </p:nvSpPr>
            <p:spPr bwMode="auto">
              <a:xfrm>
                <a:off x="3350" y="701"/>
                <a:ext cx="46" cy="46"/>
              </a:xfrm>
              <a:prstGeom prst="ellipse">
                <a:avLst/>
              </a:prstGeom>
              <a:solidFill>
                <a:srgbClr val="E6F0FF"/>
              </a:solidFill>
              <a:ln w="38100">
                <a:solidFill>
                  <a:srgbClr val="000066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grpSp>
        <p:nvGrpSpPr>
          <p:cNvPr id="480" name="Group 391"/>
          <p:cNvGrpSpPr/>
          <p:nvPr/>
        </p:nvGrpSpPr>
        <p:grpSpPr bwMode="auto">
          <a:xfrm>
            <a:off x="384503" y="4961904"/>
            <a:ext cx="2695575" cy="0"/>
            <a:chOff x="2052" y="2780"/>
            <a:chExt cx="1698" cy="0"/>
          </a:xfrm>
        </p:grpSpPr>
        <p:grpSp>
          <p:nvGrpSpPr>
            <p:cNvPr id="481" name="Group 392"/>
            <p:cNvGrpSpPr/>
            <p:nvPr/>
          </p:nvGrpSpPr>
          <p:grpSpPr bwMode="auto">
            <a:xfrm>
              <a:off x="2052" y="2780"/>
              <a:ext cx="1343" cy="0"/>
              <a:chOff x="2052" y="2780"/>
              <a:chExt cx="1343" cy="0"/>
            </a:xfrm>
          </p:grpSpPr>
          <p:sp>
            <p:nvSpPr>
              <p:cNvPr id="484" name="Line 393"/>
              <p:cNvSpPr>
                <a:spLocks noChangeShapeType="1"/>
              </p:cNvSpPr>
              <p:nvPr/>
            </p:nvSpPr>
            <p:spPr bwMode="auto">
              <a:xfrm>
                <a:off x="2052" y="2780"/>
                <a:ext cx="3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5" name="Line 394"/>
              <p:cNvSpPr>
                <a:spLocks noChangeShapeType="1"/>
              </p:cNvSpPr>
              <p:nvPr/>
            </p:nvSpPr>
            <p:spPr bwMode="auto">
              <a:xfrm>
                <a:off x="2442" y="278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6" name="Line 395"/>
              <p:cNvSpPr>
                <a:spLocks noChangeShapeType="1"/>
              </p:cNvSpPr>
              <p:nvPr/>
            </p:nvSpPr>
            <p:spPr bwMode="auto">
              <a:xfrm>
                <a:off x="3016" y="2780"/>
                <a:ext cx="3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7" name="Line 396"/>
              <p:cNvSpPr>
                <a:spLocks noChangeShapeType="1"/>
              </p:cNvSpPr>
              <p:nvPr/>
            </p:nvSpPr>
            <p:spPr bwMode="auto">
              <a:xfrm>
                <a:off x="2383" y="2780"/>
                <a:ext cx="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" name="Line 397"/>
              <p:cNvSpPr>
                <a:spLocks noChangeShapeType="1"/>
              </p:cNvSpPr>
              <p:nvPr/>
            </p:nvSpPr>
            <p:spPr bwMode="auto">
              <a:xfrm>
                <a:off x="2958" y="2780"/>
                <a:ext cx="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2" name="Line 398"/>
            <p:cNvSpPr>
              <a:spLocks noChangeShapeType="1"/>
            </p:cNvSpPr>
            <p:nvPr/>
          </p:nvSpPr>
          <p:spPr bwMode="auto">
            <a:xfrm>
              <a:off x="3491" y="2780"/>
              <a:ext cx="2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" name="Line 399"/>
            <p:cNvSpPr>
              <a:spLocks noChangeShapeType="1"/>
            </p:cNvSpPr>
            <p:nvPr/>
          </p:nvSpPr>
          <p:spPr bwMode="auto">
            <a:xfrm>
              <a:off x="3433" y="2780"/>
              <a:ext cx="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89" name="Group 400"/>
          <p:cNvGrpSpPr/>
          <p:nvPr/>
        </p:nvGrpSpPr>
        <p:grpSpPr bwMode="auto">
          <a:xfrm>
            <a:off x="840116" y="4641229"/>
            <a:ext cx="1795462" cy="1795463"/>
            <a:chOff x="2339" y="2578"/>
            <a:chExt cx="1131" cy="1131"/>
          </a:xfrm>
        </p:grpSpPr>
        <p:grpSp>
          <p:nvGrpSpPr>
            <p:cNvPr id="490" name="Group 401"/>
            <p:cNvGrpSpPr/>
            <p:nvPr/>
          </p:nvGrpSpPr>
          <p:grpSpPr bwMode="auto">
            <a:xfrm>
              <a:off x="2339" y="3140"/>
              <a:ext cx="1131" cy="0"/>
              <a:chOff x="2339" y="3140"/>
              <a:chExt cx="1131" cy="0"/>
            </a:xfrm>
          </p:grpSpPr>
          <p:sp>
            <p:nvSpPr>
              <p:cNvPr id="497" name="Line 402"/>
              <p:cNvSpPr>
                <a:spLocks noChangeShapeType="1"/>
              </p:cNvSpPr>
              <p:nvPr/>
            </p:nvSpPr>
            <p:spPr bwMode="auto">
              <a:xfrm>
                <a:off x="2339" y="3140"/>
                <a:ext cx="3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8" name="Line 403"/>
              <p:cNvSpPr>
                <a:spLocks noChangeShapeType="1"/>
              </p:cNvSpPr>
              <p:nvPr/>
            </p:nvSpPr>
            <p:spPr bwMode="auto">
              <a:xfrm>
                <a:off x="2729" y="314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9" name="Line 404"/>
              <p:cNvSpPr>
                <a:spLocks noChangeShapeType="1"/>
              </p:cNvSpPr>
              <p:nvPr/>
            </p:nvSpPr>
            <p:spPr bwMode="auto">
              <a:xfrm>
                <a:off x="3303" y="3140"/>
                <a:ext cx="1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0" name="Line 405"/>
              <p:cNvSpPr>
                <a:spLocks noChangeShapeType="1"/>
              </p:cNvSpPr>
              <p:nvPr/>
            </p:nvSpPr>
            <p:spPr bwMode="auto">
              <a:xfrm>
                <a:off x="2670" y="3140"/>
                <a:ext cx="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" name="Line 406"/>
              <p:cNvSpPr>
                <a:spLocks noChangeShapeType="1"/>
              </p:cNvSpPr>
              <p:nvPr/>
            </p:nvSpPr>
            <p:spPr bwMode="auto">
              <a:xfrm>
                <a:off x="3245" y="3140"/>
                <a:ext cx="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" name="Group 407"/>
            <p:cNvGrpSpPr/>
            <p:nvPr/>
          </p:nvGrpSpPr>
          <p:grpSpPr bwMode="auto">
            <a:xfrm rot="5400000" flipV="1">
              <a:off x="2339" y="3144"/>
              <a:ext cx="1131" cy="0"/>
              <a:chOff x="2339" y="3140"/>
              <a:chExt cx="1131" cy="0"/>
            </a:xfrm>
          </p:grpSpPr>
          <p:sp>
            <p:nvSpPr>
              <p:cNvPr id="492" name="Line 408"/>
              <p:cNvSpPr>
                <a:spLocks noChangeShapeType="1"/>
              </p:cNvSpPr>
              <p:nvPr/>
            </p:nvSpPr>
            <p:spPr bwMode="auto">
              <a:xfrm>
                <a:off x="2339" y="3140"/>
                <a:ext cx="3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" name="Line 409"/>
              <p:cNvSpPr>
                <a:spLocks noChangeShapeType="1"/>
              </p:cNvSpPr>
              <p:nvPr/>
            </p:nvSpPr>
            <p:spPr bwMode="auto">
              <a:xfrm>
                <a:off x="2729" y="314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4" name="Line 410"/>
              <p:cNvSpPr>
                <a:spLocks noChangeShapeType="1"/>
              </p:cNvSpPr>
              <p:nvPr/>
            </p:nvSpPr>
            <p:spPr bwMode="auto">
              <a:xfrm>
                <a:off x="3303" y="3140"/>
                <a:ext cx="1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5" name="Line 411"/>
              <p:cNvSpPr>
                <a:spLocks noChangeShapeType="1"/>
              </p:cNvSpPr>
              <p:nvPr/>
            </p:nvSpPr>
            <p:spPr bwMode="auto">
              <a:xfrm>
                <a:off x="2670" y="3140"/>
                <a:ext cx="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6" name="Line 412"/>
              <p:cNvSpPr>
                <a:spLocks noChangeShapeType="1"/>
              </p:cNvSpPr>
              <p:nvPr/>
            </p:nvSpPr>
            <p:spPr bwMode="auto">
              <a:xfrm>
                <a:off x="3245" y="3140"/>
                <a:ext cx="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02" name="Group 413"/>
          <p:cNvGrpSpPr/>
          <p:nvPr/>
        </p:nvGrpSpPr>
        <p:grpSpPr bwMode="auto">
          <a:xfrm>
            <a:off x="3334078" y="2479054"/>
            <a:ext cx="2132013" cy="0"/>
            <a:chOff x="2052" y="2780"/>
            <a:chExt cx="1343" cy="0"/>
          </a:xfrm>
        </p:grpSpPr>
        <p:sp>
          <p:nvSpPr>
            <p:cNvPr id="503" name="Line 414"/>
            <p:cNvSpPr>
              <a:spLocks noChangeShapeType="1"/>
            </p:cNvSpPr>
            <p:nvPr/>
          </p:nvSpPr>
          <p:spPr bwMode="auto">
            <a:xfrm>
              <a:off x="2052" y="2780"/>
              <a:ext cx="3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4" name="Line 415"/>
            <p:cNvSpPr>
              <a:spLocks noChangeShapeType="1"/>
            </p:cNvSpPr>
            <p:nvPr/>
          </p:nvSpPr>
          <p:spPr bwMode="auto">
            <a:xfrm>
              <a:off x="2442" y="2780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5" name="Line 416"/>
            <p:cNvSpPr>
              <a:spLocks noChangeShapeType="1"/>
            </p:cNvSpPr>
            <p:nvPr/>
          </p:nvSpPr>
          <p:spPr bwMode="auto">
            <a:xfrm>
              <a:off x="3016" y="2780"/>
              <a:ext cx="3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6" name="Line 417"/>
            <p:cNvSpPr>
              <a:spLocks noChangeShapeType="1"/>
            </p:cNvSpPr>
            <p:nvPr/>
          </p:nvSpPr>
          <p:spPr bwMode="auto">
            <a:xfrm>
              <a:off x="2383" y="2780"/>
              <a:ext cx="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7" name="Line 418"/>
            <p:cNvSpPr>
              <a:spLocks noChangeShapeType="1"/>
            </p:cNvSpPr>
            <p:nvPr/>
          </p:nvSpPr>
          <p:spPr bwMode="auto">
            <a:xfrm>
              <a:off x="2958" y="2780"/>
              <a:ext cx="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8" name="Group 419"/>
          <p:cNvGrpSpPr/>
          <p:nvPr/>
        </p:nvGrpSpPr>
        <p:grpSpPr bwMode="auto">
          <a:xfrm>
            <a:off x="4385003" y="1415429"/>
            <a:ext cx="0" cy="2146300"/>
            <a:chOff x="4572" y="546"/>
            <a:chExt cx="0" cy="1352"/>
          </a:xfrm>
        </p:grpSpPr>
        <p:grpSp>
          <p:nvGrpSpPr>
            <p:cNvPr id="509" name="Group 420"/>
            <p:cNvGrpSpPr/>
            <p:nvPr/>
          </p:nvGrpSpPr>
          <p:grpSpPr bwMode="auto">
            <a:xfrm>
              <a:off x="4572" y="546"/>
              <a:ext cx="0" cy="953"/>
              <a:chOff x="4572" y="546"/>
              <a:chExt cx="0" cy="953"/>
            </a:xfrm>
          </p:grpSpPr>
          <p:sp>
            <p:nvSpPr>
              <p:cNvPr id="513" name="Line 421"/>
              <p:cNvSpPr>
                <a:spLocks noChangeShapeType="1"/>
              </p:cNvSpPr>
              <p:nvPr/>
            </p:nvSpPr>
            <p:spPr bwMode="auto">
              <a:xfrm rot="-5400000">
                <a:off x="4344" y="1272"/>
                <a:ext cx="4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4" name="Line 422"/>
              <p:cNvSpPr>
                <a:spLocks noChangeShapeType="1"/>
              </p:cNvSpPr>
              <p:nvPr/>
            </p:nvSpPr>
            <p:spPr bwMode="auto">
              <a:xfrm rot="-5400000">
                <a:off x="4366" y="752"/>
                <a:ext cx="4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5" name="Line 423"/>
              <p:cNvSpPr>
                <a:spLocks noChangeShapeType="1"/>
              </p:cNvSpPr>
              <p:nvPr/>
            </p:nvSpPr>
            <p:spPr bwMode="auto">
              <a:xfrm rot="-5400000">
                <a:off x="4559" y="1002"/>
                <a:ext cx="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10" name="Group 424"/>
            <p:cNvGrpSpPr/>
            <p:nvPr/>
          </p:nvGrpSpPr>
          <p:grpSpPr bwMode="auto">
            <a:xfrm>
              <a:off x="4572" y="1523"/>
              <a:ext cx="0" cy="375"/>
              <a:chOff x="2906" y="1642"/>
              <a:chExt cx="0" cy="375"/>
            </a:xfrm>
          </p:grpSpPr>
          <p:sp>
            <p:nvSpPr>
              <p:cNvPr id="511" name="Line 425"/>
              <p:cNvSpPr>
                <a:spLocks noChangeShapeType="1"/>
              </p:cNvSpPr>
              <p:nvPr/>
            </p:nvSpPr>
            <p:spPr bwMode="auto">
              <a:xfrm rot="-5400000">
                <a:off x="2746" y="1857"/>
                <a:ext cx="3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" name="Line 426"/>
              <p:cNvSpPr>
                <a:spLocks noChangeShapeType="1"/>
              </p:cNvSpPr>
              <p:nvPr/>
            </p:nvSpPr>
            <p:spPr bwMode="auto">
              <a:xfrm rot="-5400000">
                <a:off x="2893" y="1655"/>
                <a:ext cx="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16" name="Group 469"/>
          <p:cNvGrpSpPr/>
          <p:nvPr/>
        </p:nvGrpSpPr>
        <p:grpSpPr bwMode="auto">
          <a:xfrm>
            <a:off x="4942216" y="1205879"/>
            <a:ext cx="1587" cy="2546350"/>
            <a:chOff x="4943" y="414"/>
            <a:chExt cx="1" cy="1604"/>
          </a:xfrm>
        </p:grpSpPr>
        <p:grpSp>
          <p:nvGrpSpPr>
            <p:cNvPr id="517" name="Group 467"/>
            <p:cNvGrpSpPr/>
            <p:nvPr/>
          </p:nvGrpSpPr>
          <p:grpSpPr bwMode="auto">
            <a:xfrm>
              <a:off x="4943" y="414"/>
              <a:ext cx="1" cy="1205"/>
              <a:chOff x="4943" y="414"/>
              <a:chExt cx="1" cy="1205"/>
            </a:xfrm>
          </p:grpSpPr>
          <p:sp>
            <p:nvSpPr>
              <p:cNvPr id="521" name="Line 429"/>
              <p:cNvSpPr>
                <a:spLocks noChangeShapeType="1"/>
              </p:cNvSpPr>
              <p:nvPr/>
            </p:nvSpPr>
            <p:spPr bwMode="auto">
              <a:xfrm rot="-5400000">
                <a:off x="4715" y="1392"/>
                <a:ext cx="4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" name="Line 430"/>
              <p:cNvSpPr>
                <a:spLocks noChangeShapeType="1"/>
              </p:cNvSpPr>
              <p:nvPr/>
            </p:nvSpPr>
            <p:spPr bwMode="auto">
              <a:xfrm rot="-5400000">
                <a:off x="4737" y="872"/>
                <a:ext cx="4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3" name="Line 431"/>
              <p:cNvSpPr>
                <a:spLocks noChangeShapeType="1"/>
              </p:cNvSpPr>
              <p:nvPr/>
            </p:nvSpPr>
            <p:spPr bwMode="auto">
              <a:xfrm rot="-5400000">
                <a:off x="4860" y="498"/>
                <a:ext cx="16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4" name="Line 432"/>
              <p:cNvSpPr>
                <a:spLocks noChangeShapeType="1"/>
              </p:cNvSpPr>
              <p:nvPr/>
            </p:nvSpPr>
            <p:spPr bwMode="auto">
              <a:xfrm rot="-5400000">
                <a:off x="4930" y="1122"/>
                <a:ext cx="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5" name="Line 433"/>
              <p:cNvSpPr>
                <a:spLocks noChangeShapeType="1"/>
              </p:cNvSpPr>
              <p:nvPr/>
            </p:nvSpPr>
            <p:spPr bwMode="auto">
              <a:xfrm rot="-5400000">
                <a:off x="4927" y="621"/>
                <a:ext cx="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18" name="Group 468"/>
            <p:cNvGrpSpPr/>
            <p:nvPr/>
          </p:nvGrpSpPr>
          <p:grpSpPr bwMode="auto">
            <a:xfrm>
              <a:off x="4944" y="1643"/>
              <a:ext cx="0" cy="375"/>
              <a:chOff x="4944" y="1643"/>
              <a:chExt cx="0" cy="375"/>
            </a:xfrm>
          </p:grpSpPr>
          <p:sp>
            <p:nvSpPr>
              <p:cNvPr id="519" name="Line 435"/>
              <p:cNvSpPr>
                <a:spLocks noChangeShapeType="1"/>
              </p:cNvSpPr>
              <p:nvPr/>
            </p:nvSpPr>
            <p:spPr bwMode="auto">
              <a:xfrm rot="-5400000">
                <a:off x="4784" y="1858"/>
                <a:ext cx="3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0" name="Line 436"/>
              <p:cNvSpPr>
                <a:spLocks noChangeShapeType="1"/>
              </p:cNvSpPr>
              <p:nvPr/>
            </p:nvSpPr>
            <p:spPr bwMode="auto">
              <a:xfrm rot="-5400000">
                <a:off x="4931" y="1656"/>
                <a:ext cx="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26" name="Group 437"/>
          <p:cNvGrpSpPr/>
          <p:nvPr/>
        </p:nvGrpSpPr>
        <p:grpSpPr bwMode="auto">
          <a:xfrm>
            <a:off x="1703716" y="1505917"/>
            <a:ext cx="2506662" cy="1911350"/>
            <a:chOff x="2883" y="603"/>
            <a:chExt cx="1579" cy="1204"/>
          </a:xfrm>
        </p:grpSpPr>
        <p:sp>
          <p:nvSpPr>
            <p:cNvPr id="527" name="Line 438"/>
            <p:cNvSpPr>
              <a:spLocks noChangeShapeType="1"/>
            </p:cNvSpPr>
            <p:nvPr/>
          </p:nvSpPr>
          <p:spPr bwMode="auto">
            <a:xfrm flipH="1">
              <a:off x="2904" y="1790"/>
              <a:ext cx="1554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28" name="Group 439"/>
            <p:cNvGrpSpPr/>
            <p:nvPr/>
          </p:nvGrpSpPr>
          <p:grpSpPr bwMode="auto">
            <a:xfrm>
              <a:off x="2887" y="603"/>
              <a:ext cx="1575" cy="46"/>
              <a:chOff x="2887" y="603"/>
              <a:chExt cx="1575" cy="46"/>
            </a:xfrm>
          </p:grpSpPr>
          <p:sp>
            <p:nvSpPr>
              <p:cNvPr id="530" name="Line 440"/>
              <p:cNvSpPr>
                <a:spLocks noChangeShapeType="1"/>
              </p:cNvSpPr>
              <p:nvPr/>
            </p:nvSpPr>
            <p:spPr bwMode="auto">
              <a:xfrm flipH="1">
                <a:off x="2908" y="622"/>
                <a:ext cx="1554" cy="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1" name="Oval 441"/>
              <p:cNvSpPr>
                <a:spLocks noChangeArrowheads="1"/>
              </p:cNvSpPr>
              <p:nvPr/>
            </p:nvSpPr>
            <p:spPr bwMode="auto">
              <a:xfrm>
                <a:off x="2887" y="603"/>
                <a:ext cx="46" cy="46"/>
              </a:xfrm>
              <a:prstGeom prst="ellipse">
                <a:avLst/>
              </a:prstGeom>
              <a:solidFill>
                <a:srgbClr val="E6F0FF"/>
              </a:solidFill>
              <a:ln w="38100">
                <a:solidFill>
                  <a:srgbClr val="000066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29" name="Oval 442"/>
            <p:cNvSpPr>
              <a:spLocks noChangeArrowheads="1"/>
            </p:cNvSpPr>
            <p:nvPr/>
          </p:nvSpPr>
          <p:spPr bwMode="auto">
            <a:xfrm>
              <a:off x="2883" y="1761"/>
              <a:ext cx="46" cy="46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rgbClr val="000066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32" name="Oval 443"/>
          <p:cNvSpPr>
            <a:spLocks noChangeArrowheads="1"/>
          </p:cNvSpPr>
          <p:nvPr/>
        </p:nvSpPr>
        <p:spPr bwMode="auto">
          <a:xfrm>
            <a:off x="1689428" y="4753942"/>
            <a:ext cx="82550" cy="79375"/>
          </a:xfrm>
          <a:prstGeom prst="ellipse">
            <a:avLst/>
          </a:prstGeom>
          <a:solidFill>
            <a:srgbClr val="E6F0FF"/>
          </a:solidFill>
          <a:ln w="38100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33" name="Group 444"/>
          <p:cNvGrpSpPr/>
          <p:nvPr/>
        </p:nvGrpSpPr>
        <p:grpSpPr bwMode="auto">
          <a:xfrm>
            <a:off x="963941" y="5490542"/>
            <a:ext cx="1538287" cy="85725"/>
            <a:chOff x="2417" y="3113"/>
            <a:chExt cx="969" cy="54"/>
          </a:xfrm>
        </p:grpSpPr>
        <p:sp>
          <p:nvSpPr>
            <p:cNvPr id="534" name="Oval 445"/>
            <p:cNvSpPr>
              <a:spLocks noChangeArrowheads="1"/>
            </p:cNvSpPr>
            <p:nvPr/>
          </p:nvSpPr>
          <p:spPr bwMode="auto">
            <a:xfrm>
              <a:off x="2417" y="3115"/>
              <a:ext cx="52" cy="52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35" name="Oval 446"/>
            <p:cNvSpPr>
              <a:spLocks noChangeArrowheads="1"/>
            </p:cNvSpPr>
            <p:nvPr/>
          </p:nvSpPr>
          <p:spPr bwMode="auto">
            <a:xfrm>
              <a:off x="3334" y="3113"/>
              <a:ext cx="52" cy="52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36" name="Group 447"/>
          <p:cNvGrpSpPr/>
          <p:nvPr/>
        </p:nvGrpSpPr>
        <p:grpSpPr bwMode="auto">
          <a:xfrm>
            <a:off x="1068716" y="5885829"/>
            <a:ext cx="1325562" cy="84138"/>
            <a:chOff x="2483" y="3362"/>
            <a:chExt cx="835" cy="53"/>
          </a:xfrm>
        </p:grpSpPr>
        <p:sp>
          <p:nvSpPr>
            <p:cNvPr id="537" name="Oval 448"/>
            <p:cNvSpPr>
              <a:spLocks noChangeArrowheads="1"/>
            </p:cNvSpPr>
            <p:nvPr/>
          </p:nvSpPr>
          <p:spPr bwMode="auto">
            <a:xfrm>
              <a:off x="2483" y="3363"/>
              <a:ext cx="52" cy="52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38" name="Oval 449"/>
            <p:cNvSpPr>
              <a:spLocks noChangeArrowheads="1"/>
            </p:cNvSpPr>
            <p:nvPr/>
          </p:nvSpPr>
          <p:spPr bwMode="auto">
            <a:xfrm>
              <a:off x="3266" y="3362"/>
              <a:ext cx="52" cy="52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39" name="Group 450"/>
          <p:cNvGrpSpPr/>
          <p:nvPr/>
        </p:nvGrpSpPr>
        <p:grpSpPr bwMode="auto">
          <a:xfrm>
            <a:off x="4343728" y="1477342"/>
            <a:ext cx="79375" cy="1987550"/>
            <a:chOff x="4542" y="585"/>
            <a:chExt cx="50" cy="1252"/>
          </a:xfrm>
        </p:grpSpPr>
        <p:sp>
          <p:nvSpPr>
            <p:cNvPr id="540" name="Oval 451"/>
            <p:cNvSpPr>
              <a:spLocks noChangeArrowheads="1"/>
            </p:cNvSpPr>
            <p:nvPr/>
          </p:nvSpPr>
          <p:spPr bwMode="auto">
            <a:xfrm>
              <a:off x="4543" y="585"/>
              <a:ext cx="48" cy="48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41" name="Oval 452"/>
            <p:cNvSpPr>
              <a:spLocks noChangeArrowheads="1"/>
            </p:cNvSpPr>
            <p:nvPr/>
          </p:nvSpPr>
          <p:spPr bwMode="auto">
            <a:xfrm>
              <a:off x="4542" y="1789"/>
              <a:ext cx="50" cy="48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42" name="Group 453"/>
          <p:cNvGrpSpPr/>
          <p:nvPr/>
        </p:nvGrpSpPr>
        <p:grpSpPr bwMode="auto">
          <a:xfrm>
            <a:off x="4897766" y="1658317"/>
            <a:ext cx="77787" cy="1622425"/>
            <a:chOff x="4895" y="699"/>
            <a:chExt cx="49" cy="1022"/>
          </a:xfrm>
        </p:grpSpPr>
        <p:sp>
          <p:nvSpPr>
            <p:cNvPr id="543" name="Oval 454"/>
            <p:cNvSpPr>
              <a:spLocks noChangeArrowheads="1"/>
            </p:cNvSpPr>
            <p:nvPr/>
          </p:nvSpPr>
          <p:spPr bwMode="auto">
            <a:xfrm>
              <a:off x="4897" y="699"/>
              <a:ext cx="47" cy="47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44" name="Oval 455"/>
            <p:cNvSpPr>
              <a:spLocks noChangeArrowheads="1"/>
            </p:cNvSpPr>
            <p:nvPr/>
          </p:nvSpPr>
          <p:spPr bwMode="auto">
            <a:xfrm>
              <a:off x="4895" y="1673"/>
              <a:ext cx="49" cy="48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45" name="Group 456"/>
          <p:cNvGrpSpPr/>
          <p:nvPr/>
        </p:nvGrpSpPr>
        <p:grpSpPr bwMode="auto">
          <a:xfrm>
            <a:off x="5166053" y="1937717"/>
            <a:ext cx="77788" cy="1062037"/>
            <a:chOff x="5064" y="875"/>
            <a:chExt cx="49" cy="669"/>
          </a:xfrm>
        </p:grpSpPr>
        <p:sp>
          <p:nvSpPr>
            <p:cNvPr id="546" name="Oval 457"/>
            <p:cNvSpPr>
              <a:spLocks noChangeArrowheads="1"/>
            </p:cNvSpPr>
            <p:nvPr/>
          </p:nvSpPr>
          <p:spPr bwMode="auto">
            <a:xfrm>
              <a:off x="5065" y="875"/>
              <a:ext cx="48" cy="46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47" name="Oval 458"/>
            <p:cNvSpPr>
              <a:spLocks noChangeArrowheads="1"/>
            </p:cNvSpPr>
            <p:nvPr/>
          </p:nvSpPr>
          <p:spPr bwMode="auto">
            <a:xfrm>
              <a:off x="5064" y="1496"/>
              <a:ext cx="48" cy="48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48" name="Group 459"/>
          <p:cNvGrpSpPr/>
          <p:nvPr/>
        </p:nvGrpSpPr>
        <p:grpSpPr bwMode="auto">
          <a:xfrm>
            <a:off x="4153228" y="1499567"/>
            <a:ext cx="84138" cy="1933575"/>
            <a:chOff x="4426" y="599"/>
            <a:chExt cx="53" cy="1218"/>
          </a:xfrm>
        </p:grpSpPr>
        <p:sp>
          <p:nvSpPr>
            <p:cNvPr id="549" name="Oval 460"/>
            <p:cNvSpPr>
              <a:spLocks noChangeArrowheads="1"/>
            </p:cNvSpPr>
            <p:nvPr/>
          </p:nvSpPr>
          <p:spPr bwMode="auto">
            <a:xfrm>
              <a:off x="4426" y="1768"/>
              <a:ext cx="51" cy="49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50" name="Oval 461"/>
            <p:cNvSpPr>
              <a:spLocks noChangeArrowheads="1"/>
            </p:cNvSpPr>
            <p:nvPr/>
          </p:nvSpPr>
          <p:spPr bwMode="auto">
            <a:xfrm>
              <a:off x="4429" y="599"/>
              <a:ext cx="50" cy="48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51" name="Oval 462"/>
          <p:cNvSpPr>
            <a:spLocks noChangeArrowheads="1"/>
          </p:cNvSpPr>
          <p:nvPr/>
        </p:nvSpPr>
        <p:spPr bwMode="auto">
          <a:xfrm>
            <a:off x="5304166" y="2437779"/>
            <a:ext cx="80962" cy="80963"/>
          </a:xfrm>
          <a:prstGeom prst="ellipse">
            <a:avLst/>
          </a:prstGeom>
          <a:solidFill>
            <a:srgbClr val="E6F0FF"/>
          </a:solidFill>
          <a:ln w="38100">
            <a:solidFill>
              <a:schemeClr val="tx1"/>
            </a:solidFill>
            <a:round/>
          </a:ln>
        </p:spPr>
        <p:txBody>
          <a:bodyPr wrap="none" anchor="ctr"/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52" name="Group 463"/>
          <p:cNvGrpSpPr/>
          <p:nvPr/>
        </p:nvGrpSpPr>
        <p:grpSpPr bwMode="auto">
          <a:xfrm>
            <a:off x="1221116" y="4930154"/>
            <a:ext cx="1046162" cy="84138"/>
            <a:chOff x="2579" y="2760"/>
            <a:chExt cx="659" cy="53"/>
          </a:xfrm>
        </p:grpSpPr>
        <p:sp>
          <p:nvSpPr>
            <p:cNvPr id="553" name="Oval 464"/>
            <p:cNvSpPr>
              <a:spLocks noChangeArrowheads="1"/>
            </p:cNvSpPr>
            <p:nvPr/>
          </p:nvSpPr>
          <p:spPr bwMode="auto">
            <a:xfrm>
              <a:off x="2579" y="2761"/>
              <a:ext cx="52" cy="52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54" name="Oval 465"/>
            <p:cNvSpPr>
              <a:spLocks noChangeArrowheads="1"/>
            </p:cNvSpPr>
            <p:nvPr/>
          </p:nvSpPr>
          <p:spPr bwMode="auto">
            <a:xfrm>
              <a:off x="3186" y="2760"/>
              <a:ext cx="52" cy="52"/>
            </a:xfrm>
            <a:prstGeom prst="ellipse">
              <a:avLst/>
            </a:prstGeom>
            <a:solidFill>
              <a:srgbClr val="E6F0FF"/>
            </a:solidFill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55" name="Group 497"/>
          <p:cNvGrpSpPr/>
          <p:nvPr/>
        </p:nvGrpSpPr>
        <p:grpSpPr bwMode="auto">
          <a:xfrm>
            <a:off x="3934153" y="3993529"/>
            <a:ext cx="1512888" cy="1330325"/>
            <a:chOff x="4308" y="2362"/>
            <a:chExt cx="953" cy="838"/>
          </a:xfrm>
        </p:grpSpPr>
        <p:grpSp>
          <p:nvGrpSpPr>
            <p:cNvPr id="556" name="Group 347"/>
            <p:cNvGrpSpPr/>
            <p:nvPr/>
          </p:nvGrpSpPr>
          <p:grpSpPr bwMode="auto">
            <a:xfrm>
              <a:off x="4547" y="2498"/>
              <a:ext cx="714" cy="0"/>
              <a:chOff x="4587" y="2414"/>
              <a:chExt cx="894" cy="0"/>
            </a:xfrm>
          </p:grpSpPr>
          <p:sp>
            <p:nvSpPr>
              <p:cNvPr id="563" name="Line 348"/>
              <p:cNvSpPr>
                <a:spLocks noChangeShapeType="1"/>
              </p:cNvSpPr>
              <p:nvPr/>
            </p:nvSpPr>
            <p:spPr bwMode="auto">
              <a:xfrm>
                <a:off x="4587" y="2414"/>
                <a:ext cx="4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4" name="Line 349"/>
              <p:cNvSpPr>
                <a:spLocks noChangeShapeType="1"/>
              </p:cNvSpPr>
              <p:nvPr/>
            </p:nvSpPr>
            <p:spPr bwMode="auto">
              <a:xfrm>
                <a:off x="5109" y="2414"/>
                <a:ext cx="37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57" name="Group 494"/>
            <p:cNvGrpSpPr/>
            <p:nvPr/>
          </p:nvGrpSpPr>
          <p:grpSpPr bwMode="auto">
            <a:xfrm>
              <a:off x="4308" y="2362"/>
              <a:ext cx="675" cy="838"/>
              <a:chOff x="4307" y="2219"/>
              <a:chExt cx="846" cy="1050"/>
            </a:xfrm>
          </p:grpSpPr>
          <p:sp>
            <p:nvSpPr>
              <p:cNvPr id="558" name="Line 351"/>
              <p:cNvSpPr>
                <a:spLocks noChangeShapeType="1"/>
              </p:cNvSpPr>
              <p:nvPr/>
            </p:nvSpPr>
            <p:spPr bwMode="auto">
              <a:xfrm>
                <a:off x="5123" y="2219"/>
                <a:ext cx="0" cy="61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9" name="Freeform 352"/>
              <p:cNvSpPr/>
              <p:nvPr/>
            </p:nvSpPr>
            <p:spPr bwMode="auto">
              <a:xfrm>
                <a:off x="4307" y="2392"/>
                <a:ext cx="810" cy="433"/>
              </a:xfrm>
              <a:custGeom>
                <a:avLst/>
                <a:gdLst>
                  <a:gd name="T0" fmla="*/ 0 w 810"/>
                  <a:gd name="T1" fmla="*/ 91 h 433"/>
                  <a:gd name="T2" fmla="*/ 192 w 810"/>
                  <a:gd name="T3" fmla="*/ 31 h 433"/>
                  <a:gd name="T4" fmla="*/ 330 w 810"/>
                  <a:gd name="T5" fmla="*/ 1 h 433"/>
                  <a:gd name="T6" fmla="*/ 522 w 810"/>
                  <a:gd name="T7" fmla="*/ 25 h 433"/>
                  <a:gd name="T8" fmla="*/ 678 w 810"/>
                  <a:gd name="T9" fmla="*/ 139 h 433"/>
                  <a:gd name="T10" fmla="*/ 768 w 810"/>
                  <a:gd name="T11" fmla="*/ 277 h 433"/>
                  <a:gd name="T12" fmla="*/ 810 w 810"/>
                  <a:gd name="T13" fmla="*/ 433 h 4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10"/>
                  <a:gd name="T22" fmla="*/ 0 h 433"/>
                  <a:gd name="T23" fmla="*/ 810 w 810"/>
                  <a:gd name="T24" fmla="*/ 433 h 43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10" h="433">
                    <a:moveTo>
                      <a:pt x="0" y="91"/>
                    </a:moveTo>
                    <a:cubicBezTo>
                      <a:pt x="32" y="82"/>
                      <a:pt x="137" y="46"/>
                      <a:pt x="192" y="31"/>
                    </a:cubicBezTo>
                    <a:cubicBezTo>
                      <a:pt x="247" y="16"/>
                      <a:pt x="275" y="2"/>
                      <a:pt x="330" y="1"/>
                    </a:cubicBezTo>
                    <a:cubicBezTo>
                      <a:pt x="385" y="0"/>
                      <a:pt x="464" y="2"/>
                      <a:pt x="522" y="25"/>
                    </a:cubicBezTo>
                    <a:cubicBezTo>
                      <a:pt x="580" y="48"/>
                      <a:pt x="637" y="97"/>
                      <a:pt x="678" y="139"/>
                    </a:cubicBezTo>
                    <a:cubicBezTo>
                      <a:pt x="719" y="181"/>
                      <a:pt x="746" y="228"/>
                      <a:pt x="768" y="277"/>
                    </a:cubicBezTo>
                    <a:cubicBezTo>
                      <a:pt x="790" y="326"/>
                      <a:pt x="801" y="401"/>
                      <a:pt x="810" y="433"/>
                    </a:cubicBezTo>
                  </a:path>
                </a:pathLst>
              </a:custGeom>
              <a:solidFill>
                <a:schemeClr val="bg1"/>
              </a:solidFill>
              <a:ln w="19050" cap="flat" cmpd="sng">
                <a:solidFill>
                  <a:srgbClr val="CC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0" name="Freeform 353"/>
              <p:cNvSpPr/>
              <p:nvPr/>
            </p:nvSpPr>
            <p:spPr bwMode="auto">
              <a:xfrm>
                <a:off x="5069" y="2825"/>
                <a:ext cx="54" cy="444"/>
              </a:xfrm>
              <a:custGeom>
                <a:avLst/>
                <a:gdLst>
                  <a:gd name="T0" fmla="*/ 54 w 54"/>
                  <a:gd name="T1" fmla="*/ 0 h 444"/>
                  <a:gd name="T2" fmla="*/ 30 w 54"/>
                  <a:gd name="T3" fmla="*/ 126 h 444"/>
                  <a:gd name="T4" fmla="*/ 6 w 54"/>
                  <a:gd name="T5" fmla="*/ 312 h 444"/>
                  <a:gd name="T6" fmla="*/ 0 w 54"/>
                  <a:gd name="T7" fmla="*/ 444 h 4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4"/>
                  <a:gd name="T13" fmla="*/ 0 h 444"/>
                  <a:gd name="T14" fmla="*/ 54 w 54"/>
                  <a:gd name="T15" fmla="*/ 444 h 4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4" h="444">
                    <a:moveTo>
                      <a:pt x="54" y="0"/>
                    </a:moveTo>
                    <a:cubicBezTo>
                      <a:pt x="50" y="21"/>
                      <a:pt x="38" y="74"/>
                      <a:pt x="30" y="126"/>
                    </a:cubicBezTo>
                    <a:cubicBezTo>
                      <a:pt x="22" y="178"/>
                      <a:pt x="11" y="259"/>
                      <a:pt x="6" y="312"/>
                    </a:cubicBezTo>
                    <a:cubicBezTo>
                      <a:pt x="1" y="365"/>
                      <a:pt x="1" y="417"/>
                      <a:pt x="0" y="444"/>
                    </a:cubicBezTo>
                  </a:path>
                </a:pathLst>
              </a:custGeom>
              <a:solidFill>
                <a:srgbClr val="E6F0FF"/>
              </a:solidFill>
              <a:ln w="38100" cmpd="sng">
                <a:solidFill>
                  <a:srgbClr val="CC0000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1" name="Oval 354"/>
              <p:cNvSpPr>
                <a:spLocks noChangeArrowheads="1"/>
              </p:cNvSpPr>
              <p:nvPr/>
            </p:nvSpPr>
            <p:spPr bwMode="auto">
              <a:xfrm>
                <a:off x="4585" y="2354"/>
                <a:ext cx="64" cy="62"/>
              </a:xfrm>
              <a:prstGeom prst="ellipse">
                <a:avLst/>
              </a:prstGeom>
              <a:solidFill>
                <a:srgbClr val="E6F0FF"/>
              </a:solidFill>
              <a:ln w="381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62" name="Oval 355"/>
              <p:cNvSpPr>
                <a:spLocks noChangeArrowheads="1"/>
              </p:cNvSpPr>
              <p:nvPr/>
            </p:nvSpPr>
            <p:spPr bwMode="auto">
              <a:xfrm>
                <a:off x="5089" y="2756"/>
                <a:ext cx="64" cy="62"/>
              </a:xfrm>
              <a:prstGeom prst="ellipse">
                <a:avLst/>
              </a:prstGeom>
              <a:solidFill>
                <a:srgbClr val="E6F0FF"/>
              </a:solidFill>
              <a:ln w="381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6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565" name="Oval 496"/>
          <p:cNvSpPr>
            <a:spLocks noChangeArrowheads="1"/>
          </p:cNvSpPr>
          <p:nvPr/>
        </p:nvSpPr>
        <p:spPr bwMode="auto">
          <a:xfrm>
            <a:off x="2114878" y="1269379"/>
            <a:ext cx="560388" cy="56038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6" name="Arc 288"/>
          <p:cNvSpPr/>
          <p:nvPr/>
        </p:nvSpPr>
        <p:spPr bwMode="auto">
          <a:xfrm flipV="1">
            <a:off x="1008391" y="4812679"/>
            <a:ext cx="1447800" cy="1146175"/>
          </a:xfrm>
          <a:custGeom>
            <a:avLst/>
            <a:gdLst>
              <a:gd name="T0" fmla="*/ 2147483647 w 43200"/>
              <a:gd name="T1" fmla="*/ 2147483647 h 34206"/>
              <a:gd name="T2" fmla="*/ 2147483647 w 43200"/>
              <a:gd name="T3" fmla="*/ 0 h 34206"/>
              <a:gd name="T4" fmla="*/ 2147483647 w 43200"/>
              <a:gd name="T5" fmla="*/ 2147483647 h 34206"/>
              <a:gd name="T6" fmla="*/ 0 60000 65536"/>
              <a:gd name="T7" fmla="*/ 0 60000 65536"/>
              <a:gd name="T8" fmla="*/ 0 60000 65536"/>
              <a:gd name="T9" fmla="*/ 0 w 43200"/>
              <a:gd name="T10" fmla="*/ 0 h 34206"/>
              <a:gd name="T11" fmla="*/ 43200 w 43200"/>
              <a:gd name="T12" fmla="*/ 34206 h 342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34206" fill="none" extrusionOk="0">
                <a:moveTo>
                  <a:pt x="39593" y="657"/>
                </a:moveTo>
                <a:cubicBezTo>
                  <a:pt x="41945" y="4198"/>
                  <a:pt x="43200" y="8354"/>
                  <a:pt x="43200" y="12606"/>
                </a:cubicBezTo>
                <a:cubicBezTo>
                  <a:pt x="43200" y="24535"/>
                  <a:pt x="33529" y="34206"/>
                  <a:pt x="21600" y="34206"/>
                </a:cubicBezTo>
                <a:cubicBezTo>
                  <a:pt x="9670" y="34206"/>
                  <a:pt x="0" y="24535"/>
                  <a:pt x="0" y="12606"/>
                </a:cubicBezTo>
                <a:cubicBezTo>
                  <a:pt x="-1" y="8082"/>
                  <a:pt x="1420" y="3673"/>
                  <a:pt x="4060" y="0"/>
                </a:cubicBezTo>
              </a:path>
              <a:path w="43200" h="34206" stroke="0" extrusionOk="0">
                <a:moveTo>
                  <a:pt x="39593" y="657"/>
                </a:moveTo>
                <a:cubicBezTo>
                  <a:pt x="41945" y="4198"/>
                  <a:pt x="43200" y="8354"/>
                  <a:pt x="43200" y="12606"/>
                </a:cubicBezTo>
                <a:cubicBezTo>
                  <a:pt x="43200" y="24535"/>
                  <a:pt x="33529" y="34206"/>
                  <a:pt x="21600" y="34206"/>
                </a:cubicBezTo>
                <a:cubicBezTo>
                  <a:pt x="9670" y="34206"/>
                  <a:pt x="0" y="24535"/>
                  <a:pt x="0" y="12606"/>
                </a:cubicBezTo>
                <a:cubicBezTo>
                  <a:pt x="-1" y="8082"/>
                  <a:pt x="1420" y="3673"/>
                  <a:pt x="4060" y="0"/>
                </a:cubicBezTo>
                <a:lnTo>
                  <a:pt x="21600" y="12606"/>
                </a:lnTo>
                <a:lnTo>
                  <a:pt x="39593" y="657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7" name="Arc 293"/>
          <p:cNvSpPr/>
          <p:nvPr/>
        </p:nvSpPr>
        <p:spPr bwMode="auto">
          <a:xfrm flipV="1">
            <a:off x="4151641" y="1515442"/>
            <a:ext cx="1185862" cy="1905000"/>
          </a:xfrm>
          <a:custGeom>
            <a:avLst/>
            <a:gdLst>
              <a:gd name="T0" fmla="*/ 2147483647 w 26908"/>
              <a:gd name="T1" fmla="*/ 2147483647 h 43200"/>
              <a:gd name="T2" fmla="*/ 0 w 26908"/>
              <a:gd name="T3" fmla="*/ 2147483647 h 43200"/>
              <a:gd name="T4" fmla="*/ 2147483647 w 26908"/>
              <a:gd name="T5" fmla="*/ 2147483647 h 43200"/>
              <a:gd name="T6" fmla="*/ 0 60000 65536"/>
              <a:gd name="T7" fmla="*/ 0 60000 65536"/>
              <a:gd name="T8" fmla="*/ 0 60000 65536"/>
              <a:gd name="T9" fmla="*/ 0 w 26908"/>
              <a:gd name="T10" fmla="*/ 0 h 43200"/>
              <a:gd name="T11" fmla="*/ 26908 w 26908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908" h="43200" fill="none" extrusionOk="0">
                <a:moveTo>
                  <a:pt x="920" y="450"/>
                </a:moveTo>
                <a:cubicBezTo>
                  <a:pt x="2363" y="150"/>
                  <a:pt x="3833" y="-1"/>
                  <a:pt x="5308" y="0"/>
                </a:cubicBezTo>
                <a:cubicBezTo>
                  <a:pt x="17237" y="0"/>
                  <a:pt x="26908" y="9670"/>
                  <a:pt x="26908" y="21600"/>
                </a:cubicBezTo>
                <a:cubicBezTo>
                  <a:pt x="26908" y="33529"/>
                  <a:pt x="17237" y="43200"/>
                  <a:pt x="5308" y="43200"/>
                </a:cubicBezTo>
                <a:cubicBezTo>
                  <a:pt x="3518" y="43200"/>
                  <a:pt x="1735" y="42977"/>
                  <a:pt x="0" y="42537"/>
                </a:cubicBezTo>
              </a:path>
              <a:path w="26908" h="43200" stroke="0" extrusionOk="0">
                <a:moveTo>
                  <a:pt x="920" y="450"/>
                </a:moveTo>
                <a:cubicBezTo>
                  <a:pt x="2363" y="150"/>
                  <a:pt x="3833" y="-1"/>
                  <a:pt x="5308" y="0"/>
                </a:cubicBezTo>
                <a:cubicBezTo>
                  <a:pt x="17237" y="0"/>
                  <a:pt x="26908" y="9670"/>
                  <a:pt x="26908" y="21600"/>
                </a:cubicBezTo>
                <a:cubicBezTo>
                  <a:pt x="26908" y="33529"/>
                  <a:pt x="17237" y="43200"/>
                  <a:pt x="5308" y="43200"/>
                </a:cubicBezTo>
                <a:cubicBezTo>
                  <a:pt x="3518" y="43200"/>
                  <a:pt x="1735" y="42977"/>
                  <a:pt x="0" y="42537"/>
                </a:cubicBezTo>
                <a:lnTo>
                  <a:pt x="5308" y="21600"/>
                </a:lnTo>
                <a:lnTo>
                  <a:pt x="920" y="45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8" name="Text Box 88"/>
          <p:cNvSpPr txBox="1">
            <a:spLocks noChangeArrowheads="1"/>
          </p:cNvSpPr>
          <p:nvPr/>
        </p:nvSpPr>
        <p:spPr bwMode="auto">
          <a:xfrm>
            <a:off x="795665" y="5958537"/>
            <a:ext cx="361950" cy="366712"/>
          </a:xfrm>
          <a:prstGeom prst="rect">
            <a:avLst/>
          </a:prstGeom>
          <a:noFill/>
          <a:ln w="3175">
            <a:noFill/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latin typeface="ISOCPEUR" panose="020B0604020202020204" pitchFamily="34" charset="0"/>
              </a:rPr>
              <a:t>1</a:t>
            </a:r>
          </a:p>
        </p:txBody>
      </p:sp>
      <p:sp>
        <p:nvSpPr>
          <p:cNvPr id="569" name="Text Box 89"/>
          <p:cNvSpPr txBox="1">
            <a:spLocks noChangeArrowheads="1"/>
          </p:cNvSpPr>
          <p:nvPr/>
        </p:nvSpPr>
        <p:spPr bwMode="auto">
          <a:xfrm>
            <a:off x="655331" y="5202410"/>
            <a:ext cx="409575" cy="366712"/>
          </a:xfrm>
          <a:prstGeom prst="rect">
            <a:avLst/>
          </a:prstGeom>
          <a:noFill/>
          <a:ln w="3175">
            <a:noFill/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latin typeface="ISOCPEUR" panose="020B0604020202020204" pitchFamily="34" charset="0"/>
              </a:rPr>
              <a:t>2</a:t>
            </a:r>
          </a:p>
        </p:txBody>
      </p:sp>
      <p:sp>
        <p:nvSpPr>
          <p:cNvPr id="570" name="Text Box 90"/>
          <p:cNvSpPr txBox="1">
            <a:spLocks noChangeArrowheads="1"/>
          </p:cNvSpPr>
          <p:nvPr/>
        </p:nvSpPr>
        <p:spPr bwMode="auto">
          <a:xfrm>
            <a:off x="1197303" y="4888403"/>
            <a:ext cx="357188" cy="366712"/>
          </a:xfrm>
          <a:prstGeom prst="rect">
            <a:avLst/>
          </a:prstGeom>
          <a:noFill/>
          <a:ln w="3175">
            <a:noFill/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latin typeface="ISOCPEUR" panose="020B0604020202020204" pitchFamily="34" charset="0"/>
              </a:rPr>
              <a:t>3</a:t>
            </a:r>
          </a:p>
        </p:txBody>
      </p:sp>
      <p:sp>
        <p:nvSpPr>
          <p:cNvPr id="571" name="Text Box 91"/>
          <p:cNvSpPr txBox="1">
            <a:spLocks noChangeArrowheads="1"/>
          </p:cNvSpPr>
          <p:nvPr/>
        </p:nvSpPr>
        <p:spPr bwMode="auto">
          <a:xfrm>
            <a:off x="1680538" y="4444574"/>
            <a:ext cx="344487" cy="366712"/>
          </a:xfrm>
          <a:prstGeom prst="rect">
            <a:avLst/>
          </a:prstGeom>
          <a:noFill/>
          <a:ln w="3175">
            <a:noFill/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latin typeface="ISOCPEUR" panose="020B0604020202020204" pitchFamily="34" charset="0"/>
              </a:rPr>
              <a:t>4</a:t>
            </a:r>
          </a:p>
        </p:txBody>
      </p:sp>
      <p:sp>
        <p:nvSpPr>
          <p:cNvPr id="572" name="Text Box 92"/>
          <p:cNvSpPr txBox="1">
            <a:spLocks noChangeArrowheads="1"/>
          </p:cNvSpPr>
          <p:nvPr/>
        </p:nvSpPr>
        <p:spPr bwMode="auto">
          <a:xfrm>
            <a:off x="1933903" y="4930154"/>
            <a:ext cx="328613" cy="366712"/>
          </a:xfrm>
          <a:prstGeom prst="rect">
            <a:avLst/>
          </a:prstGeom>
          <a:noFill/>
          <a:ln w="3175">
            <a:noFill/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latin typeface="ISOCPEUR" panose="020B0604020202020204" pitchFamily="34" charset="0"/>
              </a:rPr>
              <a:t>5</a:t>
            </a:r>
          </a:p>
        </p:txBody>
      </p:sp>
      <p:sp>
        <p:nvSpPr>
          <p:cNvPr id="573" name="Text Box 93"/>
          <p:cNvSpPr txBox="1">
            <a:spLocks noChangeArrowheads="1"/>
          </p:cNvSpPr>
          <p:nvPr/>
        </p:nvSpPr>
        <p:spPr bwMode="auto">
          <a:xfrm>
            <a:off x="2412852" y="5206380"/>
            <a:ext cx="338138" cy="366712"/>
          </a:xfrm>
          <a:prstGeom prst="rect">
            <a:avLst/>
          </a:prstGeom>
          <a:noFill/>
          <a:ln w="3175">
            <a:noFill/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latin typeface="ISOCPEUR" panose="020B0604020202020204" pitchFamily="34" charset="0"/>
              </a:rPr>
              <a:t>6</a:t>
            </a:r>
          </a:p>
        </p:txBody>
      </p:sp>
      <p:sp>
        <p:nvSpPr>
          <p:cNvPr id="574" name="Text Box 94"/>
          <p:cNvSpPr txBox="1">
            <a:spLocks noChangeArrowheads="1"/>
          </p:cNvSpPr>
          <p:nvPr/>
        </p:nvSpPr>
        <p:spPr bwMode="auto">
          <a:xfrm>
            <a:off x="2243465" y="5917579"/>
            <a:ext cx="338138" cy="366712"/>
          </a:xfrm>
          <a:prstGeom prst="rect">
            <a:avLst/>
          </a:prstGeom>
          <a:noFill/>
          <a:ln w="3175">
            <a:noFill/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latin typeface="ISOCP" panose="00000400000000000000" pitchFamily="2" charset="0"/>
                <a:cs typeface="ISOCP" panose="00000400000000000000" pitchFamily="2" charset="0"/>
              </a:rPr>
              <a:t>7</a:t>
            </a:r>
          </a:p>
        </p:txBody>
      </p:sp>
      <p:grpSp>
        <p:nvGrpSpPr>
          <p:cNvPr id="575" name="组合 574"/>
          <p:cNvGrpSpPr/>
          <p:nvPr/>
        </p:nvGrpSpPr>
        <p:grpSpPr>
          <a:xfrm>
            <a:off x="5329823" y="2259979"/>
            <a:ext cx="909344" cy="404813"/>
            <a:chOff x="6030218" y="3254375"/>
            <a:chExt cx="909344" cy="404813"/>
          </a:xfrm>
        </p:grpSpPr>
        <p:sp>
          <p:nvSpPr>
            <p:cNvPr id="576" name="矩形 575"/>
            <p:cNvSpPr/>
            <p:nvPr/>
          </p:nvSpPr>
          <p:spPr>
            <a:xfrm>
              <a:off x="6238875" y="3379788"/>
              <a:ext cx="394563" cy="1932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77" name="Group 89"/>
            <p:cNvGrpSpPr/>
            <p:nvPr/>
          </p:nvGrpSpPr>
          <p:grpSpPr bwMode="auto">
            <a:xfrm>
              <a:off x="6030218" y="3254375"/>
              <a:ext cx="909344" cy="404813"/>
              <a:chOff x="1087" y="1073"/>
              <a:chExt cx="554" cy="255"/>
            </a:xfrm>
          </p:grpSpPr>
          <p:grpSp>
            <p:nvGrpSpPr>
              <p:cNvPr id="578" name="Group 90"/>
              <p:cNvGrpSpPr/>
              <p:nvPr/>
            </p:nvGrpSpPr>
            <p:grpSpPr bwMode="auto">
              <a:xfrm>
                <a:off x="1272" y="1190"/>
                <a:ext cx="74" cy="56"/>
                <a:chOff x="203" y="2293"/>
                <a:chExt cx="59" cy="45"/>
              </a:xfrm>
            </p:grpSpPr>
            <p:sp>
              <p:nvSpPr>
                <p:cNvPr id="581" name="Line 91"/>
                <p:cNvSpPr>
                  <a:spLocks noChangeShapeType="1"/>
                </p:cNvSpPr>
                <p:nvPr/>
              </p:nvSpPr>
              <p:spPr bwMode="auto">
                <a:xfrm>
                  <a:off x="204" y="2316"/>
                  <a:ext cx="57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2" name="Line 92"/>
                <p:cNvSpPr>
                  <a:spLocks noChangeShapeType="1"/>
                </p:cNvSpPr>
                <p:nvPr/>
              </p:nvSpPr>
              <p:spPr bwMode="auto">
                <a:xfrm>
                  <a:off x="203" y="2338"/>
                  <a:ext cx="57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3" name="Line 93"/>
                <p:cNvSpPr>
                  <a:spLocks noChangeShapeType="1"/>
                </p:cNvSpPr>
                <p:nvPr/>
              </p:nvSpPr>
              <p:spPr bwMode="auto">
                <a:xfrm>
                  <a:off x="205" y="2293"/>
                  <a:ext cx="57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9" name="Rectangle 94"/>
              <p:cNvSpPr>
                <a:spLocks noChangeArrowheads="1"/>
              </p:cNvSpPr>
              <p:nvPr/>
            </p:nvSpPr>
            <p:spPr bwMode="auto">
              <a:xfrm>
                <a:off x="1087" y="1073"/>
                <a:ext cx="310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i="1" dirty="0">
                    <a:solidFill>
                      <a:srgbClr val="000066"/>
                    </a:solidFill>
                    <a:latin typeface="ISOCP" panose="00000400000000000000" pitchFamily="2" charset="0"/>
                    <a:cs typeface="ISOCP" panose="00000400000000000000" pitchFamily="2" charset="0"/>
                  </a:rPr>
                  <a:t>1</a:t>
                </a:r>
                <a:r>
                  <a:rPr lang="en-US" altLang="zh-CN" b="1" i="1" dirty="0">
                    <a:solidFill>
                      <a:srgbClr val="000066"/>
                    </a:solidFill>
                    <a:latin typeface="ISOCP" panose="00000400000000000000" pitchFamily="2" charset="0"/>
                    <a:cs typeface="ISOCP" panose="00000400000000000000" pitchFamily="2" charset="0"/>
                  </a:rPr>
                  <a:t>″</a:t>
                </a:r>
              </a:p>
            </p:txBody>
          </p:sp>
          <p:sp>
            <p:nvSpPr>
              <p:cNvPr id="580" name="Rectangle 95"/>
              <p:cNvSpPr>
                <a:spLocks noChangeArrowheads="1"/>
              </p:cNvSpPr>
              <p:nvPr/>
            </p:nvSpPr>
            <p:spPr bwMode="auto">
              <a:xfrm>
                <a:off x="1292" y="1076"/>
                <a:ext cx="34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altLang="zh-CN" sz="2000" b="1" i="1" dirty="0">
                    <a:solidFill>
                      <a:srgbClr val="000066"/>
                    </a:solidFill>
                    <a:latin typeface="ISOCP" panose="00000400000000000000" pitchFamily="2" charset="0"/>
                    <a:cs typeface="ISOCP" panose="00000400000000000000" pitchFamily="2" charset="0"/>
                  </a:rPr>
                  <a:t>7</a:t>
                </a:r>
                <a:r>
                  <a:rPr lang="en-US" altLang="zh-CN" b="1" dirty="0">
                    <a:solidFill>
                      <a:srgbClr val="000066"/>
                    </a:solidFill>
                    <a:latin typeface="ISOCP" panose="00000400000000000000" pitchFamily="2" charset="0"/>
                    <a:cs typeface="ISOCP" panose="00000400000000000000" pitchFamily="2" charset="0"/>
                  </a:rPr>
                  <a:t>″</a:t>
                </a:r>
              </a:p>
            </p:txBody>
          </p:sp>
        </p:grpSp>
      </p:grpSp>
      <p:grpSp>
        <p:nvGrpSpPr>
          <p:cNvPr id="584" name="组合 583"/>
          <p:cNvGrpSpPr/>
          <p:nvPr/>
        </p:nvGrpSpPr>
        <p:grpSpPr>
          <a:xfrm>
            <a:off x="711367" y="2428632"/>
            <a:ext cx="2195044" cy="415608"/>
            <a:chOff x="3616164" y="2184778"/>
            <a:chExt cx="2195044" cy="415608"/>
          </a:xfrm>
        </p:grpSpPr>
        <p:sp>
          <p:nvSpPr>
            <p:cNvPr id="585" name="Text Box 142"/>
            <p:cNvSpPr txBox="1">
              <a:spLocks noChangeArrowheads="1"/>
            </p:cNvSpPr>
            <p:nvPr/>
          </p:nvSpPr>
          <p:spPr bwMode="auto">
            <a:xfrm>
              <a:off x="3616164" y="2200276"/>
              <a:ext cx="549597" cy="4001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2000" b="1" i="1" dirty="0">
                  <a:solidFill>
                    <a:srgbClr val="000066"/>
                  </a:solidFill>
                  <a:latin typeface="ISOCP" panose="00000400000000000000" pitchFamily="2" charset="0"/>
                  <a:cs typeface="ISOCP" panose="00000400000000000000" pitchFamily="2" charset="0"/>
                </a:rPr>
                <a:t>1</a:t>
              </a:r>
              <a:r>
                <a:rPr lang="en-US" altLang="zh-CN" b="1" i="1" dirty="0">
                  <a:solidFill>
                    <a:srgbClr val="000066"/>
                  </a:solidFill>
                  <a:latin typeface="ISOCP" panose="00000400000000000000" pitchFamily="2" charset="0"/>
                  <a:cs typeface="ISOCP" panose="00000400000000000000" pitchFamily="2" charset="0"/>
                </a:rPr>
                <a:t>′</a:t>
              </a:r>
            </a:p>
          </p:txBody>
        </p:sp>
        <p:sp>
          <p:nvSpPr>
            <p:cNvPr id="586" name="Text Box 142"/>
            <p:cNvSpPr txBox="1">
              <a:spLocks noChangeArrowheads="1"/>
            </p:cNvSpPr>
            <p:nvPr/>
          </p:nvSpPr>
          <p:spPr bwMode="auto">
            <a:xfrm>
              <a:off x="5261611" y="2184778"/>
              <a:ext cx="549597" cy="4001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2000" b="1" i="1" dirty="0">
                  <a:solidFill>
                    <a:srgbClr val="000066"/>
                  </a:solidFill>
                  <a:latin typeface="ISOCP" panose="00000400000000000000" pitchFamily="2" charset="0"/>
                  <a:cs typeface="ISOCP" panose="00000400000000000000" pitchFamily="2" charset="0"/>
                </a:rPr>
                <a:t>7</a:t>
              </a:r>
              <a:r>
                <a:rPr lang="en-US" altLang="zh-CN" b="1" i="1" dirty="0">
                  <a:solidFill>
                    <a:srgbClr val="000066"/>
                  </a:solidFill>
                  <a:latin typeface="ISOCP" panose="00000400000000000000" pitchFamily="2" charset="0"/>
                  <a:cs typeface="ISOCP" panose="00000400000000000000" pitchFamily="2" charset="0"/>
                </a:rPr>
                <a:t>′</a:t>
              </a:r>
            </a:p>
          </p:txBody>
        </p:sp>
      </p:grpSp>
      <p:grpSp>
        <p:nvGrpSpPr>
          <p:cNvPr id="587" name="组合 586"/>
          <p:cNvGrpSpPr/>
          <p:nvPr/>
        </p:nvGrpSpPr>
        <p:grpSpPr>
          <a:xfrm>
            <a:off x="4875151" y="1340023"/>
            <a:ext cx="909344" cy="404813"/>
            <a:chOff x="6030218" y="3254375"/>
            <a:chExt cx="909344" cy="404813"/>
          </a:xfrm>
        </p:grpSpPr>
        <p:sp>
          <p:nvSpPr>
            <p:cNvPr id="588" name="矩形 587"/>
            <p:cNvSpPr/>
            <p:nvPr/>
          </p:nvSpPr>
          <p:spPr>
            <a:xfrm>
              <a:off x="6238875" y="3379788"/>
              <a:ext cx="394563" cy="1932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89" name="Group 89"/>
            <p:cNvGrpSpPr/>
            <p:nvPr/>
          </p:nvGrpSpPr>
          <p:grpSpPr bwMode="auto">
            <a:xfrm>
              <a:off x="6030218" y="3254375"/>
              <a:ext cx="909344" cy="404813"/>
              <a:chOff x="1087" y="1073"/>
              <a:chExt cx="554" cy="255"/>
            </a:xfrm>
          </p:grpSpPr>
          <p:grpSp>
            <p:nvGrpSpPr>
              <p:cNvPr id="590" name="Group 90"/>
              <p:cNvGrpSpPr/>
              <p:nvPr/>
            </p:nvGrpSpPr>
            <p:grpSpPr bwMode="auto">
              <a:xfrm>
                <a:off x="1272" y="1190"/>
                <a:ext cx="74" cy="56"/>
                <a:chOff x="203" y="2293"/>
                <a:chExt cx="59" cy="45"/>
              </a:xfrm>
            </p:grpSpPr>
            <p:sp>
              <p:nvSpPr>
                <p:cNvPr id="593" name="Line 91"/>
                <p:cNvSpPr>
                  <a:spLocks noChangeShapeType="1"/>
                </p:cNvSpPr>
                <p:nvPr/>
              </p:nvSpPr>
              <p:spPr bwMode="auto">
                <a:xfrm>
                  <a:off x="204" y="2316"/>
                  <a:ext cx="57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" name="Line 92"/>
                <p:cNvSpPr>
                  <a:spLocks noChangeShapeType="1"/>
                </p:cNvSpPr>
                <p:nvPr/>
              </p:nvSpPr>
              <p:spPr bwMode="auto">
                <a:xfrm>
                  <a:off x="203" y="2338"/>
                  <a:ext cx="57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5" name="Line 93"/>
                <p:cNvSpPr>
                  <a:spLocks noChangeShapeType="1"/>
                </p:cNvSpPr>
                <p:nvPr/>
              </p:nvSpPr>
              <p:spPr bwMode="auto">
                <a:xfrm>
                  <a:off x="205" y="2293"/>
                  <a:ext cx="57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91" name="Rectangle 94"/>
              <p:cNvSpPr>
                <a:spLocks noChangeArrowheads="1"/>
              </p:cNvSpPr>
              <p:nvPr/>
            </p:nvSpPr>
            <p:spPr bwMode="auto">
              <a:xfrm>
                <a:off x="1087" y="1073"/>
                <a:ext cx="333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i="1" dirty="0">
                    <a:solidFill>
                      <a:srgbClr val="000066"/>
                    </a:solidFill>
                    <a:latin typeface="ISOCP" panose="00000400000000000000" pitchFamily="2" charset="0"/>
                    <a:cs typeface="ISOCP" panose="00000400000000000000" pitchFamily="2" charset="0"/>
                  </a:rPr>
                  <a:t>2</a:t>
                </a:r>
                <a:r>
                  <a:rPr lang="en-US" altLang="zh-CN" b="1" i="1" dirty="0">
                    <a:solidFill>
                      <a:srgbClr val="000066"/>
                    </a:solidFill>
                    <a:latin typeface="ISOCP" panose="00000400000000000000" pitchFamily="2" charset="0"/>
                    <a:cs typeface="ISOCP" panose="00000400000000000000" pitchFamily="2" charset="0"/>
                  </a:rPr>
                  <a:t>″</a:t>
                </a:r>
              </a:p>
            </p:txBody>
          </p:sp>
          <p:sp>
            <p:nvSpPr>
              <p:cNvPr id="592" name="Rectangle 95"/>
              <p:cNvSpPr>
                <a:spLocks noChangeArrowheads="1"/>
              </p:cNvSpPr>
              <p:nvPr/>
            </p:nvSpPr>
            <p:spPr bwMode="auto">
              <a:xfrm>
                <a:off x="1292" y="1076"/>
                <a:ext cx="34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altLang="zh-CN" sz="2000" b="1" i="1" dirty="0">
                    <a:solidFill>
                      <a:srgbClr val="000066"/>
                    </a:solidFill>
                    <a:latin typeface="ISOCP" panose="00000400000000000000" pitchFamily="2" charset="0"/>
                    <a:cs typeface="ISOCP" panose="00000400000000000000" pitchFamily="2" charset="0"/>
                  </a:rPr>
                  <a:t>6</a:t>
                </a:r>
                <a:r>
                  <a:rPr lang="en-US" altLang="zh-CN" b="1" dirty="0">
                    <a:solidFill>
                      <a:srgbClr val="000066"/>
                    </a:solidFill>
                    <a:latin typeface="ISOCP" panose="00000400000000000000" pitchFamily="2" charset="0"/>
                    <a:cs typeface="ISOCP" panose="00000400000000000000" pitchFamily="2" charset="0"/>
                  </a:rPr>
                  <a:t>″</a:t>
                </a:r>
              </a:p>
            </p:txBody>
          </p:sp>
        </p:grpSp>
      </p:grpSp>
      <p:grpSp>
        <p:nvGrpSpPr>
          <p:cNvPr id="596" name="组合 595"/>
          <p:cNvGrpSpPr/>
          <p:nvPr/>
        </p:nvGrpSpPr>
        <p:grpSpPr>
          <a:xfrm>
            <a:off x="567853" y="1602754"/>
            <a:ext cx="2390718" cy="449611"/>
            <a:chOff x="3549248" y="2204462"/>
            <a:chExt cx="2390718" cy="449611"/>
          </a:xfrm>
        </p:grpSpPr>
        <p:sp>
          <p:nvSpPr>
            <p:cNvPr id="597" name="Text Box 142"/>
            <p:cNvSpPr txBox="1">
              <a:spLocks noChangeArrowheads="1"/>
            </p:cNvSpPr>
            <p:nvPr/>
          </p:nvSpPr>
          <p:spPr bwMode="auto">
            <a:xfrm>
              <a:off x="3549248" y="2204462"/>
              <a:ext cx="549597" cy="4001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2000" b="1" i="1" dirty="0">
                  <a:solidFill>
                    <a:srgbClr val="000066"/>
                  </a:solidFill>
                  <a:latin typeface="ISOCP" panose="00000400000000000000" pitchFamily="2" charset="0"/>
                  <a:cs typeface="ISOCP" panose="00000400000000000000" pitchFamily="2" charset="0"/>
                </a:rPr>
                <a:t>2</a:t>
              </a:r>
              <a:r>
                <a:rPr lang="en-US" altLang="zh-CN" b="1" i="1" dirty="0">
                  <a:solidFill>
                    <a:srgbClr val="000066"/>
                  </a:solidFill>
                  <a:latin typeface="ISOCP" panose="00000400000000000000" pitchFamily="2" charset="0"/>
                  <a:cs typeface="ISOCP" panose="00000400000000000000" pitchFamily="2" charset="0"/>
                </a:rPr>
                <a:t>′</a:t>
              </a:r>
            </a:p>
          </p:txBody>
        </p:sp>
        <p:sp>
          <p:nvSpPr>
            <p:cNvPr id="598" name="Text Box 142"/>
            <p:cNvSpPr txBox="1">
              <a:spLocks noChangeArrowheads="1"/>
            </p:cNvSpPr>
            <p:nvPr/>
          </p:nvSpPr>
          <p:spPr bwMode="auto">
            <a:xfrm>
              <a:off x="5390369" y="2253963"/>
              <a:ext cx="549597" cy="4001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2000" b="1" i="1" dirty="0">
                  <a:solidFill>
                    <a:srgbClr val="000066"/>
                  </a:solidFill>
                  <a:latin typeface="ISOCP" panose="00000400000000000000" pitchFamily="2" charset="0"/>
                  <a:cs typeface="ISOCP" panose="00000400000000000000" pitchFamily="2" charset="0"/>
                </a:rPr>
                <a:t>6</a:t>
              </a:r>
              <a:r>
                <a:rPr lang="en-US" altLang="zh-CN" b="1" i="1" dirty="0">
                  <a:solidFill>
                    <a:srgbClr val="000066"/>
                  </a:solidFill>
                  <a:latin typeface="ISOCP" panose="00000400000000000000" pitchFamily="2" charset="0"/>
                  <a:cs typeface="ISOCP" panose="00000400000000000000" pitchFamily="2" charset="0"/>
                </a:rPr>
                <a:t>′</a:t>
              </a:r>
            </a:p>
          </p:txBody>
        </p:sp>
      </p:grpSp>
      <p:grpSp>
        <p:nvGrpSpPr>
          <p:cNvPr id="599" name="组合 598"/>
          <p:cNvGrpSpPr/>
          <p:nvPr/>
        </p:nvGrpSpPr>
        <p:grpSpPr>
          <a:xfrm>
            <a:off x="4149534" y="1101105"/>
            <a:ext cx="938889" cy="401638"/>
            <a:chOff x="6000672" y="3257551"/>
            <a:chExt cx="938889" cy="401638"/>
          </a:xfrm>
        </p:grpSpPr>
        <p:sp>
          <p:nvSpPr>
            <p:cNvPr id="600" name="矩形 599"/>
            <p:cNvSpPr/>
            <p:nvPr/>
          </p:nvSpPr>
          <p:spPr>
            <a:xfrm>
              <a:off x="6137413" y="3379788"/>
              <a:ext cx="496026" cy="1932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01" name="Group 89"/>
            <p:cNvGrpSpPr/>
            <p:nvPr/>
          </p:nvGrpSpPr>
          <p:grpSpPr bwMode="auto">
            <a:xfrm>
              <a:off x="6000672" y="3257551"/>
              <a:ext cx="938889" cy="401638"/>
              <a:chOff x="1069" y="1075"/>
              <a:chExt cx="572" cy="253"/>
            </a:xfrm>
          </p:grpSpPr>
          <p:grpSp>
            <p:nvGrpSpPr>
              <p:cNvPr id="602" name="Group 90"/>
              <p:cNvGrpSpPr/>
              <p:nvPr/>
            </p:nvGrpSpPr>
            <p:grpSpPr bwMode="auto">
              <a:xfrm>
                <a:off x="1272" y="1190"/>
                <a:ext cx="74" cy="56"/>
                <a:chOff x="203" y="2293"/>
                <a:chExt cx="59" cy="45"/>
              </a:xfrm>
            </p:grpSpPr>
            <p:sp>
              <p:nvSpPr>
                <p:cNvPr id="605" name="Line 91"/>
                <p:cNvSpPr>
                  <a:spLocks noChangeShapeType="1"/>
                </p:cNvSpPr>
                <p:nvPr/>
              </p:nvSpPr>
              <p:spPr bwMode="auto">
                <a:xfrm>
                  <a:off x="204" y="2316"/>
                  <a:ext cx="57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6" name="Line 92"/>
                <p:cNvSpPr>
                  <a:spLocks noChangeShapeType="1"/>
                </p:cNvSpPr>
                <p:nvPr/>
              </p:nvSpPr>
              <p:spPr bwMode="auto">
                <a:xfrm>
                  <a:off x="203" y="2338"/>
                  <a:ext cx="57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7" name="Line 93"/>
                <p:cNvSpPr>
                  <a:spLocks noChangeShapeType="1"/>
                </p:cNvSpPr>
                <p:nvPr/>
              </p:nvSpPr>
              <p:spPr bwMode="auto">
                <a:xfrm>
                  <a:off x="205" y="2293"/>
                  <a:ext cx="57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03" name="Rectangle 94"/>
              <p:cNvSpPr>
                <a:spLocks noChangeArrowheads="1"/>
              </p:cNvSpPr>
              <p:nvPr/>
            </p:nvSpPr>
            <p:spPr bwMode="auto">
              <a:xfrm>
                <a:off x="1069" y="1075"/>
                <a:ext cx="333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 b="1" i="1" dirty="0">
                    <a:solidFill>
                      <a:srgbClr val="000066"/>
                    </a:solidFill>
                    <a:latin typeface="ISOCP" panose="00000400000000000000" pitchFamily="2" charset="0"/>
                    <a:cs typeface="ISOCP" panose="00000400000000000000" pitchFamily="2" charset="0"/>
                  </a:rPr>
                  <a:t>3</a:t>
                </a:r>
                <a:r>
                  <a:rPr lang="en-US" altLang="zh-CN" b="1" i="1" dirty="0">
                    <a:solidFill>
                      <a:srgbClr val="000066"/>
                    </a:solidFill>
                    <a:latin typeface="ISOCP" panose="00000400000000000000" pitchFamily="2" charset="0"/>
                    <a:cs typeface="ISOCP" panose="00000400000000000000" pitchFamily="2" charset="0"/>
                  </a:rPr>
                  <a:t>″</a:t>
                </a:r>
              </a:p>
            </p:txBody>
          </p:sp>
          <p:sp>
            <p:nvSpPr>
              <p:cNvPr id="604" name="Rectangle 95"/>
              <p:cNvSpPr>
                <a:spLocks noChangeArrowheads="1"/>
              </p:cNvSpPr>
              <p:nvPr/>
            </p:nvSpPr>
            <p:spPr bwMode="auto">
              <a:xfrm>
                <a:off x="1292" y="1076"/>
                <a:ext cx="34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altLang="zh-CN" sz="2000" b="1" i="1" dirty="0">
                    <a:solidFill>
                      <a:srgbClr val="000066"/>
                    </a:solidFill>
                    <a:latin typeface="ISOCP" panose="00000400000000000000" pitchFamily="2" charset="0"/>
                    <a:cs typeface="ISOCP" panose="00000400000000000000" pitchFamily="2" charset="0"/>
                  </a:rPr>
                  <a:t>5</a:t>
                </a:r>
                <a:r>
                  <a:rPr lang="en-US" altLang="zh-CN" b="1" dirty="0">
                    <a:solidFill>
                      <a:srgbClr val="000066"/>
                    </a:solidFill>
                    <a:latin typeface="ISOCP" panose="00000400000000000000" pitchFamily="2" charset="0"/>
                    <a:cs typeface="ISOCP" panose="00000400000000000000" pitchFamily="2" charset="0"/>
                  </a:rPr>
                  <a:t>″</a:t>
                </a:r>
              </a:p>
            </p:txBody>
          </p:sp>
        </p:grpSp>
      </p:grpSp>
      <p:grpSp>
        <p:nvGrpSpPr>
          <p:cNvPr id="608" name="组合 607"/>
          <p:cNvGrpSpPr/>
          <p:nvPr/>
        </p:nvGrpSpPr>
        <p:grpSpPr>
          <a:xfrm>
            <a:off x="1056968" y="883262"/>
            <a:ext cx="1422588" cy="439768"/>
            <a:chOff x="3961765" y="895320"/>
            <a:chExt cx="1422588" cy="439768"/>
          </a:xfrm>
        </p:grpSpPr>
        <p:sp>
          <p:nvSpPr>
            <p:cNvPr id="609" name="矩形 608"/>
            <p:cNvSpPr/>
            <p:nvPr/>
          </p:nvSpPr>
          <p:spPr>
            <a:xfrm>
              <a:off x="4085430" y="1013244"/>
              <a:ext cx="205582" cy="1440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0" name="矩形 609"/>
            <p:cNvSpPr/>
            <p:nvPr/>
          </p:nvSpPr>
          <p:spPr>
            <a:xfrm>
              <a:off x="4986734" y="1058864"/>
              <a:ext cx="205582" cy="1440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1" name="组合 610"/>
            <p:cNvGrpSpPr/>
            <p:nvPr/>
          </p:nvGrpSpPr>
          <p:grpSpPr>
            <a:xfrm>
              <a:off x="3961765" y="895320"/>
              <a:ext cx="1422588" cy="439768"/>
              <a:chOff x="3779041" y="2700397"/>
              <a:chExt cx="1422588" cy="439768"/>
            </a:xfrm>
          </p:grpSpPr>
          <p:sp>
            <p:nvSpPr>
              <p:cNvPr id="612" name="Text Box 142"/>
              <p:cNvSpPr txBox="1">
                <a:spLocks noChangeArrowheads="1"/>
              </p:cNvSpPr>
              <p:nvPr/>
            </p:nvSpPr>
            <p:spPr bwMode="auto">
              <a:xfrm>
                <a:off x="3779041" y="2700397"/>
                <a:ext cx="549597" cy="40011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altLang="zh-CN" sz="2000" b="1" i="1" dirty="0">
                    <a:solidFill>
                      <a:srgbClr val="000066"/>
                    </a:solidFill>
                    <a:latin typeface="ISOCP" panose="00000400000000000000" pitchFamily="2" charset="0"/>
                    <a:cs typeface="ISOCP" panose="00000400000000000000" pitchFamily="2" charset="0"/>
                  </a:rPr>
                  <a:t>3</a:t>
                </a:r>
                <a:r>
                  <a:rPr lang="en-US" altLang="zh-CN" b="1" i="1" dirty="0">
                    <a:solidFill>
                      <a:srgbClr val="000066"/>
                    </a:solidFill>
                    <a:latin typeface="ISOCP" panose="00000400000000000000" pitchFamily="2" charset="0"/>
                    <a:cs typeface="ISOCP" panose="00000400000000000000" pitchFamily="2" charset="0"/>
                  </a:rPr>
                  <a:t>′</a:t>
                </a:r>
              </a:p>
            </p:txBody>
          </p:sp>
          <p:sp>
            <p:nvSpPr>
              <p:cNvPr id="613" name="Text Box 142"/>
              <p:cNvSpPr txBox="1">
                <a:spLocks noChangeArrowheads="1"/>
              </p:cNvSpPr>
              <p:nvPr/>
            </p:nvSpPr>
            <p:spPr bwMode="auto">
              <a:xfrm>
                <a:off x="4652032" y="2740055"/>
                <a:ext cx="549597" cy="40011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altLang="zh-CN" sz="2000" b="1" i="1" dirty="0">
                    <a:solidFill>
                      <a:srgbClr val="000066"/>
                    </a:solidFill>
                    <a:latin typeface="ISOCP" panose="00000400000000000000" pitchFamily="2" charset="0"/>
                    <a:cs typeface="ISOCP" panose="00000400000000000000" pitchFamily="2" charset="0"/>
                  </a:rPr>
                  <a:t>5</a:t>
                </a:r>
                <a:r>
                  <a:rPr lang="en-US" altLang="zh-CN" b="1" i="1" dirty="0">
                    <a:solidFill>
                      <a:srgbClr val="000066"/>
                    </a:solidFill>
                    <a:latin typeface="ISOCP" panose="00000400000000000000" pitchFamily="2" charset="0"/>
                    <a:cs typeface="ISOCP" panose="00000400000000000000" pitchFamily="2" charset="0"/>
                  </a:rPr>
                  <a:t>′</a:t>
                </a:r>
              </a:p>
            </p:txBody>
          </p:sp>
        </p:grpSp>
      </p:grpSp>
      <p:sp>
        <p:nvSpPr>
          <p:cNvPr id="614" name="Rectangle 94"/>
          <p:cNvSpPr>
            <a:spLocks noChangeArrowheads="1"/>
          </p:cNvSpPr>
          <p:nvPr/>
        </p:nvSpPr>
        <p:spPr bwMode="auto">
          <a:xfrm>
            <a:off x="3745750" y="1171089"/>
            <a:ext cx="56457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 i="1" dirty="0">
                <a:solidFill>
                  <a:srgbClr val="000066"/>
                </a:solidFill>
                <a:latin typeface="ISOCP" panose="00000400000000000000" pitchFamily="2" charset="0"/>
                <a:cs typeface="ISOCP" panose="00000400000000000000" pitchFamily="2" charset="0"/>
              </a:rPr>
              <a:t>4</a:t>
            </a:r>
            <a:r>
              <a:rPr lang="en-US" altLang="zh-CN" b="1" i="1" dirty="0">
                <a:solidFill>
                  <a:srgbClr val="000066"/>
                </a:solidFill>
                <a:latin typeface="ISOCP" panose="00000400000000000000" pitchFamily="2" charset="0"/>
                <a:cs typeface="ISOCP" panose="00000400000000000000" pitchFamily="2" charset="0"/>
              </a:rPr>
              <a:t>″</a:t>
            </a:r>
          </a:p>
        </p:txBody>
      </p:sp>
      <p:grpSp>
        <p:nvGrpSpPr>
          <p:cNvPr id="615" name="组合 614"/>
          <p:cNvGrpSpPr/>
          <p:nvPr/>
        </p:nvGrpSpPr>
        <p:grpSpPr>
          <a:xfrm>
            <a:off x="1652991" y="1518617"/>
            <a:ext cx="634528" cy="400110"/>
            <a:chOff x="4557788" y="1274763"/>
            <a:chExt cx="634528" cy="400110"/>
          </a:xfrm>
        </p:grpSpPr>
        <p:sp>
          <p:nvSpPr>
            <p:cNvPr id="616" name="矩形 615"/>
            <p:cNvSpPr/>
            <p:nvPr/>
          </p:nvSpPr>
          <p:spPr>
            <a:xfrm>
              <a:off x="4681538" y="1433487"/>
              <a:ext cx="235347" cy="809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7" name="Text Box 142"/>
            <p:cNvSpPr txBox="1">
              <a:spLocks noChangeArrowheads="1"/>
            </p:cNvSpPr>
            <p:nvPr/>
          </p:nvSpPr>
          <p:spPr bwMode="auto">
            <a:xfrm>
              <a:off x="4557788" y="1274763"/>
              <a:ext cx="634528" cy="40011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sz="2000" b="1" i="1" dirty="0">
                  <a:solidFill>
                    <a:srgbClr val="000066"/>
                  </a:solidFill>
                  <a:latin typeface="ISOCP" panose="00000400000000000000" pitchFamily="2" charset="0"/>
                  <a:cs typeface="ISOCP" panose="00000400000000000000" pitchFamily="2" charset="0"/>
                </a:rPr>
                <a:t>4</a:t>
              </a:r>
              <a:r>
                <a:rPr lang="en-US" altLang="zh-CN" b="1" i="1" dirty="0">
                  <a:solidFill>
                    <a:srgbClr val="000066"/>
                  </a:solidFill>
                  <a:latin typeface="ISOCP" panose="00000400000000000000" pitchFamily="2" charset="0"/>
                  <a:cs typeface="ISOCP" panose="00000400000000000000" pitchFamily="2" charset="0"/>
                </a:rPr>
                <a:t>′</a:t>
              </a:r>
            </a:p>
          </p:txBody>
        </p:sp>
      </p:grpSp>
      <p:cxnSp>
        <p:nvCxnSpPr>
          <p:cNvPr id="618" name="直接连接符 617"/>
          <p:cNvCxnSpPr/>
          <p:nvPr/>
        </p:nvCxnSpPr>
        <p:spPr>
          <a:xfrm flipV="1">
            <a:off x="2495878" y="3268043"/>
            <a:ext cx="0" cy="13811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9" name="直接连接符 618"/>
          <p:cNvCxnSpPr/>
          <p:nvPr/>
        </p:nvCxnSpPr>
        <p:spPr>
          <a:xfrm flipV="1">
            <a:off x="1009982" y="3274392"/>
            <a:ext cx="0" cy="13811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0" name="直接连接符 619"/>
          <p:cNvCxnSpPr/>
          <p:nvPr/>
        </p:nvCxnSpPr>
        <p:spPr>
          <a:xfrm flipV="1">
            <a:off x="995056" y="1521792"/>
            <a:ext cx="0" cy="13811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1" name="直接连接符 620"/>
          <p:cNvCxnSpPr/>
          <p:nvPr/>
        </p:nvCxnSpPr>
        <p:spPr>
          <a:xfrm flipV="1">
            <a:off x="2486357" y="1521792"/>
            <a:ext cx="0" cy="13811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2" name="Text Box 142"/>
          <p:cNvSpPr txBox="1">
            <a:spLocks noChangeArrowheads="1"/>
          </p:cNvSpPr>
          <p:nvPr/>
        </p:nvSpPr>
        <p:spPr bwMode="auto">
          <a:xfrm>
            <a:off x="4954916" y="4513116"/>
            <a:ext cx="549597" cy="40011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00066"/>
                </a:solidFill>
                <a:latin typeface="ISOCP" panose="00000400000000000000" pitchFamily="2" charset="0"/>
                <a:cs typeface="ISOCP" panose="00000400000000000000" pitchFamily="2" charset="0"/>
              </a:rPr>
              <a:t>6</a:t>
            </a:r>
            <a:r>
              <a:rPr lang="en-US" altLang="zh-CN" b="1" i="1" dirty="0">
                <a:solidFill>
                  <a:srgbClr val="000066"/>
                </a:solidFill>
                <a:latin typeface="ISOCP" panose="00000400000000000000" pitchFamily="2" charset="0"/>
                <a:cs typeface="ISOCP" panose="00000400000000000000" pitchFamily="2" charset="0"/>
              </a:rPr>
              <a:t>′</a:t>
            </a:r>
          </a:p>
        </p:txBody>
      </p:sp>
      <p:sp>
        <p:nvSpPr>
          <p:cNvPr id="623" name="Text Box 142"/>
          <p:cNvSpPr txBox="1">
            <a:spLocks noChangeArrowheads="1"/>
          </p:cNvSpPr>
          <p:nvPr/>
        </p:nvSpPr>
        <p:spPr bwMode="auto">
          <a:xfrm>
            <a:off x="3991818" y="3920264"/>
            <a:ext cx="549597" cy="40011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i="1" dirty="0">
                <a:solidFill>
                  <a:srgbClr val="000066"/>
                </a:solidFill>
                <a:latin typeface="ISOCP" panose="00000400000000000000" pitchFamily="2" charset="0"/>
                <a:cs typeface="ISOCP" panose="00000400000000000000" pitchFamily="2" charset="0"/>
              </a:rPr>
              <a:t>5</a:t>
            </a:r>
            <a:r>
              <a:rPr lang="en-US" altLang="zh-CN" b="1" i="1" dirty="0">
                <a:solidFill>
                  <a:srgbClr val="000066"/>
                </a:solidFill>
                <a:latin typeface="ISOCP" panose="00000400000000000000" pitchFamily="2" charset="0"/>
                <a:cs typeface="ISOCP" panose="00000400000000000000" pitchFamily="2" charset="0"/>
              </a:rPr>
              <a:t>′</a:t>
            </a:r>
          </a:p>
        </p:txBody>
      </p:sp>
      <p:sp>
        <p:nvSpPr>
          <p:cNvPr id="624" name="Rectangle 138"/>
          <p:cNvSpPr>
            <a:spLocks noChangeArrowheads="1"/>
          </p:cNvSpPr>
          <p:nvPr/>
        </p:nvSpPr>
        <p:spPr bwMode="auto">
          <a:xfrm>
            <a:off x="3240647" y="5573161"/>
            <a:ext cx="2587282" cy="707886"/>
          </a:xfrm>
          <a:prstGeom prst="rect">
            <a:avLst/>
          </a:prstGeom>
          <a:noFill/>
          <a:ln w="57150" cmpd="thinThick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0" dirty="0">
                <a:ea typeface="黑体" panose="02010609060101010101" pitchFamily="49" charset="-122"/>
              </a:rPr>
              <a:t>注意：轮廓线要连到轮廓线上的特殊点</a:t>
            </a:r>
          </a:p>
        </p:txBody>
      </p:sp>
      <p:grpSp>
        <p:nvGrpSpPr>
          <p:cNvPr id="625" name="Group 148"/>
          <p:cNvGrpSpPr/>
          <p:nvPr/>
        </p:nvGrpSpPr>
        <p:grpSpPr bwMode="auto">
          <a:xfrm>
            <a:off x="3813503" y="4320374"/>
            <a:ext cx="1084116" cy="1328918"/>
            <a:chOff x="4841" y="2570"/>
            <a:chExt cx="611" cy="1120"/>
          </a:xfrm>
        </p:grpSpPr>
        <p:sp>
          <p:nvSpPr>
            <p:cNvPr id="626" name="Freeform 145"/>
            <p:cNvSpPr/>
            <p:nvPr/>
          </p:nvSpPr>
          <p:spPr bwMode="auto">
            <a:xfrm flipH="1">
              <a:off x="4842" y="2570"/>
              <a:ext cx="279" cy="1120"/>
            </a:xfrm>
            <a:custGeom>
              <a:avLst/>
              <a:gdLst>
                <a:gd name="T0" fmla="*/ 0 w 1078"/>
                <a:gd name="T1" fmla="*/ 0 h 830"/>
                <a:gd name="T2" fmla="*/ 1078 w 1078"/>
                <a:gd name="T3" fmla="*/ 830 h 8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78" h="830">
                  <a:moveTo>
                    <a:pt x="0" y="0"/>
                  </a:moveTo>
                  <a:lnTo>
                    <a:pt x="1078" y="830"/>
                  </a:lnTo>
                </a:path>
              </a:pathLst>
            </a:custGeom>
            <a:noFill/>
            <a:ln w="12700" cap="flat" cmpd="sng">
              <a:solidFill>
                <a:srgbClr val="FF3300"/>
              </a:solidFill>
              <a:prstDash val="solid"/>
              <a:round/>
              <a:headEnd type="stealth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27" name="Freeform 147"/>
            <p:cNvSpPr/>
            <p:nvPr/>
          </p:nvSpPr>
          <p:spPr bwMode="auto">
            <a:xfrm flipH="1">
              <a:off x="4841" y="2860"/>
              <a:ext cx="611" cy="823"/>
            </a:xfrm>
            <a:custGeom>
              <a:avLst/>
              <a:gdLst>
                <a:gd name="T0" fmla="*/ 0 w 1078"/>
                <a:gd name="T1" fmla="*/ 0 h 830"/>
                <a:gd name="T2" fmla="*/ 228 w 1078"/>
                <a:gd name="T3" fmla="*/ 1640 h 8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78" h="830">
                  <a:moveTo>
                    <a:pt x="0" y="0"/>
                  </a:moveTo>
                  <a:lnTo>
                    <a:pt x="1078" y="830"/>
                  </a:lnTo>
                </a:path>
              </a:pathLst>
            </a:custGeom>
            <a:noFill/>
            <a:ln w="12700" cap="flat" cmpd="sng">
              <a:solidFill>
                <a:srgbClr val="FF3300"/>
              </a:solidFill>
              <a:prstDash val="solid"/>
              <a:round/>
              <a:headEnd type="stealth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28" name="Line 440"/>
          <p:cNvSpPr>
            <a:spLocks noChangeShapeType="1"/>
          </p:cNvSpPr>
          <p:nvPr/>
        </p:nvSpPr>
        <p:spPr bwMode="auto">
          <a:xfrm flipV="1">
            <a:off x="998864" y="1441114"/>
            <a:ext cx="1" cy="1969517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9" name="Line 440"/>
          <p:cNvSpPr>
            <a:spLocks noChangeShapeType="1"/>
          </p:cNvSpPr>
          <p:nvPr/>
        </p:nvSpPr>
        <p:spPr bwMode="auto">
          <a:xfrm flipV="1">
            <a:off x="2495877" y="1476800"/>
            <a:ext cx="1" cy="1969517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0" name="Text Box 4"/>
          <p:cNvSpPr txBox="1">
            <a:spLocks noChangeArrowheads="1"/>
          </p:cNvSpPr>
          <p:nvPr/>
        </p:nvSpPr>
        <p:spPr bwMode="auto">
          <a:xfrm>
            <a:off x="177334" y="512676"/>
            <a:ext cx="74056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1" sz="24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完成两</a:t>
            </a:r>
            <a:r>
              <a:rPr lang="zh-CN" altLang="zh-CN" dirty="0"/>
              <a:t>圆柱体相交</a:t>
            </a:r>
            <a:r>
              <a:rPr lang="zh-CN" altLang="en-US" dirty="0"/>
              <a:t>的主视图。</a:t>
            </a:r>
          </a:p>
        </p:txBody>
      </p:sp>
      <p:sp>
        <p:nvSpPr>
          <p:cNvPr id="631" name="Text Box 69"/>
          <p:cNvSpPr txBox="1">
            <a:spLocks noChangeArrowheads="1"/>
          </p:cNvSpPr>
          <p:nvPr/>
        </p:nvSpPr>
        <p:spPr bwMode="auto">
          <a:xfrm>
            <a:off x="5940570" y="636315"/>
            <a:ext cx="11049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分析：</a:t>
            </a:r>
          </a:p>
        </p:txBody>
      </p:sp>
      <p:sp>
        <p:nvSpPr>
          <p:cNvPr id="632" name="Text Box 70"/>
          <p:cNvSpPr txBox="1">
            <a:spLocks noChangeArrowheads="1"/>
          </p:cNvSpPr>
          <p:nvPr/>
        </p:nvSpPr>
        <p:spPr bwMode="auto">
          <a:xfrm>
            <a:off x="6095559" y="1114738"/>
            <a:ext cx="2940938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  </a:t>
            </a:r>
            <a:r>
              <a:rPr lang="zh-CN" altLang="en-US" dirty="0"/>
              <a:t>两圆柱偏交，相贯线为一条光滑的空间曲线，其水平投影和侧面投影分别与相应圆柱面的积聚性投影重合。</a:t>
            </a:r>
          </a:p>
        </p:txBody>
      </p:sp>
      <p:sp>
        <p:nvSpPr>
          <p:cNvPr id="633" name="Text Box 71"/>
          <p:cNvSpPr txBox="1">
            <a:spLocks noChangeArrowheads="1"/>
          </p:cNvSpPr>
          <p:nvPr/>
        </p:nvSpPr>
        <p:spPr bwMode="auto">
          <a:xfrm>
            <a:off x="5956444" y="2755470"/>
            <a:ext cx="19684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作图步骤：</a:t>
            </a:r>
          </a:p>
        </p:txBody>
      </p:sp>
      <p:sp>
        <p:nvSpPr>
          <p:cNvPr id="634" name="Text Box 72"/>
          <p:cNvSpPr txBox="1">
            <a:spLocks noChangeArrowheads="1"/>
          </p:cNvSpPr>
          <p:nvPr/>
        </p:nvSpPr>
        <p:spPr bwMode="auto">
          <a:xfrm>
            <a:off x="5910591" y="3334716"/>
            <a:ext cx="331393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* 作出相贯线上的特殊点；</a:t>
            </a:r>
            <a:endParaRPr lang="en-US" altLang="zh-CN" dirty="0"/>
          </a:p>
        </p:txBody>
      </p:sp>
      <p:sp>
        <p:nvSpPr>
          <p:cNvPr id="635" name="Text Box 73"/>
          <p:cNvSpPr txBox="1">
            <a:spLocks noChangeArrowheads="1"/>
          </p:cNvSpPr>
          <p:nvPr/>
        </p:nvSpPr>
        <p:spPr bwMode="auto">
          <a:xfrm>
            <a:off x="5910591" y="4000083"/>
            <a:ext cx="366528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光滑连接，注意可见性；</a:t>
            </a:r>
          </a:p>
        </p:txBody>
      </p:sp>
      <p:sp>
        <p:nvSpPr>
          <p:cNvPr id="636" name="Text Box 215"/>
          <p:cNvSpPr txBox="1">
            <a:spLocks noChangeArrowheads="1"/>
          </p:cNvSpPr>
          <p:nvPr/>
        </p:nvSpPr>
        <p:spPr bwMode="auto">
          <a:xfrm>
            <a:off x="5910591" y="3661658"/>
            <a:ext cx="30067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作出中间点：</a:t>
            </a:r>
          </a:p>
        </p:txBody>
      </p:sp>
      <p:sp>
        <p:nvSpPr>
          <p:cNvPr id="637" name="Text Box 228"/>
          <p:cNvSpPr txBox="1">
            <a:spLocks noChangeArrowheads="1"/>
          </p:cNvSpPr>
          <p:nvPr/>
        </p:nvSpPr>
        <p:spPr bwMode="auto">
          <a:xfrm>
            <a:off x="5910591" y="4389182"/>
            <a:ext cx="30067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完成轮廓线投影。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232" y="4860771"/>
            <a:ext cx="1875617" cy="17546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000"/>
                            </p:stCondLst>
                            <p:childTnLst>
                              <p:par>
                                <p:cTn id="1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7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0"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8"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2"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7" dur="10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1000"/>
                            </p:stCondLst>
                            <p:childTnLst>
                              <p:par>
                                <p:cTn id="259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385" decel="1000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2" dur="385" decel="100000"/>
                                        <p:tgtEl>
                                          <p:spTgt spid="62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63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64" dur="385" fill="hold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65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66" dur="385" fill="hold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67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" grpId="0" animBg="1"/>
      <p:bldP spid="389" grpId="0" animBg="1"/>
      <p:bldP spid="416" grpId="0" animBg="1"/>
      <p:bldP spid="417" grpId="0" animBg="1"/>
      <p:bldP spid="424" grpId="0" animBg="1"/>
      <p:bldP spid="425" grpId="0" animBg="1"/>
      <p:bldP spid="430" grpId="0" animBg="1"/>
      <p:bldP spid="431" grpId="0" animBg="1"/>
      <p:bldP spid="432" grpId="0" animBg="1"/>
      <p:bldP spid="435" grpId="0" animBg="1"/>
      <p:bldP spid="436" grpId="0" animBg="1"/>
      <p:bldP spid="437" grpId="0" animBg="1"/>
      <p:bldP spid="532" grpId="0" animBg="1"/>
      <p:bldP spid="551" grpId="0" animBg="1"/>
      <p:bldP spid="565" grpId="0" animBg="1"/>
      <p:bldP spid="566" grpId="0" animBg="1"/>
      <p:bldP spid="567" grpId="0" animBg="1"/>
      <p:bldP spid="568" grpId="0" autoUpdateAnimBg="0"/>
      <p:bldP spid="569" grpId="0" autoUpdateAnimBg="0"/>
      <p:bldP spid="570" grpId="0" autoUpdateAnimBg="0"/>
      <p:bldP spid="571" grpId="0" autoUpdateAnimBg="0"/>
      <p:bldP spid="572" grpId="0" autoUpdateAnimBg="0"/>
      <p:bldP spid="573" grpId="0" autoUpdateAnimBg="0"/>
      <p:bldP spid="574" grpId="0" autoUpdateAnimBg="0"/>
      <p:bldP spid="614" grpId="0"/>
      <p:bldP spid="622" grpId="0"/>
      <p:bldP spid="623" grpId="0"/>
      <p:bldP spid="624" grpId="0"/>
      <p:bldP spid="631" grpId="0"/>
      <p:bldP spid="632" grpId="0"/>
      <p:bldP spid="633" grpId="0"/>
      <p:bldP spid="634" grpId="0"/>
      <p:bldP spid="635" grpId="0"/>
      <p:bldP spid="636" grpId="0"/>
      <p:bldP spid="63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27" name="Rectangle 35"/>
          <p:cNvSpPr>
            <a:spLocks noChangeArrowheads="1"/>
          </p:cNvSpPr>
          <p:nvPr/>
        </p:nvSpPr>
        <p:spPr bwMode="auto">
          <a:xfrm>
            <a:off x="917027" y="782962"/>
            <a:ext cx="6562725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Marlett" pitchFamily="2" charset="2"/>
              </a:rPr>
              <a:t>3. </a:t>
            </a: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Marlett" pitchFamily="2" charset="2"/>
              </a:rPr>
              <a:t>相交体相对位置对交线的影响</a:t>
            </a:r>
          </a:p>
        </p:txBody>
      </p:sp>
      <p:sp>
        <p:nvSpPr>
          <p:cNvPr id="161864" name="Text Box 72"/>
          <p:cNvSpPr txBox="1">
            <a:spLocks noChangeArrowheads="1"/>
          </p:cNvSpPr>
          <p:nvPr/>
        </p:nvSpPr>
        <p:spPr bwMode="auto">
          <a:xfrm>
            <a:off x="1290090" y="5805264"/>
            <a:ext cx="464185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kumimoji="1" sz="24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结论：相贯线可为两支或者一支</a:t>
            </a:r>
          </a:p>
        </p:txBody>
      </p:sp>
      <p:sp>
        <p:nvSpPr>
          <p:cNvPr id="84" name="Text Box 4"/>
          <p:cNvSpPr txBox="1">
            <a:spLocks noChangeArrowheads="1"/>
          </p:cNvSpPr>
          <p:nvPr/>
        </p:nvSpPr>
        <p:spPr bwMode="auto">
          <a:xfrm>
            <a:off x="0" y="507156"/>
            <a:ext cx="14221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讨论：</a:t>
            </a:r>
            <a:endParaRPr lang="en-US" altLang="zh-C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911" y="1380865"/>
            <a:ext cx="1753463" cy="1681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955" y="1380866"/>
            <a:ext cx="1829210" cy="1681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853" y="1380866"/>
            <a:ext cx="1884363" cy="175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1268760"/>
            <a:ext cx="1849437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图片 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87" y="3338562"/>
            <a:ext cx="4177578" cy="240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3284984"/>
            <a:ext cx="4512147" cy="2605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75"/>
                                        <p:tgtEl>
                                          <p:spTgt spid="1618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27" grpId="0"/>
      <p:bldP spid="161864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71593" y="497033"/>
            <a:ext cx="7604125" cy="55399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altLang="zh-CN" sz="3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9.2.4.2 </a:t>
            </a:r>
            <a:r>
              <a:rPr lang="zh-CN" altLang="en-US" sz="30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辅助面法求相贯线</a:t>
            </a:r>
          </a:p>
        </p:txBody>
      </p:sp>
      <p:sp>
        <p:nvSpPr>
          <p:cNvPr id="3" name="矩形 2"/>
          <p:cNvSpPr/>
          <p:nvPr/>
        </p:nvSpPr>
        <p:spPr>
          <a:xfrm>
            <a:off x="271593" y="937131"/>
            <a:ext cx="8872407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辅助面法</a:t>
            </a: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1"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借助辅助面，利用“三面共点”的原理，求出辅助面</a:t>
            </a:r>
            <a:r>
              <a:rPr kumimoji="1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kumimoji="1"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及两个相交回转体表面上的共有点，进而作出相贯线。</a:t>
            </a:r>
            <a:endParaRPr kumimoji="1"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07" y="2365198"/>
            <a:ext cx="3651957" cy="3951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Oval 13"/>
          <p:cNvSpPr>
            <a:spLocks noChangeArrowheads="1"/>
          </p:cNvSpPr>
          <p:nvPr/>
        </p:nvSpPr>
        <p:spPr bwMode="auto">
          <a:xfrm rot="1834388">
            <a:off x="1795977" y="4965286"/>
            <a:ext cx="109538" cy="63790"/>
          </a:xfrm>
          <a:prstGeom prst="ellipse">
            <a:avLst/>
          </a:prstGeom>
          <a:solidFill>
            <a:srgbClr val="C00000"/>
          </a:solidFill>
          <a:ln w="9525">
            <a:solidFill>
              <a:srgbClr val="C00000"/>
            </a:solidFill>
            <a:round/>
          </a:ln>
          <a:effectLst>
            <a:glow rad="101600">
              <a:schemeClr val="accent3">
                <a:lumMod val="60000"/>
                <a:lumOff val="40000"/>
                <a:alpha val="40000"/>
              </a:schemeClr>
            </a:glow>
          </a:effectLst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" name="Oval 14"/>
          <p:cNvSpPr>
            <a:spLocks noChangeArrowheads="1"/>
          </p:cNvSpPr>
          <p:nvPr/>
        </p:nvSpPr>
        <p:spPr bwMode="auto">
          <a:xfrm rot="1742601">
            <a:off x="2541022" y="4438275"/>
            <a:ext cx="109538" cy="60325"/>
          </a:xfrm>
          <a:prstGeom prst="ellipse">
            <a:avLst/>
          </a:prstGeom>
          <a:solidFill>
            <a:srgbClr val="C00000"/>
          </a:solidFill>
          <a:ln w="9525">
            <a:solidFill>
              <a:srgbClr val="C00000"/>
            </a:solidFill>
            <a:round/>
          </a:ln>
          <a:effectLst>
            <a:glow rad="101600">
              <a:schemeClr val="accent3">
                <a:lumMod val="60000"/>
                <a:lumOff val="40000"/>
                <a:alpha val="40000"/>
              </a:schemeClr>
            </a:glow>
          </a:effectLst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Rectangle 29"/>
          <p:cNvSpPr>
            <a:spLocks noChangeArrowheads="1"/>
          </p:cNvSpPr>
          <p:nvPr/>
        </p:nvSpPr>
        <p:spPr bwMode="auto">
          <a:xfrm>
            <a:off x="4474296" y="2418844"/>
            <a:ext cx="3587842" cy="476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步骤：</a:t>
            </a:r>
            <a:endParaRPr kumimoji="1"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31"/>
          <p:cNvSpPr>
            <a:spLocks noChangeArrowheads="1"/>
          </p:cNvSpPr>
          <p:nvPr/>
        </p:nvSpPr>
        <p:spPr bwMode="auto">
          <a:xfrm>
            <a:off x="4500463" y="3788004"/>
            <a:ext cx="469423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kumimoji="1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分别求出辅助平面切两立</a:t>
            </a:r>
          </a:p>
          <a:p>
            <a:pPr eaLnBrk="1" hangingPunct="1"/>
            <a:r>
              <a:rPr kumimoji="1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体表面所得的二组截交线；</a:t>
            </a:r>
            <a:endParaRPr kumimoji="1" lang="zh-CN" altLang="en-US" sz="2400" b="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33"/>
          <p:cNvSpPr>
            <a:spLocks noChangeArrowheads="1"/>
          </p:cNvSpPr>
          <p:nvPr/>
        </p:nvSpPr>
        <p:spPr bwMode="auto">
          <a:xfrm>
            <a:off x="4860033" y="2924944"/>
            <a:ext cx="41764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kumimoji="1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用一个辅助平面截切相交</a:t>
            </a:r>
          </a:p>
          <a:p>
            <a:pPr eaLnBrk="1" hangingPunct="1"/>
            <a:r>
              <a:rPr kumimoji="1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的两个立体；</a:t>
            </a:r>
            <a:endParaRPr kumimoji="1" lang="zh-CN" altLang="en-US" sz="2400" b="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0" name="Group 9"/>
          <p:cNvGrpSpPr/>
          <p:nvPr/>
        </p:nvGrpSpPr>
        <p:grpSpPr bwMode="auto">
          <a:xfrm>
            <a:off x="2962996" y="3124902"/>
            <a:ext cx="1511300" cy="1263650"/>
            <a:chOff x="2050" y="737"/>
            <a:chExt cx="952" cy="796"/>
          </a:xfrm>
        </p:grpSpPr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2050" y="737"/>
              <a:ext cx="952" cy="300"/>
            </a:xfrm>
            <a:prstGeom prst="rect">
              <a:avLst/>
            </a:prstGeom>
            <a:noFill/>
            <a:ln w="19050">
              <a:noFill/>
              <a:miter lim="800000"/>
              <a:tailEnd type="none" w="sm" len="lg"/>
            </a:ln>
          </p:spPr>
          <p:txBody>
            <a:bodyPr anchor="ctr">
              <a:spAutoFit/>
            </a:bodyPr>
            <a:lstStyle>
              <a:lvl1pPr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zh-CN" altLang="en-US" sz="2400" i="0" dirty="0">
                  <a:latin typeface="黑体" panose="02010609060101010101" pitchFamily="49" charset="-122"/>
                  <a:ea typeface="黑体" panose="02010609060101010101" pitchFamily="49" charset="-122"/>
                </a:rPr>
                <a:t>辅助平面</a:t>
              </a:r>
              <a:endParaRPr kumimoji="1" lang="zh-CN" altLang="en-US" sz="2400" b="0" i="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 flipH="1">
              <a:off x="2381" y="1037"/>
              <a:ext cx="369" cy="49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 sz="2400"/>
            </a:p>
          </p:txBody>
        </p:sp>
      </p:grp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3584603" y="4660551"/>
            <a:ext cx="56370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kumimoji="1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二组截交线的交点，即相贯线上的点。</a:t>
            </a:r>
            <a:endParaRPr kumimoji="1" lang="en-US" altLang="zh-CN" sz="240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 rot="1419093">
            <a:off x="1357630" y="4807863"/>
            <a:ext cx="109538" cy="60325"/>
          </a:xfrm>
          <a:prstGeom prst="ellipse">
            <a:avLst/>
          </a:prstGeom>
          <a:solidFill>
            <a:srgbClr val="C00000"/>
          </a:solidFill>
          <a:ln w="9525">
            <a:solidFill>
              <a:srgbClr val="C00000"/>
            </a:solidFill>
            <a:round/>
          </a:ln>
          <a:effectLst>
            <a:glow rad="101600">
              <a:schemeClr val="accent3">
                <a:lumMod val="60000"/>
                <a:lumOff val="40000"/>
                <a:alpha val="40000"/>
              </a:schemeClr>
            </a:glow>
          </a:effectLst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 rot="1802717">
            <a:off x="2106136" y="4269372"/>
            <a:ext cx="109538" cy="67551"/>
          </a:xfrm>
          <a:prstGeom prst="ellipse">
            <a:avLst/>
          </a:prstGeom>
          <a:solidFill>
            <a:srgbClr val="C00000"/>
          </a:solidFill>
          <a:ln w="9525">
            <a:solidFill>
              <a:srgbClr val="C00000"/>
            </a:solidFill>
            <a:round/>
          </a:ln>
          <a:effectLst>
            <a:glow rad="101600">
              <a:schemeClr val="accent3">
                <a:lumMod val="60000"/>
                <a:lumOff val="40000"/>
                <a:alpha val="40000"/>
              </a:schemeClr>
            </a:glow>
          </a:effectLst>
        </p:spPr>
        <p:txBody>
          <a:bodyPr wrap="none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36966" y="1841978"/>
            <a:ext cx="2334293" cy="52322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342900" indent="-3429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b="1">
                <a:solidFill>
                  <a:srgbClr val="00604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辅助平面法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 autoUpdateAnimBg="0"/>
      <p:bldP spid="9" grpId="0" autoUpdateAnimBg="0"/>
      <p:bldP spid="13" grpId="0" autoUpdateAnimBg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33123"/>
          <p:cNvSpPr txBox="1">
            <a:spLocks noChangeArrowheads="1"/>
          </p:cNvSpPr>
          <p:nvPr/>
        </p:nvSpPr>
        <p:spPr bwMode="auto">
          <a:xfrm>
            <a:off x="528812" y="1282576"/>
            <a:ext cx="8093075" cy="151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5778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为了能方便地作出相贯线上的点，最好选用特殊位置平面作为辅助平面，并使辅助平面与两回转体的截交线的投影为最简单，如：截交线为直线或平行于投影面的圆。</a:t>
            </a:r>
          </a:p>
        </p:txBody>
      </p:sp>
      <p:grpSp>
        <p:nvGrpSpPr>
          <p:cNvPr id="18" name="组合 133124"/>
          <p:cNvGrpSpPr/>
          <p:nvPr/>
        </p:nvGrpSpPr>
        <p:grpSpPr bwMode="auto">
          <a:xfrm>
            <a:off x="1187624" y="3212976"/>
            <a:ext cx="3006725" cy="2698750"/>
            <a:chOff x="922" y="1876"/>
            <a:chExt cx="1894" cy="1700"/>
          </a:xfrm>
        </p:grpSpPr>
        <p:sp>
          <p:nvSpPr>
            <p:cNvPr id="19" name="任意多边形 133125"/>
            <p:cNvSpPr>
              <a:spLocks noChangeArrowheads="1"/>
            </p:cNvSpPr>
            <p:nvPr/>
          </p:nvSpPr>
          <p:spPr bwMode="auto">
            <a:xfrm>
              <a:off x="1960" y="2592"/>
              <a:ext cx="652" cy="392"/>
            </a:xfrm>
            <a:custGeom>
              <a:avLst/>
              <a:gdLst>
                <a:gd name="T0" fmla="*/ 0 w 652"/>
                <a:gd name="T1" fmla="*/ 324 h 392"/>
                <a:gd name="T2" fmla="*/ 44 w 652"/>
                <a:gd name="T3" fmla="*/ 364 h 392"/>
                <a:gd name="T4" fmla="*/ 72 w 652"/>
                <a:gd name="T5" fmla="*/ 392 h 392"/>
                <a:gd name="T6" fmla="*/ 168 w 652"/>
                <a:gd name="T7" fmla="*/ 368 h 392"/>
                <a:gd name="T8" fmla="*/ 652 w 652"/>
                <a:gd name="T9" fmla="*/ 84 h 392"/>
                <a:gd name="T10" fmla="*/ 636 w 652"/>
                <a:gd name="T11" fmla="*/ 60 h 392"/>
                <a:gd name="T12" fmla="*/ 600 w 652"/>
                <a:gd name="T13" fmla="*/ 24 h 392"/>
                <a:gd name="T14" fmla="*/ 564 w 652"/>
                <a:gd name="T15" fmla="*/ 0 h 392"/>
                <a:gd name="T16" fmla="*/ 0 w 652"/>
                <a:gd name="T17" fmla="*/ 324 h 3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52"/>
                <a:gd name="T28" fmla="*/ 0 h 392"/>
                <a:gd name="T29" fmla="*/ 652 w 652"/>
                <a:gd name="T30" fmla="*/ 392 h 39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52" h="392">
                  <a:moveTo>
                    <a:pt x="0" y="324"/>
                  </a:moveTo>
                  <a:lnTo>
                    <a:pt x="44" y="364"/>
                  </a:lnTo>
                  <a:lnTo>
                    <a:pt x="72" y="392"/>
                  </a:lnTo>
                  <a:lnTo>
                    <a:pt x="168" y="368"/>
                  </a:lnTo>
                  <a:lnTo>
                    <a:pt x="652" y="84"/>
                  </a:lnTo>
                  <a:lnTo>
                    <a:pt x="636" y="60"/>
                  </a:lnTo>
                  <a:lnTo>
                    <a:pt x="600" y="24"/>
                  </a:lnTo>
                  <a:lnTo>
                    <a:pt x="564" y="0"/>
                  </a:lnTo>
                  <a:lnTo>
                    <a:pt x="0" y="324"/>
                  </a:lnTo>
                  <a:close/>
                </a:path>
              </a:pathLst>
            </a:custGeom>
            <a:solidFill>
              <a:srgbClr val="F0F4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20" name="图片 133126" descr="图2-40a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51" t="28038" r="21614"/>
            <a:stretch>
              <a:fillRect/>
            </a:stretch>
          </p:blipFill>
          <p:spPr bwMode="auto">
            <a:xfrm>
              <a:off x="922" y="1876"/>
              <a:ext cx="1894" cy="1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" name="组合 133127"/>
          <p:cNvGrpSpPr/>
          <p:nvPr/>
        </p:nvGrpSpPr>
        <p:grpSpPr bwMode="auto">
          <a:xfrm>
            <a:off x="5702474" y="3022476"/>
            <a:ext cx="2544763" cy="3076575"/>
            <a:chOff x="3766" y="1756"/>
            <a:chExt cx="1603" cy="1938"/>
          </a:xfrm>
        </p:grpSpPr>
        <p:sp>
          <p:nvSpPr>
            <p:cNvPr id="22" name="任意多边形 133128"/>
            <p:cNvSpPr>
              <a:spLocks noChangeArrowheads="1"/>
            </p:cNvSpPr>
            <p:nvPr/>
          </p:nvSpPr>
          <p:spPr bwMode="auto">
            <a:xfrm>
              <a:off x="4344" y="1976"/>
              <a:ext cx="636" cy="412"/>
            </a:xfrm>
            <a:custGeom>
              <a:avLst/>
              <a:gdLst>
                <a:gd name="T0" fmla="*/ 0 w 636"/>
                <a:gd name="T1" fmla="*/ 320 h 412"/>
                <a:gd name="T2" fmla="*/ 20 w 636"/>
                <a:gd name="T3" fmla="*/ 348 h 412"/>
                <a:gd name="T4" fmla="*/ 40 w 636"/>
                <a:gd name="T5" fmla="*/ 364 h 412"/>
                <a:gd name="T6" fmla="*/ 64 w 636"/>
                <a:gd name="T7" fmla="*/ 388 h 412"/>
                <a:gd name="T8" fmla="*/ 88 w 636"/>
                <a:gd name="T9" fmla="*/ 412 h 412"/>
                <a:gd name="T10" fmla="*/ 636 w 636"/>
                <a:gd name="T11" fmla="*/ 80 h 412"/>
                <a:gd name="T12" fmla="*/ 620 w 636"/>
                <a:gd name="T13" fmla="*/ 56 h 412"/>
                <a:gd name="T14" fmla="*/ 596 w 636"/>
                <a:gd name="T15" fmla="*/ 36 h 412"/>
                <a:gd name="T16" fmla="*/ 572 w 636"/>
                <a:gd name="T17" fmla="*/ 20 h 412"/>
                <a:gd name="T18" fmla="*/ 544 w 636"/>
                <a:gd name="T19" fmla="*/ 8 h 412"/>
                <a:gd name="T20" fmla="*/ 520 w 636"/>
                <a:gd name="T21" fmla="*/ 0 h 412"/>
                <a:gd name="T22" fmla="*/ 0 w 636"/>
                <a:gd name="T23" fmla="*/ 320 h 41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36"/>
                <a:gd name="T37" fmla="*/ 0 h 412"/>
                <a:gd name="T38" fmla="*/ 636 w 636"/>
                <a:gd name="T39" fmla="*/ 412 h 41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36" h="412">
                  <a:moveTo>
                    <a:pt x="0" y="320"/>
                  </a:moveTo>
                  <a:lnTo>
                    <a:pt x="20" y="348"/>
                  </a:lnTo>
                  <a:lnTo>
                    <a:pt x="40" y="364"/>
                  </a:lnTo>
                  <a:lnTo>
                    <a:pt x="64" y="388"/>
                  </a:lnTo>
                  <a:lnTo>
                    <a:pt x="88" y="412"/>
                  </a:lnTo>
                  <a:lnTo>
                    <a:pt x="636" y="80"/>
                  </a:lnTo>
                  <a:lnTo>
                    <a:pt x="620" y="56"/>
                  </a:lnTo>
                  <a:lnTo>
                    <a:pt x="596" y="36"/>
                  </a:lnTo>
                  <a:lnTo>
                    <a:pt x="572" y="20"/>
                  </a:lnTo>
                  <a:lnTo>
                    <a:pt x="544" y="8"/>
                  </a:lnTo>
                  <a:lnTo>
                    <a:pt x="520" y="0"/>
                  </a:lnTo>
                  <a:lnTo>
                    <a:pt x="0" y="320"/>
                  </a:lnTo>
                  <a:close/>
                </a:path>
              </a:pathLst>
            </a:custGeom>
            <a:solidFill>
              <a:srgbClr val="F0F4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23" name="图片 133129" descr="图2-40b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16" r="37305" b="16537"/>
            <a:stretch>
              <a:fillRect/>
            </a:stretch>
          </p:blipFill>
          <p:spPr bwMode="auto">
            <a:xfrm>
              <a:off x="3766" y="1756"/>
              <a:ext cx="1603" cy="1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Box 59"/>
          <p:cNvSpPr txBox="1">
            <a:spLocks noChangeArrowheads="1"/>
          </p:cNvSpPr>
          <p:nvPr/>
        </p:nvSpPr>
        <p:spPr bwMode="auto">
          <a:xfrm>
            <a:off x="254413" y="681038"/>
            <a:ext cx="8172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[例]求作圆柱和圆锥面相贯线，补全相贯体的水平投影。</a:t>
            </a:r>
          </a:p>
        </p:txBody>
      </p:sp>
      <p:pic>
        <p:nvPicPr>
          <p:cNvPr id="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0" y="1222375"/>
            <a:ext cx="5684838" cy="4865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7038454" y="3506118"/>
            <a:ext cx="1058863" cy="98742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>
            <a:off x="6544742" y="3782343"/>
            <a:ext cx="5667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V="1">
            <a:off x="6509817" y="4225256"/>
            <a:ext cx="595312" cy="15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654" y="3896643"/>
            <a:ext cx="25654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Line 10"/>
          <p:cNvSpPr>
            <a:spLocks noChangeShapeType="1"/>
          </p:cNvSpPr>
          <p:nvPr/>
        </p:nvSpPr>
        <p:spPr bwMode="auto">
          <a:xfrm flipV="1">
            <a:off x="1877492" y="4285581"/>
            <a:ext cx="709612" cy="46831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 flipV="1">
            <a:off x="2626792" y="4803106"/>
            <a:ext cx="665162" cy="4349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Oval 12"/>
          <p:cNvSpPr>
            <a:spLocks noChangeArrowheads="1"/>
          </p:cNvSpPr>
          <p:nvPr/>
        </p:nvSpPr>
        <p:spPr bwMode="auto">
          <a:xfrm>
            <a:off x="2571229" y="3939506"/>
            <a:ext cx="1327150" cy="852487"/>
          </a:xfrm>
          <a:prstGeom prst="ellipse">
            <a:avLst/>
          </a:prstGeom>
          <a:noFill/>
          <a:ln w="3175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" name="Oval 13"/>
          <p:cNvSpPr>
            <a:spLocks noChangeArrowheads="1"/>
          </p:cNvSpPr>
          <p:nvPr/>
        </p:nvSpPr>
        <p:spPr bwMode="auto">
          <a:xfrm>
            <a:off x="3233217" y="4709443"/>
            <a:ext cx="127000" cy="127000"/>
          </a:xfrm>
          <a:prstGeom prst="ellipse">
            <a:avLst/>
          </a:prstGeom>
          <a:solidFill>
            <a:srgbClr val="FFFF00"/>
          </a:solidFill>
          <a:ln w="25400">
            <a:solidFill>
              <a:srgbClr val="0000FF"/>
            </a:solidFill>
            <a:round/>
          </a:ln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" name="Oval 14"/>
          <p:cNvSpPr>
            <a:spLocks noChangeArrowheads="1"/>
          </p:cNvSpPr>
          <p:nvPr/>
        </p:nvSpPr>
        <p:spPr bwMode="auto">
          <a:xfrm>
            <a:off x="2514079" y="4245893"/>
            <a:ext cx="125413" cy="125413"/>
          </a:xfrm>
          <a:prstGeom prst="ellipse">
            <a:avLst/>
          </a:prstGeom>
          <a:solidFill>
            <a:srgbClr val="FFFF00"/>
          </a:solidFill>
          <a:ln w="25400">
            <a:solidFill>
              <a:srgbClr val="0000FF"/>
            </a:solidFill>
            <a:round/>
          </a:ln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3" name="Freeform 15"/>
          <p:cNvSpPr>
            <a:spLocks noChangeArrowheads="1"/>
          </p:cNvSpPr>
          <p:nvPr/>
        </p:nvSpPr>
        <p:spPr bwMode="auto">
          <a:xfrm>
            <a:off x="863079" y="3244181"/>
            <a:ext cx="4283075" cy="2673350"/>
          </a:xfrm>
          <a:custGeom>
            <a:avLst/>
            <a:gdLst>
              <a:gd name="T0" fmla="*/ 0 w 2364"/>
              <a:gd name="T1" fmla="*/ 2147483646 h 1320"/>
              <a:gd name="T2" fmla="*/ 2147483646 w 2364"/>
              <a:gd name="T3" fmla="*/ 0 h 1320"/>
              <a:gd name="T4" fmla="*/ 2147483646 w 2364"/>
              <a:gd name="T5" fmla="*/ 2147483646 h 1320"/>
              <a:gd name="T6" fmla="*/ 2147483646 w 2364"/>
              <a:gd name="T7" fmla="*/ 2147483646 h 1320"/>
              <a:gd name="T8" fmla="*/ 0 w 2364"/>
              <a:gd name="T9" fmla="*/ 2147483646 h 13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64"/>
              <a:gd name="T16" fmla="*/ 0 h 1320"/>
              <a:gd name="T17" fmla="*/ 2364 w 2364"/>
              <a:gd name="T18" fmla="*/ 1320 h 13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64" h="1320">
                <a:moveTo>
                  <a:pt x="0" y="600"/>
                </a:moveTo>
                <a:lnTo>
                  <a:pt x="1512" y="0"/>
                </a:lnTo>
                <a:lnTo>
                  <a:pt x="2364" y="660"/>
                </a:lnTo>
                <a:lnTo>
                  <a:pt x="780" y="1320"/>
                </a:lnTo>
                <a:lnTo>
                  <a:pt x="0" y="600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  <a:ln w="9525">
            <a:solidFill>
              <a:schemeClr val="accent1"/>
            </a:solidFill>
            <a:round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917" y="3037806"/>
            <a:ext cx="2305050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899592" y="1340768"/>
            <a:ext cx="6958012" cy="176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假想用水平辅助平面截切两回转体，分别得出两回转体表面的截交线。由于截交线的交点既在辅助平面内，又在两回转体表面上，因而是相贯线上的点。</a:t>
            </a: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880542" y="812131"/>
            <a:ext cx="1712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7030A0"/>
                </a:solidFill>
                <a:latin typeface="宋体" panose="02010600030101010101" pitchFamily="2" charset="-122"/>
              </a:rPr>
              <a:t>作图方法：</a:t>
            </a: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7019404" y="4120481"/>
            <a:ext cx="119063" cy="1460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" name="Oval 20"/>
          <p:cNvSpPr>
            <a:spLocks noChangeArrowheads="1"/>
          </p:cNvSpPr>
          <p:nvPr/>
        </p:nvSpPr>
        <p:spPr bwMode="auto">
          <a:xfrm>
            <a:off x="7060679" y="3718843"/>
            <a:ext cx="119063" cy="14605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  <p:bldP spid="12" grpId="0" bldLvl="0" animBg="1"/>
      <p:bldP spid="15" grpId="0"/>
      <p:bldP spid="1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08" y="630237"/>
            <a:ext cx="6538912" cy="559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Group 4"/>
          <p:cNvGrpSpPr/>
          <p:nvPr/>
        </p:nvGrpSpPr>
        <p:grpSpPr bwMode="auto">
          <a:xfrm>
            <a:off x="4575808" y="1946274"/>
            <a:ext cx="1077912" cy="1827213"/>
            <a:chOff x="2941" y="1487"/>
            <a:chExt cx="679" cy="1151"/>
          </a:xfrm>
        </p:grpSpPr>
        <p:sp>
          <p:nvSpPr>
            <p:cNvPr id="21" name="Freeform 5"/>
            <p:cNvSpPr>
              <a:spLocks noChangeArrowheads="1"/>
            </p:cNvSpPr>
            <p:nvPr/>
          </p:nvSpPr>
          <p:spPr bwMode="auto">
            <a:xfrm>
              <a:off x="2941" y="1487"/>
              <a:ext cx="1" cy="778"/>
            </a:xfrm>
            <a:custGeom>
              <a:avLst/>
              <a:gdLst>
                <a:gd name="T0" fmla="*/ 0 w 1"/>
                <a:gd name="T1" fmla="*/ 0 h 3893"/>
                <a:gd name="T2" fmla="*/ 0 w 1"/>
                <a:gd name="T3" fmla="*/ 0 h 3893"/>
                <a:gd name="T4" fmla="*/ 1 w 1"/>
                <a:gd name="T5" fmla="*/ 0 h 3893"/>
                <a:gd name="T6" fmla="*/ 0 60000 65536"/>
                <a:gd name="T7" fmla="*/ 0 60000 65536"/>
                <a:gd name="T8" fmla="*/ 0 60000 65536"/>
                <a:gd name="T9" fmla="*/ 0 w 1"/>
                <a:gd name="T10" fmla="*/ 0 h 3893"/>
                <a:gd name="T11" fmla="*/ 1 w 1"/>
                <a:gd name="T12" fmla="*/ 3893 h 38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893">
                  <a:moveTo>
                    <a:pt x="0" y="0"/>
                  </a:moveTo>
                  <a:lnTo>
                    <a:pt x="0" y="3893"/>
                  </a:lnTo>
                  <a:lnTo>
                    <a:pt x="1" y="3893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6"/>
            <p:cNvSpPr>
              <a:spLocks noChangeArrowheads="1"/>
            </p:cNvSpPr>
            <p:nvPr/>
          </p:nvSpPr>
          <p:spPr bwMode="auto">
            <a:xfrm>
              <a:off x="3619" y="1487"/>
              <a:ext cx="1" cy="778"/>
            </a:xfrm>
            <a:custGeom>
              <a:avLst/>
              <a:gdLst>
                <a:gd name="T0" fmla="*/ 0 w 1"/>
                <a:gd name="T1" fmla="*/ 0 h 3893"/>
                <a:gd name="T2" fmla="*/ 0 w 1"/>
                <a:gd name="T3" fmla="*/ 0 h 3893"/>
                <a:gd name="T4" fmla="*/ 1 w 1"/>
                <a:gd name="T5" fmla="*/ 0 h 3893"/>
                <a:gd name="T6" fmla="*/ 0 60000 65536"/>
                <a:gd name="T7" fmla="*/ 0 60000 65536"/>
                <a:gd name="T8" fmla="*/ 0 60000 65536"/>
                <a:gd name="T9" fmla="*/ 0 w 1"/>
                <a:gd name="T10" fmla="*/ 0 h 3893"/>
                <a:gd name="T11" fmla="*/ 1 w 1"/>
                <a:gd name="T12" fmla="*/ 3893 h 38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893">
                  <a:moveTo>
                    <a:pt x="0" y="0"/>
                  </a:moveTo>
                  <a:lnTo>
                    <a:pt x="0" y="3893"/>
                  </a:lnTo>
                  <a:lnTo>
                    <a:pt x="1" y="3893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>
              <a:spLocks noChangeArrowheads="1"/>
            </p:cNvSpPr>
            <p:nvPr/>
          </p:nvSpPr>
          <p:spPr bwMode="auto">
            <a:xfrm>
              <a:off x="2941" y="2315"/>
              <a:ext cx="1" cy="323"/>
            </a:xfrm>
            <a:custGeom>
              <a:avLst/>
              <a:gdLst>
                <a:gd name="T0" fmla="*/ 0 w 1"/>
                <a:gd name="T1" fmla="*/ 0 h 1614"/>
                <a:gd name="T2" fmla="*/ 0 w 1"/>
                <a:gd name="T3" fmla="*/ 0 h 1614"/>
                <a:gd name="T4" fmla="*/ 1 w 1"/>
                <a:gd name="T5" fmla="*/ 0 h 1614"/>
                <a:gd name="T6" fmla="*/ 0 60000 65536"/>
                <a:gd name="T7" fmla="*/ 0 60000 65536"/>
                <a:gd name="T8" fmla="*/ 0 60000 65536"/>
                <a:gd name="T9" fmla="*/ 0 w 1"/>
                <a:gd name="T10" fmla="*/ 0 h 1614"/>
                <a:gd name="T11" fmla="*/ 1 w 1"/>
                <a:gd name="T12" fmla="*/ 1614 h 16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614">
                  <a:moveTo>
                    <a:pt x="0" y="0"/>
                  </a:moveTo>
                  <a:lnTo>
                    <a:pt x="0" y="1614"/>
                  </a:lnTo>
                  <a:lnTo>
                    <a:pt x="1" y="1614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8"/>
            <p:cNvSpPr>
              <a:spLocks noChangeArrowheads="1"/>
            </p:cNvSpPr>
            <p:nvPr/>
          </p:nvSpPr>
          <p:spPr bwMode="auto">
            <a:xfrm>
              <a:off x="3280" y="2408"/>
              <a:ext cx="1" cy="230"/>
            </a:xfrm>
            <a:custGeom>
              <a:avLst/>
              <a:gdLst>
                <a:gd name="T0" fmla="*/ 0 w 1"/>
                <a:gd name="T1" fmla="*/ 0 h 1148"/>
                <a:gd name="T2" fmla="*/ 0 w 1"/>
                <a:gd name="T3" fmla="*/ 0 h 1148"/>
                <a:gd name="T4" fmla="*/ 1 w 1"/>
                <a:gd name="T5" fmla="*/ 0 h 1148"/>
                <a:gd name="T6" fmla="*/ 0 60000 65536"/>
                <a:gd name="T7" fmla="*/ 0 60000 65536"/>
                <a:gd name="T8" fmla="*/ 0 60000 65536"/>
                <a:gd name="T9" fmla="*/ 0 w 1"/>
                <a:gd name="T10" fmla="*/ 0 h 1148"/>
                <a:gd name="T11" fmla="*/ 1 w 1"/>
                <a:gd name="T12" fmla="*/ 1148 h 11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148">
                  <a:moveTo>
                    <a:pt x="0" y="0"/>
                  </a:moveTo>
                  <a:lnTo>
                    <a:pt x="0" y="1148"/>
                  </a:lnTo>
                  <a:lnTo>
                    <a:pt x="1" y="1148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9"/>
            <p:cNvSpPr>
              <a:spLocks noChangeArrowheads="1"/>
            </p:cNvSpPr>
            <p:nvPr/>
          </p:nvSpPr>
          <p:spPr bwMode="auto">
            <a:xfrm>
              <a:off x="3021" y="2537"/>
              <a:ext cx="179" cy="2"/>
            </a:xfrm>
            <a:custGeom>
              <a:avLst/>
              <a:gdLst>
                <a:gd name="T0" fmla="*/ 0 w 893"/>
                <a:gd name="T1" fmla="*/ 0 h 2"/>
                <a:gd name="T2" fmla="*/ 0 w 893"/>
                <a:gd name="T3" fmla="*/ 0 h 2"/>
                <a:gd name="T4" fmla="*/ 0 w 893"/>
                <a:gd name="T5" fmla="*/ 0 h 2"/>
                <a:gd name="T6" fmla="*/ 0 60000 65536"/>
                <a:gd name="T7" fmla="*/ 0 60000 65536"/>
                <a:gd name="T8" fmla="*/ 0 60000 65536"/>
                <a:gd name="T9" fmla="*/ 0 w 893"/>
                <a:gd name="T10" fmla="*/ 0 h 2"/>
                <a:gd name="T11" fmla="*/ 893 w 893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3" h="2">
                  <a:moveTo>
                    <a:pt x="0" y="0"/>
                  </a:moveTo>
                  <a:lnTo>
                    <a:pt x="892" y="0"/>
                  </a:lnTo>
                  <a:lnTo>
                    <a:pt x="893" y="0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0"/>
            <p:cNvSpPr>
              <a:spLocks noChangeArrowheads="1"/>
            </p:cNvSpPr>
            <p:nvPr/>
          </p:nvSpPr>
          <p:spPr bwMode="auto">
            <a:xfrm>
              <a:off x="2941" y="2524"/>
              <a:ext cx="80" cy="26"/>
            </a:xfrm>
            <a:custGeom>
              <a:avLst/>
              <a:gdLst>
                <a:gd name="T0" fmla="*/ 0 w 402"/>
                <a:gd name="T1" fmla="*/ 0 h 134"/>
                <a:gd name="T2" fmla="*/ 0 w 402"/>
                <a:gd name="T3" fmla="*/ 0 h 134"/>
                <a:gd name="T4" fmla="*/ 0 w 402"/>
                <a:gd name="T5" fmla="*/ 0 h 134"/>
                <a:gd name="T6" fmla="*/ 0 w 402"/>
                <a:gd name="T7" fmla="*/ 0 h 1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2"/>
                <a:gd name="T13" fmla="*/ 0 h 134"/>
                <a:gd name="T14" fmla="*/ 402 w 402"/>
                <a:gd name="T15" fmla="*/ 134 h 1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2" h="134">
                  <a:moveTo>
                    <a:pt x="402" y="0"/>
                  </a:moveTo>
                  <a:lnTo>
                    <a:pt x="402" y="134"/>
                  </a:lnTo>
                  <a:lnTo>
                    <a:pt x="0" y="67"/>
                  </a:lnTo>
                  <a:lnTo>
                    <a:pt x="402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1"/>
            <p:cNvSpPr>
              <a:spLocks noChangeArrowheads="1"/>
            </p:cNvSpPr>
            <p:nvPr/>
          </p:nvSpPr>
          <p:spPr bwMode="auto">
            <a:xfrm>
              <a:off x="2941" y="2524"/>
              <a:ext cx="80" cy="26"/>
            </a:xfrm>
            <a:custGeom>
              <a:avLst/>
              <a:gdLst>
                <a:gd name="T0" fmla="*/ 0 w 402"/>
                <a:gd name="T1" fmla="*/ 0 h 134"/>
                <a:gd name="T2" fmla="*/ 0 w 402"/>
                <a:gd name="T3" fmla="*/ 0 h 134"/>
                <a:gd name="T4" fmla="*/ 0 w 402"/>
                <a:gd name="T5" fmla="*/ 0 h 134"/>
                <a:gd name="T6" fmla="*/ 0 w 402"/>
                <a:gd name="T7" fmla="*/ 0 h 1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2"/>
                <a:gd name="T13" fmla="*/ 0 h 134"/>
                <a:gd name="T14" fmla="*/ 402 w 402"/>
                <a:gd name="T15" fmla="*/ 134 h 1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2" h="134">
                  <a:moveTo>
                    <a:pt x="402" y="0"/>
                  </a:moveTo>
                  <a:lnTo>
                    <a:pt x="402" y="134"/>
                  </a:lnTo>
                  <a:lnTo>
                    <a:pt x="0" y="67"/>
                  </a:lnTo>
                  <a:lnTo>
                    <a:pt x="402" y="0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2"/>
            <p:cNvSpPr>
              <a:spLocks noChangeArrowheads="1"/>
            </p:cNvSpPr>
            <p:nvPr/>
          </p:nvSpPr>
          <p:spPr bwMode="auto">
            <a:xfrm>
              <a:off x="3200" y="2524"/>
              <a:ext cx="80" cy="26"/>
            </a:xfrm>
            <a:custGeom>
              <a:avLst/>
              <a:gdLst>
                <a:gd name="T0" fmla="*/ 0 w 403"/>
                <a:gd name="T1" fmla="*/ 0 h 134"/>
                <a:gd name="T2" fmla="*/ 0 w 403"/>
                <a:gd name="T3" fmla="*/ 0 h 134"/>
                <a:gd name="T4" fmla="*/ 0 w 403"/>
                <a:gd name="T5" fmla="*/ 0 h 134"/>
                <a:gd name="T6" fmla="*/ 0 w 403"/>
                <a:gd name="T7" fmla="*/ 0 h 1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3"/>
                <a:gd name="T13" fmla="*/ 0 h 134"/>
                <a:gd name="T14" fmla="*/ 403 w 403"/>
                <a:gd name="T15" fmla="*/ 134 h 1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3" h="134">
                  <a:moveTo>
                    <a:pt x="0" y="0"/>
                  </a:moveTo>
                  <a:lnTo>
                    <a:pt x="0" y="134"/>
                  </a:lnTo>
                  <a:lnTo>
                    <a:pt x="403" y="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3"/>
            <p:cNvSpPr>
              <a:spLocks noChangeArrowheads="1"/>
            </p:cNvSpPr>
            <p:nvPr/>
          </p:nvSpPr>
          <p:spPr bwMode="auto">
            <a:xfrm>
              <a:off x="3200" y="2524"/>
              <a:ext cx="80" cy="26"/>
            </a:xfrm>
            <a:custGeom>
              <a:avLst/>
              <a:gdLst>
                <a:gd name="T0" fmla="*/ 0 w 403"/>
                <a:gd name="T1" fmla="*/ 0 h 134"/>
                <a:gd name="T2" fmla="*/ 0 w 403"/>
                <a:gd name="T3" fmla="*/ 0 h 134"/>
                <a:gd name="T4" fmla="*/ 0 w 403"/>
                <a:gd name="T5" fmla="*/ 0 h 134"/>
                <a:gd name="T6" fmla="*/ 0 w 403"/>
                <a:gd name="T7" fmla="*/ 0 h 1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3"/>
                <a:gd name="T13" fmla="*/ 0 h 134"/>
                <a:gd name="T14" fmla="*/ 403 w 403"/>
                <a:gd name="T15" fmla="*/ 134 h 1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3" h="134">
                  <a:moveTo>
                    <a:pt x="0" y="0"/>
                  </a:moveTo>
                  <a:lnTo>
                    <a:pt x="0" y="134"/>
                  </a:lnTo>
                  <a:lnTo>
                    <a:pt x="403" y="6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4"/>
            <p:cNvSpPr>
              <a:spLocks noChangeArrowheads="1"/>
            </p:cNvSpPr>
            <p:nvPr/>
          </p:nvSpPr>
          <p:spPr bwMode="auto">
            <a:xfrm>
              <a:off x="3619" y="2315"/>
              <a:ext cx="1" cy="323"/>
            </a:xfrm>
            <a:custGeom>
              <a:avLst/>
              <a:gdLst>
                <a:gd name="T0" fmla="*/ 0 w 1"/>
                <a:gd name="T1" fmla="*/ 0 h 1614"/>
                <a:gd name="T2" fmla="*/ 0 w 1"/>
                <a:gd name="T3" fmla="*/ 0 h 1614"/>
                <a:gd name="T4" fmla="*/ 1 w 1"/>
                <a:gd name="T5" fmla="*/ 0 h 1614"/>
                <a:gd name="T6" fmla="*/ 0 60000 65536"/>
                <a:gd name="T7" fmla="*/ 0 60000 65536"/>
                <a:gd name="T8" fmla="*/ 0 60000 65536"/>
                <a:gd name="T9" fmla="*/ 0 w 1"/>
                <a:gd name="T10" fmla="*/ 0 h 1614"/>
                <a:gd name="T11" fmla="*/ 1 w 1"/>
                <a:gd name="T12" fmla="*/ 1614 h 16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614">
                  <a:moveTo>
                    <a:pt x="0" y="0"/>
                  </a:moveTo>
                  <a:lnTo>
                    <a:pt x="0" y="1614"/>
                  </a:lnTo>
                  <a:lnTo>
                    <a:pt x="1" y="1614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5"/>
            <p:cNvSpPr>
              <a:spLocks noChangeArrowheads="1"/>
            </p:cNvSpPr>
            <p:nvPr/>
          </p:nvSpPr>
          <p:spPr bwMode="auto">
            <a:xfrm>
              <a:off x="3361" y="2537"/>
              <a:ext cx="178" cy="2"/>
            </a:xfrm>
            <a:custGeom>
              <a:avLst/>
              <a:gdLst>
                <a:gd name="T0" fmla="*/ 0 w 894"/>
                <a:gd name="T1" fmla="*/ 0 h 2"/>
                <a:gd name="T2" fmla="*/ 0 w 894"/>
                <a:gd name="T3" fmla="*/ 0 h 2"/>
                <a:gd name="T4" fmla="*/ 0 w 894"/>
                <a:gd name="T5" fmla="*/ 0 h 2"/>
                <a:gd name="T6" fmla="*/ 0 60000 65536"/>
                <a:gd name="T7" fmla="*/ 0 60000 65536"/>
                <a:gd name="T8" fmla="*/ 0 60000 65536"/>
                <a:gd name="T9" fmla="*/ 0 w 894"/>
                <a:gd name="T10" fmla="*/ 0 h 2"/>
                <a:gd name="T11" fmla="*/ 894 w 894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4" h="2">
                  <a:moveTo>
                    <a:pt x="0" y="0"/>
                  </a:moveTo>
                  <a:lnTo>
                    <a:pt x="893" y="0"/>
                  </a:lnTo>
                  <a:lnTo>
                    <a:pt x="894" y="0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6"/>
            <p:cNvSpPr>
              <a:spLocks noChangeArrowheads="1"/>
            </p:cNvSpPr>
            <p:nvPr/>
          </p:nvSpPr>
          <p:spPr bwMode="auto">
            <a:xfrm>
              <a:off x="3280" y="2524"/>
              <a:ext cx="81" cy="26"/>
            </a:xfrm>
            <a:custGeom>
              <a:avLst/>
              <a:gdLst>
                <a:gd name="T0" fmla="*/ 0 w 401"/>
                <a:gd name="T1" fmla="*/ 0 h 134"/>
                <a:gd name="T2" fmla="*/ 0 w 401"/>
                <a:gd name="T3" fmla="*/ 0 h 134"/>
                <a:gd name="T4" fmla="*/ 0 w 401"/>
                <a:gd name="T5" fmla="*/ 0 h 134"/>
                <a:gd name="T6" fmla="*/ 0 w 401"/>
                <a:gd name="T7" fmla="*/ 0 h 1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1"/>
                <a:gd name="T13" fmla="*/ 0 h 134"/>
                <a:gd name="T14" fmla="*/ 401 w 401"/>
                <a:gd name="T15" fmla="*/ 134 h 1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1" h="134">
                  <a:moveTo>
                    <a:pt x="401" y="0"/>
                  </a:moveTo>
                  <a:lnTo>
                    <a:pt x="401" y="134"/>
                  </a:lnTo>
                  <a:lnTo>
                    <a:pt x="0" y="67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17"/>
            <p:cNvSpPr>
              <a:spLocks noChangeArrowheads="1"/>
            </p:cNvSpPr>
            <p:nvPr/>
          </p:nvSpPr>
          <p:spPr bwMode="auto">
            <a:xfrm>
              <a:off x="3280" y="2524"/>
              <a:ext cx="81" cy="26"/>
            </a:xfrm>
            <a:custGeom>
              <a:avLst/>
              <a:gdLst>
                <a:gd name="T0" fmla="*/ 0 w 401"/>
                <a:gd name="T1" fmla="*/ 0 h 134"/>
                <a:gd name="T2" fmla="*/ 0 w 401"/>
                <a:gd name="T3" fmla="*/ 0 h 134"/>
                <a:gd name="T4" fmla="*/ 0 w 401"/>
                <a:gd name="T5" fmla="*/ 0 h 134"/>
                <a:gd name="T6" fmla="*/ 0 w 401"/>
                <a:gd name="T7" fmla="*/ 0 h 1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1"/>
                <a:gd name="T13" fmla="*/ 0 h 134"/>
                <a:gd name="T14" fmla="*/ 401 w 401"/>
                <a:gd name="T15" fmla="*/ 134 h 1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1" h="134">
                  <a:moveTo>
                    <a:pt x="401" y="0"/>
                  </a:moveTo>
                  <a:lnTo>
                    <a:pt x="401" y="134"/>
                  </a:lnTo>
                  <a:lnTo>
                    <a:pt x="0" y="67"/>
                  </a:lnTo>
                  <a:lnTo>
                    <a:pt x="401" y="0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18"/>
            <p:cNvSpPr>
              <a:spLocks noChangeArrowheads="1"/>
            </p:cNvSpPr>
            <p:nvPr/>
          </p:nvSpPr>
          <p:spPr bwMode="auto">
            <a:xfrm>
              <a:off x="3539" y="2524"/>
              <a:ext cx="80" cy="26"/>
            </a:xfrm>
            <a:custGeom>
              <a:avLst/>
              <a:gdLst>
                <a:gd name="T0" fmla="*/ 0 w 402"/>
                <a:gd name="T1" fmla="*/ 0 h 134"/>
                <a:gd name="T2" fmla="*/ 0 w 402"/>
                <a:gd name="T3" fmla="*/ 0 h 134"/>
                <a:gd name="T4" fmla="*/ 0 w 402"/>
                <a:gd name="T5" fmla="*/ 0 h 134"/>
                <a:gd name="T6" fmla="*/ 0 w 402"/>
                <a:gd name="T7" fmla="*/ 0 h 1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2"/>
                <a:gd name="T13" fmla="*/ 0 h 134"/>
                <a:gd name="T14" fmla="*/ 402 w 402"/>
                <a:gd name="T15" fmla="*/ 134 h 1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2" h="134">
                  <a:moveTo>
                    <a:pt x="0" y="0"/>
                  </a:moveTo>
                  <a:lnTo>
                    <a:pt x="0" y="134"/>
                  </a:lnTo>
                  <a:lnTo>
                    <a:pt x="402" y="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19"/>
            <p:cNvSpPr>
              <a:spLocks noChangeArrowheads="1"/>
            </p:cNvSpPr>
            <p:nvPr/>
          </p:nvSpPr>
          <p:spPr bwMode="auto">
            <a:xfrm>
              <a:off x="3539" y="2524"/>
              <a:ext cx="80" cy="26"/>
            </a:xfrm>
            <a:custGeom>
              <a:avLst/>
              <a:gdLst>
                <a:gd name="T0" fmla="*/ 0 w 402"/>
                <a:gd name="T1" fmla="*/ 0 h 134"/>
                <a:gd name="T2" fmla="*/ 0 w 402"/>
                <a:gd name="T3" fmla="*/ 0 h 134"/>
                <a:gd name="T4" fmla="*/ 0 w 402"/>
                <a:gd name="T5" fmla="*/ 0 h 134"/>
                <a:gd name="T6" fmla="*/ 0 w 402"/>
                <a:gd name="T7" fmla="*/ 0 h 13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2"/>
                <a:gd name="T13" fmla="*/ 0 h 134"/>
                <a:gd name="T14" fmla="*/ 402 w 402"/>
                <a:gd name="T15" fmla="*/ 134 h 13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2" h="134">
                  <a:moveTo>
                    <a:pt x="0" y="0"/>
                  </a:moveTo>
                  <a:lnTo>
                    <a:pt x="0" y="134"/>
                  </a:lnTo>
                  <a:lnTo>
                    <a:pt x="402" y="6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Box 20"/>
            <p:cNvSpPr txBox="1">
              <a:spLocks noChangeArrowheads="1"/>
            </p:cNvSpPr>
            <p:nvPr/>
          </p:nvSpPr>
          <p:spPr bwMode="auto">
            <a:xfrm>
              <a:off x="3408" y="2304"/>
              <a:ext cx="1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</a:p>
          </p:txBody>
        </p:sp>
        <p:sp>
          <p:nvSpPr>
            <p:cNvPr id="37" name="Text Box 21"/>
            <p:cNvSpPr txBox="1">
              <a:spLocks noChangeArrowheads="1"/>
            </p:cNvSpPr>
            <p:nvPr/>
          </p:nvSpPr>
          <p:spPr bwMode="auto">
            <a:xfrm>
              <a:off x="3072" y="2304"/>
              <a:ext cx="1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</a:p>
          </p:txBody>
        </p:sp>
      </p:grpSp>
      <p:grpSp>
        <p:nvGrpSpPr>
          <p:cNvPr id="38" name="Group 22"/>
          <p:cNvGrpSpPr/>
          <p:nvPr/>
        </p:nvGrpSpPr>
        <p:grpSpPr bwMode="auto">
          <a:xfrm>
            <a:off x="135570" y="1566862"/>
            <a:ext cx="6400800" cy="430212"/>
            <a:chOff x="144" y="1248"/>
            <a:chExt cx="4032" cy="271"/>
          </a:xfrm>
        </p:grpSpPr>
        <p:grpSp>
          <p:nvGrpSpPr>
            <p:cNvPr id="39" name="Group 23"/>
            <p:cNvGrpSpPr/>
            <p:nvPr/>
          </p:nvGrpSpPr>
          <p:grpSpPr bwMode="auto">
            <a:xfrm>
              <a:off x="144" y="1248"/>
              <a:ext cx="4032" cy="250"/>
              <a:chOff x="144" y="1248"/>
              <a:chExt cx="4032" cy="250"/>
            </a:xfrm>
          </p:grpSpPr>
          <p:sp>
            <p:nvSpPr>
              <p:cNvPr id="43" name="Freeform 24"/>
              <p:cNvSpPr>
                <a:spLocks noChangeArrowheads="1"/>
              </p:cNvSpPr>
              <p:nvPr/>
            </p:nvSpPr>
            <p:spPr bwMode="auto">
              <a:xfrm>
                <a:off x="144" y="1487"/>
                <a:ext cx="2062" cy="2"/>
              </a:xfrm>
              <a:custGeom>
                <a:avLst/>
                <a:gdLst>
                  <a:gd name="T0" fmla="*/ 0 w 10323"/>
                  <a:gd name="T1" fmla="*/ 0 h 2"/>
                  <a:gd name="T2" fmla="*/ 0 w 10323"/>
                  <a:gd name="T3" fmla="*/ 0 h 2"/>
                  <a:gd name="T4" fmla="*/ 0 w 10323"/>
                  <a:gd name="T5" fmla="*/ 0 h 2"/>
                  <a:gd name="T6" fmla="*/ 0 60000 65536"/>
                  <a:gd name="T7" fmla="*/ 0 60000 65536"/>
                  <a:gd name="T8" fmla="*/ 0 60000 65536"/>
                  <a:gd name="T9" fmla="*/ 0 w 10323"/>
                  <a:gd name="T10" fmla="*/ 0 h 2"/>
                  <a:gd name="T11" fmla="*/ 10323 w 10323"/>
                  <a:gd name="T12" fmla="*/ 2 h 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323" h="2">
                    <a:moveTo>
                      <a:pt x="0" y="0"/>
                    </a:moveTo>
                    <a:lnTo>
                      <a:pt x="10322" y="0"/>
                    </a:lnTo>
                    <a:lnTo>
                      <a:pt x="10323" y="0"/>
                    </a:lnTo>
                  </a:path>
                </a:pathLst>
              </a:custGeom>
              <a:noFill/>
              <a:ln w="9525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4" name="Freeform 25"/>
              <p:cNvSpPr>
                <a:spLocks noChangeArrowheads="1"/>
              </p:cNvSpPr>
              <p:nvPr/>
            </p:nvSpPr>
            <p:spPr bwMode="auto">
              <a:xfrm>
                <a:off x="2409" y="1487"/>
                <a:ext cx="1697" cy="2"/>
              </a:xfrm>
              <a:custGeom>
                <a:avLst/>
                <a:gdLst>
                  <a:gd name="T0" fmla="*/ 0 w 8496"/>
                  <a:gd name="T1" fmla="*/ 0 h 2"/>
                  <a:gd name="T2" fmla="*/ 0 w 8496"/>
                  <a:gd name="T3" fmla="*/ 0 h 2"/>
                  <a:gd name="T4" fmla="*/ 0 w 8496"/>
                  <a:gd name="T5" fmla="*/ 0 h 2"/>
                  <a:gd name="T6" fmla="*/ 0 60000 65536"/>
                  <a:gd name="T7" fmla="*/ 0 60000 65536"/>
                  <a:gd name="T8" fmla="*/ 0 60000 65536"/>
                  <a:gd name="T9" fmla="*/ 0 w 8496"/>
                  <a:gd name="T10" fmla="*/ 0 h 2"/>
                  <a:gd name="T11" fmla="*/ 8496 w 8496"/>
                  <a:gd name="T12" fmla="*/ 2 h 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496" h="2">
                    <a:moveTo>
                      <a:pt x="0" y="0"/>
                    </a:moveTo>
                    <a:lnTo>
                      <a:pt x="8495" y="0"/>
                    </a:lnTo>
                    <a:lnTo>
                      <a:pt x="8496" y="0"/>
                    </a:lnTo>
                  </a:path>
                </a:pathLst>
              </a:custGeom>
              <a:noFill/>
              <a:ln w="9525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 Box 26"/>
              <p:cNvSpPr txBox="1">
                <a:spLocks noChangeArrowheads="1"/>
              </p:cNvSpPr>
              <p:nvPr/>
            </p:nvSpPr>
            <p:spPr bwMode="auto">
              <a:xfrm>
                <a:off x="3792" y="1248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2000" b="1" i="1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P</a:t>
                </a:r>
                <a:r>
                  <a:rPr lang="en-US" altLang="zh-CN" sz="2000" b="1" i="1" baseline="-250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W1</a:t>
                </a:r>
              </a:p>
            </p:txBody>
          </p:sp>
          <p:sp>
            <p:nvSpPr>
              <p:cNvPr id="46" name="Text Box 27"/>
              <p:cNvSpPr txBox="1">
                <a:spLocks noChangeArrowheads="1"/>
              </p:cNvSpPr>
              <p:nvPr/>
            </p:nvSpPr>
            <p:spPr bwMode="auto">
              <a:xfrm>
                <a:off x="1776" y="1248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r>
                  <a:rPr lang="en-US" altLang="zh-CN" sz="2000" b="1" i="1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P</a:t>
                </a:r>
                <a:r>
                  <a:rPr lang="en-US" altLang="zh-CN" sz="2000" b="1" i="1" baseline="-2500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V1</a:t>
                </a:r>
              </a:p>
            </p:txBody>
          </p:sp>
        </p:grpSp>
        <p:sp>
          <p:nvSpPr>
            <p:cNvPr id="40" name="Freeform 28"/>
            <p:cNvSpPr>
              <a:spLocks noChangeArrowheads="1"/>
            </p:cNvSpPr>
            <p:nvPr/>
          </p:nvSpPr>
          <p:spPr bwMode="auto">
            <a:xfrm>
              <a:off x="3586" y="1455"/>
              <a:ext cx="66" cy="64"/>
            </a:xfrm>
            <a:custGeom>
              <a:avLst/>
              <a:gdLst>
                <a:gd name="T0" fmla="*/ 0 w 322"/>
                <a:gd name="T1" fmla="*/ 0 h 322"/>
                <a:gd name="T2" fmla="*/ 0 w 322"/>
                <a:gd name="T3" fmla="*/ 0 h 322"/>
                <a:gd name="T4" fmla="*/ 0 w 322"/>
                <a:gd name="T5" fmla="*/ 0 h 322"/>
                <a:gd name="T6" fmla="*/ 0 w 322"/>
                <a:gd name="T7" fmla="*/ 0 h 322"/>
                <a:gd name="T8" fmla="*/ 0 w 322"/>
                <a:gd name="T9" fmla="*/ 0 h 322"/>
                <a:gd name="T10" fmla="*/ 0 w 322"/>
                <a:gd name="T11" fmla="*/ 0 h 322"/>
                <a:gd name="T12" fmla="*/ 0 w 322"/>
                <a:gd name="T13" fmla="*/ 0 h 322"/>
                <a:gd name="T14" fmla="*/ 0 w 322"/>
                <a:gd name="T15" fmla="*/ 0 h 322"/>
                <a:gd name="T16" fmla="*/ 0 w 322"/>
                <a:gd name="T17" fmla="*/ 0 h 322"/>
                <a:gd name="T18" fmla="*/ 0 w 322"/>
                <a:gd name="T19" fmla="*/ 0 h 3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2"/>
                <a:gd name="T31" fmla="*/ 0 h 322"/>
                <a:gd name="T32" fmla="*/ 322 w 322"/>
                <a:gd name="T33" fmla="*/ 322 h 32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2" h="322">
                  <a:moveTo>
                    <a:pt x="321" y="160"/>
                  </a:moveTo>
                  <a:lnTo>
                    <a:pt x="274" y="47"/>
                  </a:lnTo>
                  <a:lnTo>
                    <a:pt x="161" y="0"/>
                  </a:lnTo>
                  <a:lnTo>
                    <a:pt x="47" y="47"/>
                  </a:lnTo>
                  <a:lnTo>
                    <a:pt x="0" y="160"/>
                  </a:lnTo>
                  <a:lnTo>
                    <a:pt x="47" y="275"/>
                  </a:lnTo>
                  <a:lnTo>
                    <a:pt x="161" y="322"/>
                  </a:lnTo>
                  <a:lnTo>
                    <a:pt x="274" y="275"/>
                  </a:lnTo>
                  <a:lnTo>
                    <a:pt x="321" y="160"/>
                  </a:lnTo>
                  <a:lnTo>
                    <a:pt x="322" y="160"/>
                  </a:lnTo>
                </a:path>
              </a:pathLst>
            </a:cu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29"/>
            <p:cNvSpPr>
              <a:spLocks noChangeArrowheads="1"/>
            </p:cNvSpPr>
            <p:nvPr/>
          </p:nvSpPr>
          <p:spPr bwMode="auto">
            <a:xfrm>
              <a:off x="2909" y="1455"/>
              <a:ext cx="63" cy="64"/>
            </a:xfrm>
            <a:custGeom>
              <a:avLst/>
              <a:gdLst>
                <a:gd name="T0" fmla="*/ 0 w 323"/>
                <a:gd name="T1" fmla="*/ 0 h 322"/>
                <a:gd name="T2" fmla="*/ 0 w 323"/>
                <a:gd name="T3" fmla="*/ 0 h 322"/>
                <a:gd name="T4" fmla="*/ 0 w 323"/>
                <a:gd name="T5" fmla="*/ 0 h 322"/>
                <a:gd name="T6" fmla="*/ 0 w 323"/>
                <a:gd name="T7" fmla="*/ 0 h 322"/>
                <a:gd name="T8" fmla="*/ 0 w 323"/>
                <a:gd name="T9" fmla="*/ 0 h 322"/>
                <a:gd name="T10" fmla="*/ 0 w 323"/>
                <a:gd name="T11" fmla="*/ 0 h 322"/>
                <a:gd name="T12" fmla="*/ 0 w 323"/>
                <a:gd name="T13" fmla="*/ 0 h 322"/>
                <a:gd name="T14" fmla="*/ 0 w 323"/>
                <a:gd name="T15" fmla="*/ 0 h 322"/>
                <a:gd name="T16" fmla="*/ 0 w 323"/>
                <a:gd name="T17" fmla="*/ 0 h 322"/>
                <a:gd name="T18" fmla="*/ 0 w 323"/>
                <a:gd name="T19" fmla="*/ 0 h 3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3"/>
                <a:gd name="T31" fmla="*/ 0 h 322"/>
                <a:gd name="T32" fmla="*/ 323 w 323"/>
                <a:gd name="T33" fmla="*/ 322 h 32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3" h="322">
                  <a:moveTo>
                    <a:pt x="322" y="160"/>
                  </a:moveTo>
                  <a:lnTo>
                    <a:pt x="275" y="47"/>
                  </a:lnTo>
                  <a:lnTo>
                    <a:pt x="161" y="0"/>
                  </a:lnTo>
                  <a:lnTo>
                    <a:pt x="47" y="47"/>
                  </a:lnTo>
                  <a:lnTo>
                    <a:pt x="0" y="160"/>
                  </a:lnTo>
                  <a:lnTo>
                    <a:pt x="47" y="275"/>
                  </a:lnTo>
                  <a:lnTo>
                    <a:pt x="161" y="322"/>
                  </a:lnTo>
                  <a:lnTo>
                    <a:pt x="275" y="275"/>
                  </a:lnTo>
                  <a:lnTo>
                    <a:pt x="322" y="160"/>
                  </a:lnTo>
                  <a:lnTo>
                    <a:pt x="323" y="160"/>
                  </a:lnTo>
                </a:path>
              </a:pathLst>
            </a:cu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Box 30"/>
            <p:cNvSpPr txBox="1">
              <a:spLocks noChangeArrowheads="1"/>
            </p:cNvSpPr>
            <p:nvPr/>
          </p:nvSpPr>
          <p:spPr bwMode="auto">
            <a:xfrm>
              <a:off x="3592" y="1268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800" b="1" i="1" dirty="0">
                  <a:solidFill>
                    <a:srgbClr val="0000FF"/>
                  </a:solidFill>
                  <a:latin typeface="ISOCP" panose="00000400000000000000" pitchFamily="2" charset="0"/>
                  <a:ea typeface="楷体_GB2312" pitchFamily="49" charset="-122"/>
                </a:rPr>
                <a:t>4"</a:t>
              </a:r>
            </a:p>
          </p:txBody>
        </p:sp>
      </p:grpSp>
      <p:grpSp>
        <p:nvGrpSpPr>
          <p:cNvPr id="47" name="Group 31"/>
          <p:cNvGrpSpPr/>
          <p:nvPr/>
        </p:nvGrpSpPr>
        <p:grpSpPr bwMode="auto">
          <a:xfrm>
            <a:off x="918208" y="4283074"/>
            <a:ext cx="822325" cy="1276350"/>
            <a:chOff x="637" y="2959"/>
            <a:chExt cx="518" cy="804"/>
          </a:xfrm>
        </p:grpSpPr>
        <p:sp>
          <p:nvSpPr>
            <p:cNvPr id="48" name="Freeform 32"/>
            <p:cNvSpPr>
              <a:spLocks noChangeArrowheads="1"/>
            </p:cNvSpPr>
            <p:nvPr/>
          </p:nvSpPr>
          <p:spPr bwMode="auto">
            <a:xfrm>
              <a:off x="1045" y="3726"/>
              <a:ext cx="103" cy="37"/>
            </a:xfrm>
            <a:custGeom>
              <a:avLst/>
              <a:gdLst>
                <a:gd name="T0" fmla="*/ 0 w 519"/>
                <a:gd name="T1" fmla="*/ 0 h 183"/>
                <a:gd name="T2" fmla="*/ 0 w 519"/>
                <a:gd name="T3" fmla="*/ 0 h 183"/>
                <a:gd name="T4" fmla="*/ 0 w 519"/>
                <a:gd name="T5" fmla="*/ 0 h 183"/>
                <a:gd name="T6" fmla="*/ 0 w 519"/>
                <a:gd name="T7" fmla="*/ 0 h 183"/>
                <a:gd name="T8" fmla="*/ 0 w 519"/>
                <a:gd name="T9" fmla="*/ 0 h 183"/>
                <a:gd name="T10" fmla="*/ 0 w 519"/>
                <a:gd name="T11" fmla="*/ 0 h 1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9"/>
                <a:gd name="T19" fmla="*/ 0 h 183"/>
                <a:gd name="T20" fmla="*/ 519 w 519"/>
                <a:gd name="T21" fmla="*/ 183 h 18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9" h="183">
                  <a:moveTo>
                    <a:pt x="519" y="0"/>
                  </a:moveTo>
                  <a:lnTo>
                    <a:pt x="409" y="101"/>
                  </a:lnTo>
                  <a:lnTo>
                    <a:pt x="248" y="158"/>
                  </a:lnTo>
                  <a:lnTo>
                    <a:pt x="55" y="182"/>
                  </a:lnTo>
                  <a:lnTo>
                    <a:pt x="0" y="183"/>
                  </a:lnTo>
                  <a:lnTo>
                    <a:pt x="1" y="183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9" name="Group 33"/>
            <p:cNvGrpSpPr/>
            <p:nvPr/>
          </p:nvGrpSpPr>
          <p:grpSpPr bwMode="auto">
            <a:xfrm>
              <a:off x="637" y="2959"/>
              <a:ext cx="518" cy="804"/>
              <a:chOff x="637" y="2959"/>
              <a:chExt cx="518" cy="804"/>
            </a:xfrm>
          </p:grpSpPr>
          <p:sp>
            <p:nvSpPr>
              <p:cNvPr id="50" name="Freeform 34"/>
              <p:cNvSpPr>
                <a:spLocks noChangeArrowheads="1"/>
              </p:cNvSpPr>
              <p:nvPr/>
            </p:nvSpPr>
            <p:spPr bwMode="auto">
              <a:xfrm>
                <a:off x="1045" y="2959"/>
                <a:ext cx="110" cy="767"/>
              </a:xfrm>
              <a:custGeom>
                <a:avLst/>
                <a:gdLst>
                  <a:gd name="T0" fmla="*/ 0 w 546"/>
                  <a:gd name="T1" fmla="*/ 0 h 3840"/>
                  <a:gd name="T2" fmla="*/ 0 w 546"/>
                  <a:gd name="T3" fmla="*/ 0 h 3840"/>
                  <a:gd name="T4" fmla="*/ 0 w 546"/>
                  <a:gd name="T5" fmla="*/ 0 h 3840"/>
                  <a:gd name="T6" fmla="*/ 0 w 546"/>
                  <a:gd name="T7" fmla="*/ 0 h 3840"/>
                  <a:gd name="T8" fmla="*/ 0 w 546"/>
                  <a:gd name="T9" fmla="*/ 0 h 3840"/>
                  <a:gd name="T10" fmla="*/ 0 w 546"/>
                  <a:gd name="T11" fmla="*/ 0 h 3840"/>
                  <a:gd name="T12" fmla="*/ 0 w 546"/>
                  <a:gd name="T13" fmla="*/ 0 h 3840"/>
                  <a:gd name="T14" fmla="*/ 0 w 546"/>
                  <a:gd name="T15" fmla="*/ 0 h 3840"/>
                  <a:gd name="T16" fmla="*/ 0 w 546"/>
                  <a:gd name="T17" fmla="*/ 0 h 3840"/>
                  <a:gd name="T18" fmla="*/ 0 w 546"/>
                  <a:gd name="T19" fmla="*/ 0 h 3840"/>
                  <a:gd name="T20" fmla="*/ 0 w 546"/>
                  <a:gd name="T21" fmla="*/ 0 h 3840"/>
                  <a:gd name="T22" fmla="*/ 0 w 546"/>
                  <a:gd name="T23" fmla="*/ 0 h 3840"/>
                  <a:gd name="T24" fmla="*/ 0 w 546"/>
                  <a:gd name="T25" fmla="*/ 0 h 3840"/>
                  <a:gd name="T26" fmla="*/ 0 w 546"/>
                  <a:gd name="T27" fmla="*/ 0 h 3840"/>
                  <a:gd name="T28" fmla="*/ 0 w 546"/>
                  <a:gd name="T29" fmla="*/ 0 h 3840"/>
                  <a:gd name="T30" fmla="*/ 0 w 546"/>
                  <a:gd name="T31" fmla="*/ 0 h 3840"/>
                  <a:gd name="T32" fmla="*/ 0 w 546"/>
                  <a:gd name="T33" fmla="*/ 0 h 3840"/>
                  <a:gd name="T34" fmla="*/ 0 w 546"/>
                  <a:gd name="T35" fmla="*/ 0 h 3840"/>
                  <a:gd name="T36" fmla="*/ 0 w 546"/>
                  <a:gd name="T37" fmla="*/ 0 h 3840"/>
                  <a:gd name="T38" fmla="*/ 0 w 546"/>
                  <a:gd name="T39" fmla="*/ 0 h 3840"/>
                  <a:gd name="T40" fmla="*/ 0 w 546"/>
                  <a:gd name="T41" fmla="*/ 0 h 3840"/>
                  <a:gd name="T42" fmla="*/ 0 w 546"/>
                  <a:gd name="T43" fmla="*/ 0 h 384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546"/>
                  <a:gd name="T67" fmla="*/ 0 h 3840"/>
                  <a:gd name="T68" fmla="*/ 546 w 546"/>
                  <a:gd name="T69" fmla="*/ 3840 h 3840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546" h="3840">
                    <a:moveTo>
                      <a:pt x="0" y="0"/>
                    </a:moveTo>
                    <a:lnTo>
                      <a:pt x="55" y="1"/>
                    </a:lnTo>
                    <a:lnTo>
                      <a:pt x="248" y="24"/>
                    </a:lnTo>
                    <a:lnTo>
                      <a:pt x="409" y="81"/>
                    </a:lnTo>
                    <a:lnTo>
                      <a:pt x="519" y="183"/>
                    </a:lnTo>
                    <a:lnTo>
                      <a:pt x="546" y="313"/>
                    </a:lnTo>
                    <a:lnTo>
                      <a:pt x="506" y="479"/>
                    </a:lnTo>
                    <a:lnTo>
                      <a:pt x="423" y="671"/>
                    </a:lnTo>
                    <a:lnTo>
                      <a:pt x="329" y="880"/>
                    </a:lnTo>
                    <a:lnTo>
                      <a:pt x="229" y="1129"/>
                    </a:lnTo>
                    <a:lnTo>
                      <a:pt x="144" y="1410"/>
                    </a:lnTo>
                    <a:lnTo>
                      <a:pt x="88" y="1710"/>
                    </a:lnTo>
                    <a:lnTo>
                      <a:pt x="69" y="2011"/>
                    </a:lnTo>
                    <a:lnTo>
                      <a:pt x="88" y="2312"/>
                    </a:lnTo>
                    <a:lnTo>
                      <a:pt x="144" y="2612"/>
                    </a:lnTo>
                    <a:lnTo>
                      <a:pt x="229" y="2893"/>
                    </a:lnTo>
                    <a:lnTo>
                      <a:pt x="329" y="3142"/>
                    </a:lnTo>
                    <a:lnTo>
                      <a:pt x="423" y="3352"/>
                    </a:lnTo>
                    <a:lnTo>
                      <a:pt x="506" y="3544"/>
                    </a:lnTo>
                    <a:lnTo>
                      <a:pt x="546" y="3709"/>
                    </a:lnTo>
                    <a:lnTo>
                      <a:pt x="519" y="3840"/>
                    </a:lnTo>
                    <a:lnTo>
                      <a:pt x="520" y="3840"/>
                    </a:lnTo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1" name="Group 35"/>
              <p:cNvGrpSpPr/>
              <p:nvPr/>
            </p:nvGrpSpPr>
            <p:grpSpPr bwMode="auto">
              <a:xfrm>
                <a:off x="637" y="2959"/>
                <a:ext cx="409" cy="804"/>
                <a:chOff x="1866" y="2468"/>
                <a:chExt cx="256" cy="503"/>
              </a:xfrm>
            </p:grpSpPr>
            <p:sp>
              <p:nvSpPr>
                <p:cNvPr id="52" name="Freeform 36"/>
                <p:cNvSpPr>
                  <a:spLocks noChangeArrowheads="1"/>
                </p:cNvSpPr>
                <p:nvPr/>
              </p:nvSpPr>
              <p:spPr bwMode="auto">
                <a:xfrm>
                  <a:off x="2081" y="2965"/>
                  <a:ext cx="40" cy="6"/>
                </a:xfrm>
                <a:custGeom>
                  <a:avLst/>
                  <a:gdLst>
                    <a:gd name="T0" fmla="*/ 0 w 323"/>
                    <a:gd name="T1" fmla="*/ 0 h 45"/>
                    <a:gd name="T2" fmla="*/ 0 w 323"/>
                    <a:gd name="T3" fmla="*/ 0 h 45"/>
                    <a:gd name="T4" fmla="*/ 0 w 323"/>
                    <a:gd name="T5" fmla="*/ 0 h 45"/>
                    <a:gd name="T6" fmla="*/ 0 w 323"/>
                    <a:gd name="T7" fmla="*/ 0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23"/>
                    <a:gd name="T13" fmla="*/ 0 h 45"/>
                    <a:gd name="T14" fmla="*/ 323 w 323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23" h="45">
                      <a:moveTo>
                        <a:pt x="323" y="45"/>
                      </a:moveTo>
                      <a:lnTo>
                        <a:pt x="164" y="36"/>
                      </a:ln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Freeform 37"/>
                <p:cNvSpPr>
                  <a:spLocks noChangeArrowheads="1"/>
                </p:cNvSpPr>
                <p:nvPr/>
              </p:nvSpPr>
              <p:spPr bwMode="auto">
                <a:xfrm>
                  <a:off x="2024" y="2947"/>
                  <a:ext cx="42" cy="15"/>
                </a:xfrm>
                <a:custGeom>
                  <a:avLst/>
                  <a:gdLst>
                    <a:gd name="T0" fmla="*/ 0 w 331"/>
                    <a:gd name="T1" fmla="*/ 0 h 114"/>
                    <a:gd name="T2" fmla="*/ 0 w 331"/>
                    <a:gd name="T3" fmla="*/ 0 h 114"/>
                    <a:gd name="T4" fmla="*/ 0 w 331"/>
                    <a:gd name="T5" fmla="*/ 0 h 114"/>
                    <a:gd name="T6" fmla="*/ 0 w 331"/>
                    <a:gd name="T7" fmla="*/ 0 h 11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1"/>
                    <a:gd name="T13" fmla="*/ 0 h 114"/>
                    <a:gd name="T14" fmla="*/ 331 w 331"/>
                    <a:gd name="T15" fmla="*/ 114 h 11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1" h="114">
                      <a:moveTo>
                        <a:pt x="331" y="114"/>
                      </a:moveTo>
                      <a:lnTo>
                        <a:pt x="166" y="77"/>
                      </a:ln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4" name="Freeform 38"/>
                <p:cNvSpPr>
                  <a:spLocks noChangeArrowheads="1"/>
                </p:cNvSpPr>
                <p:nvPr/>
              </p:nvSpPr>
              <p:spPr bwMode="auto">
                <a:xfrm>
                  <a:off x="1866" y="2498"/>
                  <a:ext cx="144" cy="442"/>
                </a:xfrm>
                <a:custGeom>
                  <a:avLst/>
                  <a:gdLst>
                    <a:gd name="T0" fmla="*/ 0 w 1152"/>
                    <a:gd name="T1" fmla="*/ 0 h 3541"/>
                    <a:gd name="T2" fmla="*/ 0 w 1152"/>
                    <a:gd name="T3" fmla="*/ 0 h 3541"/>
                    <a:gd name="T4" fmla="*/ 0 w 1152"/>
                    <a:gd name="T5" fmla="*/ 0 h 3541"/>
                    <a:gd name="T6" fmla="*/ 0 w 1152"/>
                    <a:gd name="T7" fmla="*/ 0 h 3541"/>
                    <a:gd name="T8" fmla="*/ 0 w 1152"/>
                    <a:gd name="T9" fmla="*/ 0 h 3541"/>
                    <a:gd name="T10" fmla="*/ 0 w 1152"/>
                    <a:gd name="T11" fmla="*/ 0 h 3541"/>
                    <a:gd name="T12" fmla="*/ 0 w 1152"/>
                    <a:gd name="T13" fmla="*/ 0 h 3541"/>
                    <a:gd name="T14" fmla="*/ 0 w 1152"/>
                    <a:gd name="T15" fmla="*/ 0 h 3541"/>
                    <a:gd name="T16" fmla="*/ 0 w 1152"/>
                    <a:gd name="T17" fmla="*/ 0 h 3541"/>
                    <a:gd name="T18" fmla="*/ 0 w 1152"/>
                    <a:gd name="T19" fmla="*/ 0 h 3541"/>
                    <a:gd name="T20" fmla="*/ 0 w 1152"/>
                    <a:gd name="T21" fmla="*/ 0 h 3541"/>
                    <a:gd name="T22" fmla="*/ 0 w 1152"/>
                    <a:gd name="T23" fmla="*/ 0 h 3541"/>
                    <a:gd name="T24" fmla="*/ 0 w 1152"/>
                    <a:gd name="T25" fmla="*/ 0 h 3541"/>
                    <a:gd name="T26" fmla="*/ 0 w 1152"/>
                    <a:gd name="T27" fmla="*/ 0 h 3541"/>
                    <a:gd name="T28" fmla="*/ 0 w 1152"/>
                    <a:gd name="T29" fmla="*/ 0 h 3541"/>
                    <a:gd name="T30" fmla="*/ 0 w 1152"/>
                    <a:gd name="T31" fmla="*/ 0 h 3541"/>
                    <a:gd name="T32" fmla="*/ 0 w 1152"/>
                    <a:gd name="T33" fmla="*/ 0 h 3541"/>
                    <a:gd name="T34" fmla="*/ 0 w 1152"/>
                    <a:gd name="T35" fmla="*/ 0 h 3541"/>
                    <a:gd name="T36" fmla="*/ 0 w 1152"/>
                    <a:gd name="T37" fmla="*/ 0 h 3541"/>
                    <a:gd name="T38" fmla="*/ 0 w 1152"/>
                    <a:gd name="T39" fmla="*/ 0 h 3541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152"/>
                    <a:gd name="T61" fmla="*/ 0 h 3541"/>
                    <a:gd name="T62" fmla="*/ 1152 w 1152"/>
                    <a:gd name="T63" fmla="*/ 3541 h 3541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152" h="3541">
                      <a:moveTo>
                        <a:pt x="1151" y="3541"/>
                      </a:moveTo>
                      <a:lnTo>
                        <a:pt x="987" y="3463"/>
                      </a:lnTo>
                      <a:lnTo>
                        <a:pt x="776" y="3316"/>
                      </a:lnTo>
                      <a:lnTo>
                        <a:pt x="570" y="3131"/>
                      </a:lnTo>
                      <a:lnTo>
                        <a:pt x="383" y="2911"/>
                      </a:lnTo>
                      <a:lnTo>
                        <a:pt x="228" y="2667"/>
                      </a:lnTo>
                      <a:lnTo>
                        <a:pt x="135" y="2467"/>
                      </a:lnTo>
                      <a:lnTo>
                        <a:pt x="60" y="2243"/>
                      </a:lnTo>
                      <a:lnTo>
                        <a:pt x="14" y="2006"/>
                      </a:lnTo>
                      <a:lnTo>
                        <a:pt x="0" y="1770"/>
                      </a:lnTo>
                      <a:lnTo>
                        <a:pt x="14" y="1535"/>
                      </a:lnTo>
                      <a:lnTo>
                        <a:pt x="60" y="1298"/>
                      </a:lnTo>
                      <a:lnTo>
                        <a:pt x="135" y="1073"/>
                      </a:lnTo>
                      <a:lnTo>
                        <a:pt x="228" y="873"/>
                      </a:lnTo>
                      <a:lnTo>
                        <a:pt x="383" y="628"/>
                      </a:lnTo>
                      <a:lnTo>
                        <a:pt x="570" y="409"/>
                      </a:lnTo>
                      <a:lnTo>
                        <a:pt x="776" y="224"/>
                      </a:lnTo>
                      <a:lnTo>
                        <a:pt x="987" y="77"/>
                      </a:lnTo>
                      <a:lnTo>
                        <a:pt x="1151" y="0"/>
                      </a:lnTo>
                      <a:lnTo>
                        <a:pt x="1152" y="0"/>
                      </a:ln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" name="Freeform 39"/>
                <p:cNvSpPr>
                  <a:spLocks noChangeArrowheads="1"/>
                </p:cNvSpPr>
                <p:nvPr/>
              </p:nvSpPr>
              <p:spPr bwMode="auto">
                <a:xfrm>
                  <a:off x="2024" y="2477"/>
                  <a:ext cx="42" cy="14"/>
                </a:xfrm>
                <a:custGeom>
                  <a:avLst/>
                  <a:gdLst>
                    <a:gd name="T0" fmla="*/ 0 w 332"/>
                    <a:gd name="T1" fmla="*/ 0 h 115"/>
                    <a:gd name="T2" fmla="*/ 0 w 332"/>
                    <a:gd name="T3" fmla="*/ 0 h 115"/>
                    <a:gd name="T4" fmla="*/ 0 w 332"/>
                    <a:gd name="T5" fmla="*/ 0 h 115"/>
                    <a:gd name="T6" fmla="*/ 0 w 332"/>
                    <a:gd name="T7" fmla="*/ 0 h 11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32"/>
                    <a:gd name="T13" fmla="*/ 0 h 115"/>
                    <a:gd name="T14" fmla="*/ 332 w 332"/>
                    <a:gd name="T15" fmla="*/ 115 h 11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32" h="115">
                      <a:moveTo>
                        <a:pt x="0" y="115"/>
                      </a:moveTo>
                      <a:lnTo>
                        <a:pt x="166" y="37"/>
                      </a:lnTo>
                      <a:lnTo>
                        <a:pt x="331" y="0"/>
                      </a:lnTo>
                      <a:lnTo>
                        <a:pt x="332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" name="Freeform 40"/>
                <p:cNvSpPr>
                  <a:spLocks noChangeArrowheads="1"/>
                </p:cNvSpPr>
                <p:nvPr/>
              </p:nvSpPr>
              <p:spPr bwMode="auto">
                <a:xfrm>
                  <a:off x="2081" y="2468"/>
                  <a:ext cx="41" cy="5"/>
                </a:xfrm>
                <a:custGeom>
                  <a:avLst/>
                  <a:gdLst>
                    <a:gd name="T0" fmla="*/ 0 w 324"/>
                    <a:gd name="T1" fmla="*/ 0 h 44"/>
                    <a:gd name="T2" fmla="*/ 0 w 324"/>
                    <a:gd name="T3" fmla="*/ 0 h 44"/>
                    <a:gd name="T4" fmla="*/ 0 w 324"/>
                    <a:gd name="T5" fmla="*/ 0 h 44"/>
                    <a:gd name="T6" fmla="*/ 0 w 324"/>
                    <a:gd name="T7" fmla="*/ 0 h 4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24"/>
                    <a:gd name="T13" fmla="*/ 0 h 44"/>
                    <a:gd name="T14" fmla="*/ 324 w 324"/>
                    <a:gd name="T15" fmla="*/ 44 h 4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24" h="44">
                      <a:moveTo>
                        <a:pt x="0" y="44"/>
                      </a:moveTo>
                      <a:lnTo>
                        <a:pt x="164" y="8"/>
                      </a:lnTo>
                      <a:lnTo>
                        <a:pt x="323" y="0"/>
                      </a:lnTo>
                      <a:lnTo>
                        <a:pt x="324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57" name="Freeform 41"/>
          <p:cNvSpPr>
            <a:spLocks noChangeArrowheads="1"/>
          </p:cNvSpPr>
          <p:nvPr/>
        </p:nvSpPr>
        <p:spPr bwMode="auto">
          <a:xfrm>
            <a:off x="1432558" y="4292599"/>
            <a:ext cx="1250950" cy="1254125"/>
          </a:xfrm>
          <a:custGeom>
            <a:avLst/>
            <a:gdLst>
              <a:gd name="T0" fmla="*/ 2147483646 w 3943"/>
              <a:gd name="T1" fmla="*/ 2147483646 h 3947"/>
              <a:gd name="T2" fmla="*/ 2147483646 w 3943"/>
              <a:gd name="T3" fmla="*/ 2147483646 h 3947"/>
              <a:gd name="T4" fmla="*/ 2147483646 w 3943"/>
              <a:gd name="T5" fmla="*/ 2147483646 h 3947"/>
              <a:gd name="T6" fmla="*/ 2147483646 w 3943"/>
              <a:gd name="T7" fmla="*/ 2147483646 h 3947"/>
              <a:gd name="T8" fmla="*/ 2147483646 w 3943"/>
              <a:gd name="T9" fmla="*/ 2147483646 h 3947"/>
              <a:gd name="T10" fmla="*/ 2147483646 w 3943"/>
              <a:gd name="T11" fmla="*/ 0 h 3947"/>
              <a:gd name="T12" fmla="*/ 2147483646 w 3943"/>
              <a:gd name="T13" fmla="*/ 2147483646 h 3947"/>
              <a:gd name="T14" fmla="*/ 2147483646 w 3943"/>
              <a:gd name="T15" fmla="*/ 2147483646 h 3947"/>
              <a:gd name="T16" fmla="*/ 2147483646 w 3943"/>
              <a:gd name="T17" fmla="*/ 2147483646 h 3947"/>
              <a:gd name="T18" fmla="*/ 2147483646 w 3943"/>
              <a:gd name="T19" fmla="*/ 2147483646 h 3947"/>
              <a:gd name="T20" fmla="*/ 0 w 3943"/>
              <a:gd name="T21" fmla="*/ 2147483646 h 3947"/>
              <a:gd name="T22" fmla="*/ 2147483646 w 3943"/>
              <a:gd name="T23" fmla="*/ 2147483646 h 3947"/>
              <a:gd name="T24" fmla="*/ 2147483646 w 3943"/>
              <a:gd name="T25" fmla="*/ 2147483646 h 3947"/>
              <a:gd name="T26" fmla="*/ 2147483646 w 3943"/>
              <a:gd name="T27" fmla="*/ 2147483646 h 3947"/>
              <a:gd name="T28" fmla="*/ 2147483646 w 3943"/>
              <a:gd name="T29" fmla="*/ 2147483646 h 3947"/>
              <a:gd name="T30" fmla="*/ 2147483646 w 3943"/>
              <a:gd name="T31" fmla="*/ 2147483646 h 3947"/>
              <a:gd name="T32" fmla="*/ 2147483646 w 3943"/>
              <a:gd name="T33" fmla="*/ 2147483646 h 3947"/>
              <a:gd name="T34" fmla="*/ 2147483646 w 3943"/>
              <a:gd name="T35" fmla="*/ 2147483646 h 3947"/>
              <a:gd name="T36" fmla="*/ 2147483646 w 3943"/>
              <a:gd name="T37" fmla="*/ 2147483646 h 3947"/>
              <a:gd name="T38" fmla="*/ 2147483646 w 3943"/>
              <a:gd name="T39" fmla="*/ 2147483646 h 3947"/>
              <a:gd name="T40" fmla="*/ 2147483646 w 3943"/>
              <a:gd name="T41" fmla="*/ 2147483646 h 3947"/>
              <a:gd name="T42" fmla="*/ 2147483646 w 3943"/>
              <a:gd name="T43" fmla="*/ 2147483646 h 3947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3943"/>
              <a:gd name="T67" fmla="*/ 0 h 3947"/>
              <a:gd name="T68" fmla="*/ 3943 w 3943"/>
              <a:gd name="T69" fmla="*/ 3947 h 3947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3943" h="3947">
                <a:moveTo>
                  <a:pt x="3942" y="1973"/>
                </a:moveTo>
                <a:lnTo>
                  <a:pt x="3846" y="1363"/>
                </a:lnTo>
                <a:lnTo>
                  <a:pt x="3565" y="814"/>
                </a:lnTo>
                <a:lnTo>
                  <a:pt x="3129" y="376"/>
                </a:lnTo>
                <a:lnTo>
                  <a:pt x="2580" y="97"/>
                </a:lnTo>
                <a:lnTo>
                  <a:pt x="1971" y="0"/>
                </a:lnTo>
                <a:lnTo>
                  <a:pt x="1361" y="97"/>
                </a:lnTo>
                <a:lnTo>
                  <a:pt x="812" y="376"/>
                </a:lnTo>
                <a:lnTo>
                  <a:pt x="376" y="814"/>
                </a:lnTo>
                <a:lnTo>
                  <a:pt x="96" y="1363"/>
                </a:lnTo>
                <a:lnTo>
                  <a:pt x="0" y="1973"/>
                </a:lnTo>
                <a:lnTo>
                  <a:pt x="96" y="2583"/>
                </a:lnTo>
                <a:lnTo>
                  <a:pt x="376" y="3133"/>
                </a:lnTo>
                <a:lnTo>
                  <a:pt x="812" y="3570"/>
                </a:lnTo>
                <a:lnTo>
                  <a:pt x="1361" y="3850"/>
                </a:lnTo>
                <a:lnTo>
                  <a:pt x="1971" y="3947"/>
                </a:lnTo>
                <a:lnTo>
                  <a:pt x="2580" y="3850"/>
                </a:lnTo>
                <a:lnTo>
                  <a:pt x="3129" y="3570"/>
                </a:lnTo>
                <a:lnTo>
                  <a:pt x="3565" y="3133"/>
                </a:lnTo>
                <a:lnTo>
                  <a:pt x="3846" y="2583"/>
                </a:lnTo>
                <a:lnTo>
                  <a:pt x="3942" y="1973"/>
                </a:lnTo>
                <a:lnTo>
                  <a:pt x="3943" y="1973"/>
                </a:lnTo>
              </a:path>
            </a:pathLst>
          </a:custGeom>
          <a:noFill/>
          <a:ln w="95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" name="Freeform 42"/>
          <p:cNvSpPr>
            <a:spLocks noChangeArrowheads="1"/>
          </p:cNvSpPr>
          <p:nvPr/>
        </p:nvSpPr>
        <p:spPr bwMode="auto">
          <a:xfrm>
            <a:off x="1072195" y="3932237"/>
            <a:ext cx="1971675" cy="1974850"/>
          </a:xfrm>
          <a:custGeom>
            <a:avLst/>
            <a:gdLst>
              <a:gd name="T0" fmla="*/ 2147483646 w 6219"/>
              <a:gd name="T1" fmla="*/ 2147483646 h 6225"/>
              <a:gd name="T2" fmla="*/ 2147483646 w 6219"/>
              <a:gd name="T3" fmla="*/ 2147483646 h 6225"/>
              <a:gd name="T4" fmla="*/ 2147483646 w 6219"/>
              <a:gd name="T5" fmla="*/ 2147483646 h 6225"/>
              <a:gd name="T6" fmla="*/ 2147483646 w 6219"/>
              <a:gd name="T7" fmla="*/ 2147483646 h 6225"/>
              <a:gd name="T8" fmla="*/ 2147483646 w 6219"/>
              <a:gd name="T9" fmla="*/ 2147483646 h 6225"/>
              <a:gd name="T10" fmla="*/ 2147483646 w 6219"/>
              <a:gd name="T11" fmla="*/ 2147483646 h 6225"/>
              <a:gd name="T12" fmla="*/ 2147483646 w 6219"/>
              <a:gd name="T13" fmla="*/ 2147483646 h 6225"/>
              <a:gd name="T14" fmla="*/ 2147483646 w 6219"/>
              <a:gd name="T15" fmla="*/ 0 h 6225"/>
              <a:gd name="T16" fmla="*/ 2147483646 w 6219"/>
              <a:gd name="T17" fmla="*/ 2147483646 h 6225"/>
              <a:gd name="T18" fmla="*/ 2147483646 w 6219"/>
              <a:gd name="T19" fmla="*/ 2147483646 h 6225"/>
              <a:gd name="T20" fmla="*/ 2147483646 w 6219"/>
              <a:gd name="T21" fmla="*/ 2147483646 h 6225"/>
              <a:gd name="T22" fmla="*/ 2147483646 w 6219"/>
              <a:gd name="T23" fmla="*/ 2147483646 h 6225"/>
              <a:gd name="T24" fmla="*/ 2147483646 w 6219"/>
              <a:gd name="T25" fmla="*/ 2147483646 h 6225"/>
              <a:gd name="T26" fmla="*/ 2147483646 w 6219"/>
              <a:gd name="T27" fmla="*/ 2147483646 h 6225"/>
              <a:gd name="T28" fmla="*/ 0 w 6219"/>
              <a:gd name="T29" fmla="*/ 2147483646 h 6225"/>
              <a:gd name="T30" fmla="*/ 2147483646 w 6219"/>
              <a:gd name="T31" fmla="*/ 2147483646 h 6225"/>
              <a:gd name="T32" fmla="*/ 2147483646 w 6219"/>
              <a:gd name="T33" fmla="*/ 2147483646 h 6225"/>
              <a:gd name="T34" fmla="*/ 2147483646 w 6219"/>
              <a:gd name="T35" fmla="*/ 2147483646 h 6225"/>
              <a:gd name="T36" fmla="*/ 2147483646 w 6219"/>
              <a:gd name="T37" fmla="*/ 2147483646 h 6225"/>
              <a:gd name="T38" fmla="*/ 2147483646 w 6219"/>
              <a:gd name="T39" fmla="*/ 2147483646 h 6225"/>
              <a:gd name="T40" fmla="*/ 2147483646 w 6219"/>
              <a:gd name="T41" fmla="*/ 2147483646 h 6225"/>
              <a:gd name="T42" fmla="*/ 2147483646 w 6219"/>
              <a:gd name="T43" fmla="*/ 2147483646 h 6225"/>
              <a:gd name="T44" fmla="*/ 2147483646 w 6219"/>
              <a:gd name="T45" fmla="*/ 2147483646 h 6225"/>
              <a:gd name="T46" fmla="*/ 2147483646 w 6219"/>
              <a:gd name="T47" fmla="*/ 2147483646 h 6225"/>
              <a:gd name="T48" fmla="*/ 2147483646 w 6219"/>
              <a:gd name="T49" fmla="*/ 2147483646 h 6225"/>
              <a:gd name="T50" fmla="*/ 2147483646 w 6219"/>
              <a:gd name="T51" fmla="*/ 2147483646 h 6225"/>
              <a:gd name="T52" fmla="*/ 2147483646 w 6219"/>
              <a:gd name="T53" fmla="*/ 2147483646 h 6225"/>
              <a:gd name="T54" fmla="*/ 2147483646 w 6219"/>
              <a:gd name="T55" fmla="*/ 2147483646 h 6225"/>
              <a:gd name="T56" fmla="*/ 2147483646 w 6219"/>
              <a:gd name="T57" fmla="*/ 2147483646 h 6225"/>
              <a:gd name="T58" fmla="*/ 2147483646 w 6219"/>
              <a:gd name="T59" fmla="*/ 2147483646 h 6225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6219"/>
              <a:gd name="T91" fmla="*/ 0 h 6225"/>
              <a:gd name="T92" fmla="*/ 6219 w 6219"/>
              <a:gd name="T93" fmla="*/ 6225 h 6225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6219" h="6225">
                <a:moveTo>
                  <a:pt x="6218" y="3112"/>
                </a:moveTo>
                <a:lnTo>
                  <a:pt x="6140" y="2419"/>
                </a:lnTo>
                <a:lnTo>
                  <a:pt x="5909" y="1762"/>
                </a:lnTo>
                <a:lnTo>
                  <a:pt x="5540" y="1171"/>
                </a:lnTo>
                <a:lnTo>
                  <a:pt x="5047" y="679"/>
                </a:lnTo>
                <a:lnTo>
                  <a:pt x="4458" y="308"/>
                </a:lnTo>
                <a:lnTo>
                  <a:pt x="3800" y="77"/>
                </a:lnTo>
                <a:lnTo>
                  <a:pt x="3109" y="0"/>
                </a:lnTo>
                <a:lnTo>
                  <a:pt x="2417" y="77"/>
                </a:lnTo>
                <a:lnTo>
                  <a:pt x="1760" y="308"/>
                </a:lnTo>
                <a:lnTo>
                  <a:pt x="1170" y="679"/>
                </a:lnTo>
                <a:lnTo>
                  <a:pt x="678" y="1171"/>
                </a:lnTo>
                <a:lnTo>
                  <a:pt x="308" y="1762"/>
                </a:lnTo>
                <a:lnTo>
                  <a:pt x="78" y="2419"/>
                </a:lnTo>
                <a:lnTo>
                  <a:pt x="0" y="3112"/>
                </a:lnTo>
                <a:lnTo>
                  <a:pt x="78" y="3805"/>
                </a:lnTo>
                <a:lnTo>
                  <a:pt x="308" y="4463"/>
                </a:lnTo>
                <a:lnTo>
                  <a:pt x="678" y="5052"/>
                </a:lnTo>
                <a:lnTo>
                  <a:pt x="1170" y="5545"/>
                </a:lnTo>
                <a:lnTo>
                  <a:pt x="1760" y="5916"/>
                </a:lnTo>
                <a:lnTo>
                  <a:pt x="2417" y="6146"/>
                </a:lnTo>
                <a:lnTo>
                  <a:pt x="3109" y="6225"/>
                </a:lnTo>
                <a:lnTo>
                  <a:pt x="3800" y="6146"/>
                </a:lnTo>
                <a:lnTo>
                  <a:pt x="4458" y="5916"/>
                </a:lnTo>
                <a:lnTo>
                  <a:pt x="5047" y="5545"/>
                </a:lnTo>
                <a:lnTo>
                  <a:pt x="5540" y="5052"/>
                </a:lnTo>
                <a:lnTo>
                  <a:pt x="5909" y="4463"/>
                </a:lnTo>
                <a:lnTo>
                  <a:pt x="6140" y="3805"/>
                </a:lnTo>
                <a:lnTo>
                  <a:pt x="6218" y="3112"/>
                </a:lnTo>
                <a:lnTo>
                  <a:pt x="6219" y="3112"/>
                </a:lnTo>
              </a:path>
            </a:pathLst>
          </a:custGeom>
          <a:noFill/>
          <a:ln w="95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Freeform 43"/>
          <p:cNvSpPr>
            <a:spLocks noChangeArrowheads="1"/>
          </p:cNvSpPr>
          <p:nvPr/>
        </p:nvSpPr>
        <p:spPr bwMode="auto">
          <a:xfrm>
            <a:off x="1251583" y="4113212"/>
            <a:ext cx="1611312" cy="1614487"/>
          </a:xfrm>
          <a:custGeom>
            <a:avLst/>
            <a:gdLst>
              <a:gd name="T0" fmla="*/ 2147483646 w 5079"/>
              <a:gd name="T1" fmla="*/ 2147483646 h 5083"/>
              <a:gd name="T2" fmla="*/ 2147483646 w 5079"/>
              <a:gd name="T3" fmla="*/ 2147483646 h 5083"/>
              <a:gd name="T4" fmla="*/ 2147483646 w 5079"/>
              <a:gd name="T5" fmla="*/ 2147483646 h 5083"/>
              <a:gd name="T6" fmla="*/ 2147483646 w 5079"/>
              <a:gd name="T7" fmla="*/ 2147483646 h 5083"/>
              <a:gd name="T8" fmla="*/ 2147483646 w 5079"/>
              <a:gd name="T9" fmla="*/ 2147483646 h 5083"/>
              <a:gd name="T10" fmla="*/ 2147483646 w 5079"/>
              <a:gd name="T11" fmla="*/ 2147483646 h 5083"/>
              <a:gd name="T12" fmla="*/ 2147483646 w 5079"/>
              <a:gd name="T13" fmla="*/ 0 h 5083"/>
              <a:gd name="T14" fmla="*/ 2147483646 w 5079"/>
              <a:gd name="T15" fmla="*/ 2147483646 h 5083"/>
              <a:gd name="T16" fmla="*/ 2147483646 w 5079"/>
              <a:gd name="T17" fmla="*/ 2147483646 h 5083"/>
              <a:gd name="T18" fmla="*/ 2147483646 w 5079"/>
              <a:gd name="T19" fmla="*/ 2147483646 h 5083"/>
              <a:gd name="T20" fmla="*/ 2147483646 w 5079"/>
              <a:gd name="T21" fmla="*/ 2147483646 h 5083"/>
              <a:gd name="T22" fmla="*/ 2147483646 w 5079"/>
              <a:gd name="T23" fmla="*/ 2147483646 h 5083"/>
              <a:gd name="T24" fmla="*/ 0 w 5079"/>
              <a:gd name="T25" fmla="*/ 2147483646 h 5083"/>
              <a:gd name="T26" fmla="*/ 2147483646 w 5079"/>
              <a:gd name="T27" fmla="*/ 2147483646 h 5083"/>
              <a:gd name="T28" fmla="*/ 2147483646 w 5079"/>
              <a:gd name="T29" fmla="*/ 2147483646 h 5083"/>
              <a:gd name="T30" fmla="*/ 2147483646 w 5079"/>
              <a:gd name="T31" fmla="*/ 2147483646 h 5083"/>
              <a:gd name="T32" fmla="*/ 2147483646 w 5079"/>
              <a:gd name="T33" fmla="*/ 2147483646 h 5083"/>
              <a:gd name="T34" fmla="*/ 2147483646 w 5079"/>
              <a:gd name="T35" fmla="*/ 2147483646 h 5083"/>
              <a:gd name="T36" fmla="*/ 2147483646 w 5079"/>
              <a:gd name="T37" fmla="*/ 2147483646 h 5083"/>
              <a:gd name="T38" fmla="*/ 2147483646 w 5079"/>
              <a:gd name="T39" fmla="*/ 2147483646 h 5083"/>
              <a:gd name="T40" fmla="*/ 2147483646 w 5079"/>
              <a:gd name="T41" fmla="*/ 2147483646 h 5083"/>
              <a:gd name="T42" fmla="*/ 2147483646 w 5079"/>
              <a:gd name="T43" fmla="*/ 2147483646 h 5083"/>
              <a:gd name="T44" fmla="*/ 2147483646 w 5079"/>
              <a:gd name="T45" fmla="*/ 2147483646 h 5083"/>
              <a:gd name="T46" fmla="*/ 2147483646 w 5079"/>
              <a:gd name="T47" fmla="*/ 2147483646 h 5083"/>
              <a:gd name="T48" fmla="*/ 2147483646 w 5079"/>
              <a:gd name="T49" fmla="*/ 2147483646 h 5083"/>
              <a:gd name="T50" fmla="*/ 2147483646 w 5079"/>
              <a:gd name="T51" fmla="*/ 2147483646 h 5083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5079"/>
              <a:gd name="T79" fmla="*/ 0 h 5083"/>
              <a:gd name="T80" fmla="*/ 5079 w 5079"/>
              <a:gd name="T81" fmla="*/ 5083 h 5083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5079" h="5083">
                <a:moveTo>
                  <a:pt x="5078" y="2541"/>
                </a:moveTo>
                <a:lnTo>
                  <a:pt x="4991" y="1883"/>
                </a:lnTo>
                <a:lnTo>
                  <a:pt x="4738" y="1270"/>
                </a:lnTo>
                <a:lnTo>
                  <a:pt x="4334" y="744"/>
                </a:lnTo>
                <a:lnTo>
                  <a:pt x="3808" y="340"/>
                </a:lnTo>
                <a:lnTo>
                  <a:pt x="3196" y="87"/>
                </a:lnTo>
                <a:lnTo>
                  <a:pt x="2539" y="0"/>
                </a:lnTo>
                <a:lnTo>
                  <a:pt x="1882" y="87"/>
                </a:lnTo>
                <a:lnTo>
                  <a:pt x="1269" y="340"/>
                </a:lnTo>
                <a:lnTo>
                  <a:pt x="743" y="744"/>
                </a:lnTo>
                <a:lnTo>
                  <a:pt x="340" y="1270"/>
                </a:lnTo>
                <a:lnTo>
                  <a:pt x="87" y="1883"/>
                </a:lnTo>
                <a:lnTo>
                  <a:pt x="0" y="2541"/>
                </a:lnTo>
                <a:lnTo>
                  <a:pt x="87" y="3199"/>
                </a:lnTo>
                <a:lnTo>
                  <a:pt x="340" y="3812"/>
                </a:lnTo>
                <a:lnTo>
                  <a:pt x="743" y="4338"/>
                </a:lnTo>
                <a:lnTo>
                  <a:pt x="1269" y="4743"/>
                </a:lnTo>
                <a:lnTo>
                  <a:pt x="1882" y="4996"/>
                </a:lnTo>
                <a:lnTo>
                  <a:pt x="2539" y="5083"/>
                </a:lnTo>
                <a:lnTo>
                  <a:pt x="3196" y="4996"/>
                </a:lnTo>
                <a:lnTo>
                  <a:pt x="3808" y="4743"/>
                </a:lnTo>
                <a:lnTo>
                  <a:pt x="4334" y="4338"/>
                </a:lnTo>
                <a:lnTo>
                  <a:pt x="4738" y="3812"/>
                </a:lnTo>
                <a:lnTo>
                  <a:pt x="4991" y="3199"/>
                </a:lnTo>
                <a:lnTo>
                  <a:pt x="5078" y="2541"/>
                </a:lnTo>
                <a:lnTo>
                  <a:pt x="5079" y="2541"/>
                </a:lnTo>
              </a:path>
            </a:pathLst>
          </a:custGeom>
          <a:noFill/>
          <a:ln w="95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Freeform 44"/>
          <p:cNvSpPr>
            <a:spLocks noChangeArrowheads="1"/>
          </p:cNvSpPr>
          <p:nvPr/>
        </p:nvSpPr>
        <p:spPr bwMode="auto">
          <a:xfrm>
            <a:off x="2683508" y="1946274"/>
            <a:ext cx="1587" cy="2973388"/>
          </a:xfrm>
          <a:custGeom>
            <a:avLst/>
            <a:gdLst>
              <a:gd name="T0" fmla="*/ 0 w 1"/>
              <a:gd name="T1" fmla="*/ 0 h 9378"/>
              <a:gd name="T2" fmla="*/ 0 w 1"/>
              <a:gd name="T3" fmla="*/ 2147483646 h 9378"/>
              <a:gd name="T4" fmla="*/ 2147483646 w 1"/>
              <a:gd name="T5" fmla="*/ 2147483646 h 9378"/>
              <a:gd name="T6" fmla="*/ 0 60000 65536"/>
              <a:gd name="T7" fmla="*/ 0 60000 65536"/>
              <a:gd name="T8" fmla="*/ 0 60000 65536"/>
              <a:gd name="T9" fmla="*/ 0 w 1"/>
              <a:gd name="T10" fmla="*/ 0 h 9378"/>
              <a:gd name="T11" fmla="*/ 1 w 1"/>
              <a:gd name="T12" fmla="*/ 9378 h 93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9378">
                <a:moveTo>
                  <a:pt x="0" y="0"/>
                </a:moveTo>
                <a:lnTo>
                  <a:pt x="0" y="9378"/>
                </a:lnTo>
                <a:lnTo>
                  <a:pt x="1" y="9378"/>
                </a:lnTo>
              </a:path>
            </a:pathLst>
          </a:custGeom>
          <a:noFill/>
          <a:ln w="95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Freeform 45"/>
          <p:cNvSpPr>
            <a:spLocks noChangeArrowheads="1"/>
          </p:cNvSpPr>
          <p:nvPr/>
        </p:nvSpPr>
        <p:spPr bwMode="auto">
          <a:xfrm>
            <a:off x="2859720" y="2289174"/>
            <a:ext cx="3175" cy="2630488"/>
          </a:xfrm>
          <a:custGeom>
            <a:avLst/>
            <a:gdLst>
              <a:gd name="T0" fmla="*/ 0 w 2"/>
              <a:gd name="T1" fmla="*/ 0 h 8300"/>
              <a:gd name="T2" fmla="*/ 2147483646 w 2"/>
              <a:gd name="T3" fmla="*/ 2147483646 h 8300"/>
              <a:gd name="T4" fmla="*/ 2147483646 w 2"/>
              <a:gd name="T5" fmla="*/ 2147483646 h 8300"/>
              <a:gd name="T6" fmla="*/ 0 60000 65536"/>
              <a:gd name="T7" fmla="*/ 0 60000 65536"/>
              <a:gd name="T8" fmla="*/ 0 60000 65536"/>
              <a:gd name="T9" fmla="*/ 0 w 2"/>
              <a:gd name="T10" fmla="*/ 0 h 8300"/>
              <a:gd name="T11" fmla="*/ 2 w 2"/>
              <a:gd name="T12" fmla="*/ 8300 h 8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" h="8300">
                <a:moveTo>
                  <a:pt x="0" y="0"/>
                </a:moveTo>
                <a:lnTo>
                  <a:pt x="1" y="8300"/>
                </a:lnTo>
                <a:lnTo>
                  <a:pt x="2" y="8300"/>
                </a:lnTo>
              </a:path>
            </a:pathLst>
          </a:custGeom>
          <a:noFill/>
          <a:ln w="95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Freeform 46"/>
          <p:cNvSpPr>
            <a:spLocks noChangeArrowheads="1"/>
          </p:cNvSpPr>
          <p:nvPr/>
        </p:nvSpPr>
        <p:spPr bwMode="auto">
          <a:xfrm>
            <a:off x="3040695" y="2628899"/>
            <a:ext cx="3175" cy="2290763"/>
          </a:xfrm>
          <a:custGeom>
            <a:avLst/>
            <a:gdLst>
              <a:gd name="T0" fmla="*/ 0 w 6"/>
              <a:gd name="T1" fmla="*/ 0 h 7223"/>
              <a:gd name="T2" fmla="*/ 2147483646 w 6"/>
              <a:gd name="T3" fmla="*/ 2147483646 h 7223"/>
              <a:gd name="T4" fmla="*/ 2147483646 w 6"/>
              <a:gd name="T5" fmla="*/ 2147483646 h 7223"/>
              <a:gd name="T6" fmla="*/ 0 60000 65536"/>
              <a:gd name="T7" fmla="*/ 0 60000 65536"/>
              <a:gd name="T8" fmla="*/ 0 60000 65536"/>
              <a:gd name="T9" fmla="*/ 0 w 6"/>
              <a:gd name="T10" fmla="*/ 0 h 7223"/>
              <a:gd name="T11" fmla="*/ 6 w 6"/>
              <a:gd name="T12" fmla="*/ 7223 h 722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" h="7223">
                <a:moveTo>
                  <a:pt x="0" y="0"/>
                </a:moveTo>
                <a:lnTo>
                  <a:pt x="5" y="7223"/>
                </a:lnTo>
                <a:lnTo>
                  <a:pt x="6" y="7223"/>
                </a:lnTo>
              </a:path>
            </a:pathLst>
          </a:custGeom>
          <a:noFill/>
          <a:ln w="95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3" name="Group 47"/>
          <p:cNvGrpSpPr/>
          <p:nvPr/>
        </p:nvGrpSpPr>
        <p:grpSpPr bwMode="auto">
          <a:xfrm>
            <a:off x="918208" y="1650999"/>
            <a:ext cx="822325" cy="1274763"/>
            <a:chOff x="637" y="1301"/>
            <a:chExt cx="518" cy="803"/>
          </a:xfrm>
        </p:grpSpPr>
        <p:sp>
          <p:nvSpPr>
            <p:cNvPr id="64" name="Freeform 48"/>
            <p:cNvSpPr>
              <a:spLocks noChangeArrowheads="1"/>
            </p:cNvSpPr>
            <p:nvPr/>
          </p:nvSpPr>
          <p:spPr bwMode="auto">
            <a:xfrm>
              <a:off x="637" y="1535"/>
              <a:ext cx="511" cy="569"/>
            </a:xfrm>
            <a:custGeom>
              <a:avLst/>
              <a:gdLst>
                <a:gd name="T0" fmla="*/ 0 w 2564"/>
                <a:gd name="T1" fmla="*/ 0 h 2850"/>
                <a:gd name="T2" fmla="*/ 0 w 2564"/>
                <a:gd name="T3" fmla="*/ 0 h 2850"/>
                <a:gd name="T4" fmla="*/ 0 w 2564"/>
                <a:gd name="T5" fmla="*/ 0 h 2850"/>
                <a:gd name="T6" fmla="*/ 0 w 2564"/>
                <a:gd name="T7" fmla="*/ 0 h 2850"/>
                <a:gd name="T8" fmla="*/ 0 w 2564"/>
                <a:gd name="T9" fmla="*/ 0 h 2850"/>
                <a:gd name="T10" fmla="*/ 0 w 2564"/>
                <a:gd name="T11" fmla="*/ 0 h 2850"/>
                <a:gd name="T12" fmla="*/ 0 w 2564"/>
                <a:gd name="T13" fmla="*/ 0 h 2850"/>
                <a:gd name="T14" fmla="*/ 0 w 2564"/>
                <a:gd name="T15" fmla="*/ 0 h 2850"/>
                <a:gd name="T16" fmla="*/ 0 w 2564"/>
                <a:gd name="T17" fmla="*/ 0 h 2850"/>
                <a:gd name="T18" fmla="*/ 0 w 2564"/>
                <a:gd name="T19" fmla="*/ 0 h 2850"/>
                <a:gd name="T20" fmla="*/ 0 w 2564"/>
                <a:gd name="T21" fmla="*/ 0 h 2850"/>
                <a:gd name="T22" fmla="*/ 0 w 2564"/>
                <a:gd name="T23" fmla="*/ 0 h 2850"/>
                <a:gd name="T24" fmla="*/ 0 w 2564"/>
                <a:gd name="T25" fmla="*/ 0 h 2850"/>
                <a:gd name="T26" fmla="*/ 0 w 2564"/>
                <a:gd name="T27" fmla="*/ 0 h 2850"/>
                <a:gd name="T28" fmla="*/ 0 w 2564"/>
                <a:gd name="T29" fmla="*/ 0 h 2850"/>
                <a:gd name="T30" fmla="*/ 0 w 2564"/>
                <a:gd name="T31" fmla="*/ 0 h 28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564"/>
                <a:gd name="T49" fmla="*/ 0 h 2850"/>
                <a:gd name="T50" fmla="*/ 2564 w 2564"/>
                <a:gd name="T51" fmla="*/ 2850 h 28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564" h="2850">
                  <a:moveTo>
                    <a:pt x="2564" y="0"/>
                  </a:moveTo>
                  <a:lnTo>
                    <a:pt x="2454" y="272"/>
                  </a:lnTo>
                  <a:lnTo>
                    <a:pt x="2293" y="526"/>
                  </a:lnTo>
                  <a:lnTo>
                    <a:pt x="2100" y="772"/>
                  </a:lnTo>
                  <a:lnTo>
                    <a:pt x="1886" y="1015"/>
                  </a:lnTo>
                  <a:lnTo>
                    <a:pt x="1432" y="1488"/>
                  </a:lnTo>
                  <a:lnTo>
                    <a:pt x="987" y="1924"/>
                  </a:lnTo>
                  <a:lnTo>
                    <a:pt x="776" y="2125"/>
                  </a:lnTo>
                  <a:lnTo>
                    <a:pt x="570" y="2319"/>
                  </a:lnTo>
                  <a:lnTo>
                    <a:pt x="383" y="2493"/>
                  </a:lnTo>
                  <a:lnTo>
                    <a:pt x="228" y="2638"/>
                  </a:lnTo>
                  <a:lnTo>
                    <a:pt x="135" y="2725"/>
                  </a:lnTo>
                  <a:lnTo>
                    <a:pt x="60" y="2792"/>
                  </a:lnTo>
                  <a:lnTo>
                    <a:pt x="14" y="2835"/>
                  </a:lnTo>
                  <a:lnTo>
                    <a:pt x="0" y="2850"/>
                  </a:lnTo>
                  <a:lnTo>
                    <a:pt x="1" y="2850"/>
                  </a:lnTo>
                </a:path>
              </a:pathLst>
            </a:custGeom>
            <a:noFill/>
            <a:ln w="571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49"/>
            <p:cNvSpPr>
              <a:spLocks noChangeArrowheads="1"/>
            </p:cNvSpPr>
            <p:nvPr/>
          </p:nvSpPr>
          <p:spPr bwMode="auto">
            <a:xfrm>
              <a:off x="1059" y="1301"/>
              <a:ext cx="96" cy="234"/>
            </a:xfrm>
            <a:custGeom>
              <a:avLst/>
              <a:gdLst>
                <a:gd name="T0" fmla="*/ 0 w 477"/>
                <a:gd name="T1" fmla="*/ 0 h 1173"/>
                <a:gd name="T2" fmla="*/ 0 w 477"/>
                <a:gd name="T3" fmla="*/ 0 h 1173"/>
                <a:gd name="T4" fmla="*/ 0 w 477"/>
                <a:gd name="T5" fmla="*/ 0 h 1173"/>
                <a:gd name="T6" fmla="*/ 0 w 477"/>
                <a:gd name="T7" fmla="*/ 0 h 1173"/>
                <a:gd name="T8" fmla="*/ 0 w 477"/>
                <a:gd name="T9" fmla="*/ 0 h 1173"/>
                <a:gd name="T10" fmla="*/ 0 w 477"/>
                <a:gd name="T11" fmla="*/ 0 h 1173"/>
                <a:gd name="T12" fmla="*/ 0 w 477"/>
                <a:gd name="T13" fmla="*/ 0 h 1173"/>
                <a:gd name="T14" fmla="*/ 0 w 477"/>
                <a:gd name="T15" fmla="*/ 0 h 1173"/>
                <a:gd name="T16" fmla="*/ 0 w 477"/>
                <a:gd name="T17" fmla="*/ 0 h 1173"/>
                <a:gd name="T18" fmla="*/ 0 w 477"/>
                <a:gd name="T19" fmla="*/ 0 h 117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77"/>
                <a:gd name="T31" fmla="*/ 0 h 1173"/>
                <a:gd name="T32" fmla="*/ 477 w 477"/>
                <a:gd name="T33" fmla="*/ 1173 h 117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77" h="1173">
                  <a:moveTo>
                    <a:pt x="0" y="0"/>
                  </a:moveTo>
                  <a:lnTo>
                    <a:pt x="19" y="22"/>
                  </a:lnTo>
                  <a:lnTo>
                    <a:pt x="75" y="92"/>
                  </a:lnTo>
                  <a:lnTo>
                    <a:pt x="160" y="204"/>
                  </a:lnTo>
                  <a:lnTo>
                    <a:pt x="260" y="348"/>
                  </a:lnTo>
                  <a:lnTo>
                    <a:pt x="354" y="512"/>
                  </a:lnTo>
                  <a:lnTo>
                    <a:pt x="437" y="709"/>
                  </a:lnTo>
                  <a:lnTo>
                    <a:pt x="477" y="933"/>
                  </a:lnTo>
                  <a:lnTo>
                    <a:pt x="450" y="1173"/>
                  </a:lnTo>
                  <a:lnTo>
                    <a:pt x="451" y="1173"/>
                  </a:lnTo>
                </a:path>
              </a:pathLst>
            </a:custGeom>
            <a:noFill/>
            <a:ln w="571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6" name="Group 50"/>
          <p:cNvGrpSpPr/>
          <p:nvPr/>
        </p:nvGrpSpPr>
        <p:grpSpPr bwMode="auto">
          <a:xfrm>
            <a:off x="1229358" y="4384674"/>
            <a:ext cx="2735262" cy="1076325"/>
            <a:chOff x="833" y="3023"/>
            <a:chExt cx="1723" cy="678"/>
          </a:xfrm>
        </p:grpSpPr>
        <p:sp>
          <p:nvSpPr>
            <p:cNvPr id="67" name="Freeform 51"/>
            <p:cNvSpPr>
              <a:spLocks noChangeArrowheads="1"/>
            </p:cNvSpPr>
            <p:nvPr/>
          </p:nvSpPr>
          <p:spPr bwMode="auto">
            <a:xfrm>
              <a:off x="833" y="3023"/>
              <a:ext cx="1250" cy="2"/>
            </a:xfrm>
            <a:custGeom>
              <a:avLst/>
              <a:gdLst>
                <a:gd name="T0" fmla="*/ 0 w 6254"/>
                <a:gd name="T1" fmla="*/ 0 h 2"/>
                <a:gd name="T2" fmla="*/ 0 w 6254"/>
                <a:gd name="T3" fmla="*/ 0 h 2"/>
                <a:gd name="T4" fmla="*/ 0 w 6254"/>
                <a:gd name="T5" fmla="*/ 0 h 2"/>
                <a:gd name="T6" fmla="*/ 0 60000 65536"/>
                <a:gd name="T7" fmla="*/ 0 60000 65536"/>
                <a:gd name="T8" fmla="*/ 0 60000 65536"/>
                <a:gd name="T9" fmla="*/ 0 w 6254"/>
                <a:gd name="T10" fmla="*/ 0 h 2"/>
                <a:gd name="T11" fmla="*/ 6254 w 6254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54" h="2">
                  <a:moveTo>
                    <a:pt x="0" y="0"/>
                  </a:moveTo>
                  <a:lnTo>
                    <a:pt x="6253" y="0"/>
                  </a:lnTo>
                  <a:lnTo>
                    <a:pt x="6254" y="0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52"/>
            <p:cNvSpPr>
              <a:spLocks noChangeArrowheads="1"/>
            </p:cNvSpPr>
            <p:nvPr/>
          </p:nvSpPr>
          <p:spPr bwMode="auto">
            <a:xfrm>
              <a:off x="833" y="3699"/>
              <a:ext cx="1250" cy="2"/>
            </a:xfrm>
            <a:custGeom>
              <a:avLst/>
              <a:gdLst>
                <a:gd name="T0" fmla="*/ 0 w 6254"/>
                <a:gd name="T1" fmla="*/ 0 h 2"/>
                <a:gd name="T2" fmla="*/ 0 w 6254"/>
                <a:gd name="T3" fmla="*/ 0 h 2"/>
                <a:gd name="T4" fmla="*/ 0 w 6254"/>
                <a:gd name="T5" fmla="*/ 0 h 2"/>
                <a:gd name="T6" fmla="*/ 0 60000 65536"/>
                <a:gd name="T7" fmla="*/ 0 60000 65536"/>
                <a:gd name="T8" fmla="*/ 0 60000 65536"/>
                <a:gd name="T9" fmla="*/ 0 w 6254"/>
                <a:gd name="T10" fmla="*/ 0 h 2"/>
                <a:gd name="T11" fmla="*/ 6254 w 6254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54" h="2">
                  <a:moveTo>
                    <a:pt x="0" y="0"/>
                  </a:moveTo>
                  <a:lnTo>
                    <a:pt x="6253" y="0"/>
                  </a:lnTo>
                  <a:lnTo>
                    <a:pt x="6254" y="0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53"/>
            <p:cNvSpPr>
              <a:spLocks noChangeArrowheads="1"/>
            </p:cNvSpPr>
            <p:nvPr/>
          </p:nvSpPr>
          <p:spPr bwMode="auto">
            <a:xfrm>
              <a:off x="2132" y="3023"/>
              <a:ext cx="424" cy="2"/>
            </a:xfrm>
            <a:custGeom>
              <a:avLst/>
              <a:gdLst>
                <a:gd name="T0" fmla="*/ 0 w 2117"/>
                <a:gd name="T1" fmla="*/ 0 h 2"/>
                <a:gd name="T2" fmla="*/ 0 w 2117"/>
                <a:gd name="T3" fmla="*/ 0 h 2"/>
                <a:gd name="T4" fmla="*/ 0 w 2117"/>
                <a:gd name="T5" fmla="*/ 0 h 2"/>
                <a:gd name="T6" fmla="*/ 0 60000 65536"/>
                <a:gd name="T7" fmla="*/ 0 60000 65536"/>
                <a:gd name="T8" fmla="*/ 0 60000 65536"/>
                <a:gd name="T9" fmla="*/ 0 w 2117"/>
                <a:gd name="T10" fmla="*/ 0 h 2"/>
                <a:gd name="T11" fmla="*/ 2117 w 2117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7" h="2">
                  <a:moveTo>
                    <a:pt x="0" y="0"/>
                  </a:moveTo>
                  <a:lnTo>
                    <a:pt x="2116" y="0"/>
                  </a:lnTo>
                  <a:lnTo>
                    <a:pt x="2117" y="0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54"/>
            <p:cNvSpPr>
              <a:spLocks noChangeArrowheads="1"/>
            </p:cNvSpPr>
            <p:nvPr/>
          </p:nvSpPr>
          <p:spPr bwMode="auto">
            <a:xfrm>
              <a:off x="2295" y="3360"/>
              <a:ext cx="261" cy="2"/>
            </a:xfrm>
            <a:custGeom>
              <a:avLst/>
              <a:gdLst>
                <a:gd name="T0" fmla="*/ 0 w 1303"/>
                <a:gd name="T1" fmla="*/ 0 h 2"/>
                <a:gd name="T2" fmla="*/ 0 w 1303"/>
                <a:gd name="T3" fmla="*/ 0 h 2"/>
                <a:gd name="T4" fmla="*/ 0 w 1303"/>
                <a:gd name="T5" fmla="*/ 0 h 2"/>
                <a:gd name="T6" fmla="*/ 0 60000 65536"/>
                <a:gd name="T7" fmla="*/ 0 60000 65536"/>
                <a:gd name="T8" fmla="*/ 0 60000 65536"/>
                <a:gd name="T9" fmla="*/ 0 w 1303"/>
                <a:gd name="T10" fmla="*/ 0 h 2"/>
                <a:gd name="T11" fmla="*/ 1303 w 1303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03" h="2">
                  <a:moveTo>
                    <a:pt x="0" y="0"/>
                  </a:moveTo>
                  <a:lnTo>
                    <a:pt x="1302" y="0"/>
                  </a:lnTo>
                  <a:lnTo>
                    <a:pt x="1303" y="0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55"/>
            <p:cNvSpPr>
              <a:spLocks noChangeArrowheads="1"/>
            </p:cNvSpPr>
            <p:nvPr/>
          </p:nvSpPr>
          <p:spPr bwMode="auto">
            <a:xfrm>
              <a:off x="2455" y="3103"/>
              <a:ext cx="2" cy="177"/>
            </a:xfrm>
            <a:custGeom>
              <a:avLst/>
              <a:gdLst>
                <a:gd name="T0" fmla="*/ 0 w 1"/>
                <a:gd name="T1" fmla="*/ 0 h 888"/>
                <a:gd name="T2" fmla="*/ 0 w 1"/>
                <a:gd name="T3" fmla="*/ 0 h 888"/>
                <a:gd name="T4" fmla="*/ 256 w 1"/>
                <a:gd name="T5" fmla="*/ 0 h 888"/>
                <a:gd name="T6" fmla="*/ 0 60000 65536"/>
                <a:gd name="T7" fmla="*/ 0 60000 65536"/>
                <a:gd name="T8" fmla="*/ 0 60000 65536"/>
                <a:gd name="T9" fmla="*/ 0 w 1"/>
                <a:gd name="T10" fmla="*/ 0 h 888"/>
                <a:gd name="T11" fmla="*/ 1 w 1"/>
                <a:gd name="T12" fmla="*/ 888 h 8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88">
                  <a:moveTo>
                    <a:pt x="0" y="0"/>
                  </a:moveTo>
                  <a:lnTo>
                    <a:pt x="0" y="888"/>
                  </a:lnTo>
                  <a:lnTo>
                    <a:pt x="1" y="888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56"/>
            <p:cNvSpPr>
              <a:spLocks noChangeArrowheads="1"/>
            </p:cNvSpPr>
            <p:nvPr/>
          </p:nvSpPr>
          <p:spPr bwMode="auto">
            <a:xfrm>
              <a:off x="2442" y="3023"/>
              <a:ext cx="26" cy="80"/>
            </a:xfrm>
            <a:custGeom>
              <a:avLst/>
              <a:gdLst>
                <a:gd name="T0" fmla="*/ 0 w 134"/>
                <a:gd name="T1" fmla="*/ 0 h 403"/>
                <a:gd name="T2" fmla="*/ 0 w 134"/>
                <a:gd name="T3" fmla="*/ 0 h 403"/>
                <a:gd name="T4" fmla="*/ 0 w 134"/>
                <a:gd name="T5" fmla="*/ 0 h 403"/>
                <a:gd name="T6" fmla="*/ 0 w 134"/>
                <a:gd name="T7" fmla="*/ 0 h 40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"/>
                <a:gd name="T13" fmla="*/ 0 h 403"/>
                <a:gd name="T14" fmla="*/ 134 w 134"/>
                <a:gd name="T15" fmla="*/ 403 h 40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" h="403">
                  <a:moveTo>
                    <a:pt x="0" y="403"/>
                  </a:moveTo>
                  <a:lnTo>
                    <a:pt x="134" y="403"/>
                  </a:lnTo>
                  <a:lnTo>
                    <a:pt x="67" y="0"/>
                  </a:lnTo>
                  <a:lnTo>
                    <a:pt x="0" y="403"/>
                  </a:lnTo>
                  <a:close/>
                </a:path>
              </a:pathLst>
            </a:custGeom>
            <a:solidFill>
              <a:srgbClr val="0000FF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57"/>
            <p:cNvSpPr>
              <a:spLocks noChangeArrowheads="1"/>
            </p:cNvSpPr>
            <p:nvPr/>
          </p:nvSpPr>
          <p:spPr bwMode="auto">
            <a:xfrm>
              <a:off x="2442" y="3023"/>
              <a:ext cx="26" cy="80"/>
            </a:xfrm>
            <a:custGeom>
              <a:avLst/>
              <a:gdLst>
                <a:gd name="T0" fmla="*/ 0 w 134"/>
                <a:gd name="T1" fmla="*/ 0 h 403"/>
                <a:gd name="T2" fmla="*/ 0 w 134"/>
                <a:gd name="T3" fmla="*/ 0 h 403"/>
                <a:gd name="T4" fmla="*/ 0 w 134"/>
                <a:gd name="T5" fmla="*/ 0 h 403"/>
                <a:gd name="T6" fmla="*/ 0 w 134"/>
                <a:gd name="T7" fmla="*/ 0 h 40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"/>
                <a:gd name="T13" fmla="*/ 0 h 403"/>
                <a:gd name="T14" fmla="*/ 134 w 134"/>
                <a:gd name="T15" fmla="*/ 403 h 40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" h="403">
                  <a:moveTo>
                    <a:pt x="0" y="403"/>
                  </a:moveTo>
                  <a:lnTo>
                    <a:pt x="134" y="403"/>
                  </a:lnTo>
                  <a:lnTo>
                    <a:pt x="67" y="0"/>
                  </a:lnTo>
                  <a:lnTo>
                    <a:pt x="0" y="403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58"/>
            <p:cNvSpPr>
              <a:spLocks noChangeArrowheads="1"/>
            </p:cNvSpPr>
            <p:nvPr/>
          </p:nvSpPr>
          <p:spPr bwMode="auto">
            <a:xfrm>
              <a:off x="2442" y="3280"/>
              <a:ext cx="26" cy="80"/>
            </a:xfrm>
            <a:custGeom>
              <a:avLst/>
              <a:gdLst>
                <a:gd name="T0" fmla="*/ 0 w 134"/>
                <a:gd name="T1" fmla="*/ 0 h 402"/>
                <a:gd name="T2" fmla="*/ 0 w 134"/>
                <a:gd name="T3" fmla="*/ 0 h 402"/>
                <a:gd name="T4" fmla="*/ 0 w 134"/>
                <a:gd name="T5" fmla="*/ 0 h 402"/>
                <a:gd name="T6" fmla="*/ 0 w 134"/>
                <a:gd name="T7" fmla="*/ 0 h 40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"/>
                <a:gd name="T13" fmla="*/ 0 h 402"/>
                <a:gd name="T14" fmla="*/ 134 w 134"/>
                <a:gd name="T15" fmla="*/ 402 h 40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" h="402">
                  <a:moveTo>
                    <a:pt x="0" y="0"/>
                  </a:moveTo>
                  <a:lnTo>
                    <a:pt x="134" y="0"/>
                  </a:lnTo>
                  <a:lnTo>
                    <a:pt x="67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59"/>
            <p:cNvSpPr>
              <a:spLocks noChangeArrowheads="1"/>
            </p:cNvSpPr>
            <p:nvPr/>
          </p:nvSpPr>
          <p:spPr bwMode="auto">
            <a:xfrm>
              <a:off x="2442" y="3280"/>
              <a:ext cx="26" cy="80"/>
            </a:xfrm>
            <a:custGeom>
              <a:avLst/>
              <a:gdLst>
                <a:gd name="T0" fmla="*/ 0 w 134"/>
                <a:gd name="T1" fmla="*/ 0 h 402"/>
                <a:gd name="T2" fmla="*/ 0 w 134"/>
                <a:gd name="T3" fmla="*/ 0 h 402"/>
                <a:gd name="T4" fmla="*/ 0 w 134"/>
                <a:gd name="T5" fmla="*/ 0 h 402"/>
                <a:gd name="T6" fmla="*/ 0 w 134"/>
                <a:gd name="T7" fmla="*/ 0 h 40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"/>
                <a:gd name="T13" fmla="*/ 0 h 402"/>
                <a:gd name="T14" fmla="*/ 134 w 134"/>
                <a:gd name="T15" fmla="*/ 402 h 40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" h="402">
                  <a:moveTo>
                    <a:pt x="0" y="0"/>
                  </a:moveTo>
                  <a:lnTo>
                    <a:pt x="134" y="0"/>
                  </a:lnTo>
                  <a:lnTo>
                    <a:pt x="67" y="40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60"/>
            <p:cNvSpPr>
              <a:spLocks noChangeArrowheads="1"/>
            </p:cNvSpPr>
            <p:nvPr/>
          </p:nvSpPr>
          <p:spPr bwMode="auto">
            <a:xfrm>
              <a:off x="2132" y="3699"/>
              <a:ext cx="424" cy="2"/>
            </a:xfrm>
            <a:custGeom>
              <a:avLst/>
              <a:gdLst>
                <a:gd name="T0" fmla="*/ 0 w 2117"/>
                <a:gd name="T1" fmla="*/ 0 h 2"/>
                <a:gd name="T2" fmla="*/ 0 w 2117"/>
                <a:gd name="T3" fmla="*/ 0 h 2"/>
                <a:gd name="T4" fmla="*/ 0 w 2117"/>
                <a:gd name="T5" fmla="*/ 0 h 2"/>
                <a:gd name="T6" fmla="*/ 0 60000 65536"/>
                <a:gd name="T7" fmla="*/ 0 60000 65536"/>
                <a:gd name="T8" fmla="*/ 0 60000 65536"/>
                <a:gd name="T9" fmla="*/ 0 w 2117"/>
                <a:gd name="T10" fmla="*/ 0 h 2"/>
                <a:gd name="T11" fmla="*/ 2117 w 2117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7" h="2">
                  <a:moveTo>
                    <a:pt x="0" y="0"/>
                  </a:moveTo>
                  <a:lnTo>
                    <a:pt x="2116" y="0"/>
                  </a:lnTo>
                  <a:lnTo>
                    <a:pt x="2117" y="0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61"/>
            <p:cNvSpPr>
              <a:spLocks noChangeArrowheads="1"/>
            </p:cNvSpPr>
            <p:nvPr/>
          </p:nvSpPr>
          <p:spPr bwMode="auto">
            <a:xfrm>
              <a:off x="2455" y="3440"/>
              <a:ext cx="2" cy="178"/>
            </a:xfrm>
            <a:custGeom>
              <a:avLst/>
              <a:gdLst>
                <a:gd name="T0" fmla="*/ 0 w 1"/>
                <a:gd name="T1" fmla="*/ 0 h 889"/>
                <a:gd name="T2" fmla="*/ 0 w 1"/>
                <a:gd name="T3" fmla="*/ 0 h 889"/>
                <a:gd name="T4" fmla="*/ 256 w 1"/>
                <a:gd name="T5" fmla="*/ 0 h 889"/>
                <a:gd name="T6" fmla="*/ 0 60000 65536"/>
                <a:gd name="T7" fmla="*/ 0 60000 65536"/>
                <a:gd name="T8" fmla="*/ 0 60000 65536"/>
                <a:gd name="T9" fmla="*/ 0 w 1"/>
                <a:gd name="T10" fmla="*/ 0 h 889"/>
                <a:gd name="T11" fmla="*/ 1 w 1"/>
                <a:gd name="T12" fmla="*/ 889 h 8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89">
                  <a:moveTo>
                    <a:pt x="0" y="0"/>
                  </a:moveTo>
                  <a:lnTo>
                    <a:pt x="0" y="889"/>
                  </a:lnTo>
                  <a:lnTo>
                    <a:pt x="1" y="889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62"/>
            <p:cNvSpPr>
              <a:spLocks noChangeArrowheads="1"/>
            </p:cNvSpPr>
            <p:nvPr/>
          </p:nvSpPr>
          <p:spPr bwMode="auto">
            <a:xfrm>
              <a:off x="2442" y="3360"/>
              <a:ext cx="26" cy="80"/>
            </a:xfrm>
            <a:custGeom>
              <a:avLst/>
              <a:gdLst>
                <a:gd name="T0" fmla="*/ 0 w 134"/>
                <a:gd name="T1" fmla="*/ 0 h 402"/>
                <a:gd name="T2" fmla="*/ 0 w 134"/>
                <a:gd name="T3" fmla="*/ 0 h 402"/>
                <a:gd name="T4" fmla="*/ 0 w 134"/>
                <a:gd name="T5" fmla="*/ 0 h 402"/>
                <a:gd name="T6" fmla="*/ 0 w 134"/>
                <a:gd name="T7" fmla="*/ 0 h 40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"/>
                <a:gd name="T13" fmla="*/ 0 h 402"/>
                <a:gd name="T14" fmla="*/ 134 w 134"/>
                <a:gd name="T15" fmla="*/ 402 h 40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" h="402">
                  <a:moveTo>
                    <a:pt x="0" y="402"/>
                  </a:moveTo>
                  <a:lnTo>
                    <a:pt x="134" y="402"/>
                  </a:lnTo>
                  <a:lnTo>
                    <a:pt x="67" y="0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rgbClr val="0000FF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63"/>
            <p:cNvSpPr>
              <a:spLocks noChangeArrowheads="1"/>
            </p:cNvSpPr>
            <p:nvPr/>
          </p:nvSpPr>
          <p:spPr bwMode="auto">
            <a:xfrm>
              <a:off x="2442" y="3360"/>
              <a:ext cx="26" cy="80"/>
            </a:xfrm>
            <a:custGeom>
              <a:avLst/>
              <a:gdLst>
                <a:gd name="T0" fmla="*/ 0 w 134"/>
                <a:gd name="T1" fmla="*/ 0 h 402"/>
                <a:gd name="T2" fmla="*/ 0 w 134"/>
                <a:gd name="T3" fmla="*/ 0 h 402"/>
                <a:gd name="T4" fmla="*/ 0 w 134"/>
                <a:gd name="T5" fmla="*/ 0 h 402"/>
                <a:gd name="T6" fmla="*/ 0 w 134"/>
                <a:gd name="T7" fmla="*/ 0 h 40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"/>
                <a:gd name="T13" fmla="*/ 0 h 402"/>
                <a:gd name="T14" fmla="*/ 134 w 134"/>
                <a:gd name="T15" fmla="*/ 402 h 40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" h="402">
                  <a:moveTo>
                    <a:pt x="0" y="402"/>
                  </a:moveTo>
                  <a:lnTo>
                    <a:pt x="134" y="402"/>
                  </a:lnTo>
                  <a:lnTo>
                    <a:pt x="67" y="0"/>
                  </a:lnTo>
                  <a:lnTo>
                    <a:pt x="0" y="402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64"/>
            <p:cNvSpPr>
              <a:spLocks noChangeArrowheads="1"/>
            </p:cNvSpPr>
            <p:nvPr/>
          </p:nvSpPr>
          <p:spPr bwMode="auto">
            <a:xfrm>
              <a:off x="2442" y="3618"/>
              <a:ext cx="26" cy="81"/>
            </a:xfrm>
            <a:custGeom>
              <a:avLst/>
              <a:gdLst>
                <a:gd name="T0" fmla="*/ 0 w 134"/>
                <a:gd name="T1" fmla="*/ 0 h 402"/>
                <a:gd name="T2" fmla="*/ 0 w 134"/>
                <a:gd name="T3" fmla="*/ 0 h 402"/>
                <a:gd name="T4" fmla="*/ 0 w 134"/>
                <a:gd name="T5" fmla="*/ 0 h 402"/>
                <a:gd name="T6" fmla="*/ 0 w 134"/>
                <a:gd name="T7" fmla="*/ 0 h 40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"/>
                <a:gd name="T13" fmla="*/ 0 h 402"/>
                <a:gd name="T14" fmla="*/ 134 w 134"/>
                <a:gd name="T15" fmla="*/ 402 h 40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" h="402">
                  <a:moveTo>
                    <a:pt x="0" y="0"/>
                  </a:moveTo>
                  <a:lnTo>
                    <a:pt x="134" y="0"/>
                  </a:lnTo>
                  <a:lnTo>
                    <a:pt x="67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65"/>
            <p:cNvSpPr>
              <a:spLocks noChangeArrowheads="1"/>
            </p:cNvSpPr>
            <p:nvPr/>
          </p:nvSpPr>
          <p:spPr bwMode="auto">
            <a:xfrm>
              <a:off x="2442" y="3618"/>
              <a:ext cx="26" cy="81"/>
            </a:xfrm>
            <a:custGeom>
              <a:avLst/>
              <a:gdLst>
                <a:gd name="T0" fmla="*/ 0 w 134"/>
                <a:gd name="T1" fmla="*/ 0 h 402"/>
                <a:gd name="T2" fmla="*/ 0 w 134"/>
                <a:gd name="T3" fmla="*/ 0 h 402"/>
                <a:gd name="T4" fmla="*/ 0 w 134"/>
                <a:gd name="T5" fmla="*/ 0 h 402"/>
                <a:gd name="T6" fmla="*/ 0 w 134"/>
                <a:gd name="T7" fmla="*/ 0 h 40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"/>
                <a:gd name="T13" fmla="*/ 0 h 402"/>
                <a:gd name="T14" fmla="*/ 134 w 134"/>
                <a:gd name="T15" fmla="*/ 402 h 40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" h="402">
                  <a:moveTo>
                    <a:pt x="0" y="0"/>
                  </a:moveTo>
                  <a:lnTo>
                    <a:pt x="134" y="0"/>
                  </a:lnTo>
                  <a:lnTo>
                    <a:pt x="67" y="40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Box 66"/>
            <p:cNvSpPr txBox="1">
              <a:spLocks noChangeArrowheads="1"/>
            </p:cNvSpPr>
            <p:nvPr/>
          </p:nvSpPr>
          <p:spPr bwMode="auto">
            <a:xfrm rot="-5400000">
              <a:off x="2246" y="3070"/>
              <a:ext cx="1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</a:p>
          </p:txBody>
        </p:sp>
        <p:sp>
          <p:nvSpPr>
            <p:cNvPr id="83" name="Text Box 67"/>
            <p:cNvSpPr txBox="1">
              <a:spLocks noChangeArrowheads="1"/>
            </p:cNvSpPr>
            <p:nvPr/>
          </p:nvSpPr>
          <p:spPr bwMode="auto">
            <a:xfrm rot="-5400000">
              <a:off x="2246" y="3406"/>
              <a:ext cx="14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</a:p>
          </p:txBody>
        </p:sp>
      </p:grpSp>
      <p:grpSp>
        <p:nvGrpSpPr>
          <p:cNvPr id="84" name="Group 68"/>
          <p:cNvGrpSpPr/>
          <p:nvPr/>
        </p:nvGrpSpPr>
        <p:grpSpPr bwMode="auto">
          <a:xfrm>
            <a:off x="1659570" y="1643062"/>
            <a:ext cx="457200" cy="3814762"/>
            <a:chOff x="1104" y="1296"/>
            <a:chExt cx="288" cy="2403"/>
          </a:xfrm>
        </p:grpSpPr>
        <p:sp>
          <p:nvSpPr>
            <p:cNvPr id="85" name="Freeform 69"/>
            <p:cNvSpPr>
              <a:spLocks noChangeArrowheads="1"/>
            </p:cNvSpPr>
            <p:nvPr/>
          </p:nvSpPr>
          <p:spPr bwMode="auto">
            <a:xfrm>
              <a:off x="1154" y="1487"/>
              <a:ext cx="2" cy="2212"/>
            </a:xfrm>
            <a:custGeom>
              <a:avLst/>
              <a:gdLst>
                <a:gd name="T0" fmla="*/ 0 w 1"/>
                <a:gd name="T1" fmla="*/ 0 h 11076"/>
                <a:gd name="T2" fmla="*/ 0 w 1"/>
                <a:gd name="T3" fmla="*/ 0 h 11076"/>
                <a:gd name="T4" fmla="*/ 256 w 1"/>
                <a:gd name="T5" fmla="*/ 0 h 11076"/>
                <a:gd name="T6" fmla="*/ 0 60000 65536"/>
                <a:gd name="T7" fmla="*/ 0 60000 65536"/>
                <a:gd name="T8" fmla="*/ 0 60000 65536"/>
                <a:gd name="T9" fmla="*/ 0 w 1"/>
                <a:gd name="T10" fmla="*/ 0 h 11076"/>
                <a:gd name="T11" fmla="*/ 1 w 1"/>
                <a:gd name="T12" fmla="*/ 11076 h 110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1076">
                  <a:moveTo>
                    <a:pt x="0" y="0"/>
                  </a:moveTo>
                  <a:lnTo>
                    <a:pt x="0" y="11076"/>
                  </a:lnTo>
                  <a:lnTo>
                    <a:pt x="1" y="11076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70"/>
            <p:cNvSpPr>
              <a:spLocks noChangeArrowheads="1"/>
            </p:cNvSpPr>
            <p:nvPr/>
          </p:nvSpPr>
          <p:spPr bwMode="auto">
            <a:xfrm>
              <a:off x="1122" y="1455"/>
              <a:ext cx="64" cy="64"/>
            </a:xfrm>
            <a:custGeom>
              <a:avLst/>
              <a:gdLst>
                <a:gd name="T0" fmla="*/ 0 w 322"/>
                <a:gd name="T1" fmla="*/ 0 h 322"/>
                <a:gd name="T2" fmla="*/ 0 w 322"/>
                <a:gd name="T3" fmla="*/ 0 h 322"/>
                <a:gd name="T4" fmla="*/ 0 w 322"/>
                <a:gd name="T5" fmla="*/ 0 h 322"/>
                <a:gd name="T6" fmla="*/ 0 w 322"/>
                <a:gd name="T7" fmla="*/ 0 h 322"/>
                <a:gd name="T8" fmla="*/ 0 w 322"/>
                <a:gd name="T9" fmla="*/ 0 h 322"/>
                <a:gd name="T10" fmla="*/ 0 w 322"/>
                <a:gd name="T11" fmla="*/ 0 h 322"/>
                <a:gd name="T12" fmla="*/ 0 w 322"/>
                <a:gd name="T13" fmla="*/ 0 h 322"/>
                <a:gd name="T14" fmla="*/ 0 w 322"/>
                <a:gd name="T15" fmla="*/ 0 h 322"/>
                <a:gd name="T16" fmla="*/ 0 w 322"/>
                <a:gd name="T17" fmla="*/ 0 h 322"/>
                <a:gd name="T18" fmla="*/ 0 w 322"/>
                <a:gd name="T19" fmla="*/ 0 h 3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2"/>
                <a:gd name="T31" fmla="*/ 0 h 322"/>
                <a:gd name="T32" fmla="*/ 322 w 322"/>
                <a:gd name="T33" fmla="*/ 322 h 32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2" h="322">
                  <a:moveTo>
                    <a:pt x="321" y="160"/>
                  </a:moveTo>
                  <a:lnTo>
                    <a:pt x="274" y="47"/>
                  </a:lnTo>
                  <a:lnTo>
                    <a:pt x="161" y="0"/>
                  </a:lnTo>
                  <a:lnTo>
                    <a:pt x="48" y="47"/>
                  </a:lnTo>
                  <a:lnTo>
                    <a:pt x="0" y="160"/>
                  </a:lnTo>
                  <a:lnTo>
                    <a:pt x="48" y="275"/>
                  </a:lnTo>
                  <a:lnTo>
                    <a:pt x="161" y="322"/>
                  </a:lnTo>
                  <a:lnTo>
                    <a:pt x="274" y="275"/>
                  </a:lnTo>
                  <a:lnTo>
                    <a:pt x="321" y="160"/>
                  </a:lnTo>
                  <a:lnTo>
                    <a:pt x="322" y="160"/>
                  </a:lnTo>
                </a:path>
              </a:pathLst>
            </a:cu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 Box 71"/>
            <p:cNvSpPr txBox="1">
              <a:spLocks noChangeArrowheads="1"/>
            </p:cNvSpPr>
            <p:nvPr/>
          </p:nvSpPr>
          <p:spPr bwMode="auto">
            <a:xfrm>
              <a:off x="1104" y="1296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rgbClr val="0000FF"/>
                  </a:solidFill>
                  <a:latin typeface="ISOCP" panose="00000400000000000000" pitchFamily="2" charset="0"/>
                  <a:ea typeface="楷体_GB2312" pitchFamily="49" charset="-122"/>
                </a:rPr>
                <a:t>4' </a:t>
              </a:r>
            </a:p>
          </p:txBody>
        </p:sp>
      </p:grpSp>
      <p:grpSp>
        <p:nvGrpSpPr>
          <p:cNvPr id="88" name="Group 72"/>
          <p:cNvGrpSpPr/>
          <p:nvPr/>
        </p:nvGrpSpPr>
        <p:grpSpPr bwMode="auto">
          <a:xfrm>
            <a:off x="135570" y="1909762"/>
            <a:ext cx="6515100" cy="709612"/>
            <a:chOff x="144" y="1464"/>
            <a:chExt cx="4104" cy="447"/>
          </a:xfrm>
        </p:grpSpPr>
        <p:grpSp>
          <p:nvGrpSpPr>
            <p:cNvPr id="89" name="Group 73"/>
            <p:cNvGrpSpPr/>
            <p:nvPr/>
          </p:nvGrpSpPr>
          <p:grpSpPr bwMode="auto">
            <a:xfrm>
              <a:off x="144" y="1464"/>
              <a:ext cx="4104" cy="271"/>
              <a:chOff x="144" y="1464"/>
              <a:chExt cx="4104" cy="271"/>
            </a:xfrm>
          </p:grpSpPr>
          <p:grpSp>
            <p:nvGrpSpPr>
              <p:cNvPr id="91" name="Group 74"/>
              <p:cNvGrpSpPr/>
              <p:nvPr/>
            </p:nvGrpSpPr>
            <p:grpSpPr bwMode="auto">
              <a:xfrm>
                <a:off x="144" y="1464"/>
                <a:ext cx="4104" cy="262"/>
                <a:chOff x="144" y="1464"/>
                <a:chExt cx="4104" cy="262"/>
              </a:xfrm>
            </p:grpSpPr>
            <p:sp>
              <p:nvSpPr>
                <p:cNvPr id="94" name="Freeform 75"/>
                <p:cNvSpPr>
                  <a:spLocks noChangeArrowheads="1"/>
                </p:cNvSpPr>
                <p:nvPr/>
              </p:nvSpPr>
              <p:spPr bwMode="auto">
                <a:xfrm>
                  <a:off x="144" y="1703"/>
                  <a:ext cx="2062" cy="1"/>
                </a:xfrm>
                <a:custGeom>
                  <a:avLst/>
                  <a:gdLst>
                    <a:gd name="T0" fmla="*/ 0 w 10323"/>
                    <a:gd name="T1" fmla="*/ 0 h 1"/>
                    <a:gd name="T2" fmla="*/ 0 w 10323"/>
                    <a:gd name="T3" fmla="*/ 0 h 1"/>
                    <a:gd name="T4" fmla="*/ 0 w 10323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10323"/>
                    <a:gd name="T10" fmla="*/ 0 h 1"/>
                    <a:gd name="T11" fmla="*/ 10323 w 10323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323" h="1">
                      <a:moveTo>
                        <a:pt x="0" y="0"/>
                      </a:moveTo>
                      <a:lnTo>
                        <a:pt x="10322" y="0"/>
                      </a:lnTo>
                      <a:lnTo>
                        <a:pt x="10323" y="0"/>
                      </a:lnTo>
                    </a:path>
                  </a:pathLst>
                </a:custGeom>
                <a:noFill/>
                <a:ln w="9525">
                  <a:solidFill>
                    <a:srgbClr val="0000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5" name="Freeform 76"/>
                <p:cNvSpPr>
                  <a:spLocks noChangeArrowheads="1"/>
                </p:cNvSpPr>
                <p:nvPr/>
              </p:nvSpPr>
              <p:spPr bwMode="auto">
                <a:xfrm>
                  <a:off x="2391" y="1703"/>
                  <a:ext cx="1710" cy="1"/>
                </a:xfrm>
                <a:custGeom>
                  <a:avLst/>
                  <a:gdLst>
                    <a:gd name="T0" fmla="*/ 0 w 8562"/>
                    <a:gd name="T1" fmla="*/ 0 h 1"/>
                    <a:gd name="T2" fmla="*/ 0 w 8562"/>
                    <a:gd name="T3" fmla="*/ 0 h 1"/>
                    <a:gd name="T4" fmla="*/ 0 w 8562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8562"/>
                    <a:gd name="T10" fmla="*/ 0 h 1"/>
                    <a:gd name="T11" fmla="*/ 8562 w 8562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562" h="1">
                      <a:moveTo>
                        <a:pt x="0" y="0"/>
                      </a:moveTo>
                      <a:lnTo>
                        <a:pt x="8561" y="0"/>
                      </a:lnTo>
                      <a:lnTo>
                        <a:pt x="8562" y="0"/>
                      </a:lnTo>
                    </a:path>
                  </a:pathLst>
                </a:custGeom>
                <a:noFill/>
                <a:ln w="9525">
                  <a:solidFill>
                    <a:srgbClr val="0000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1884" y="1476"/>
                  <a:ext cx="3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000" b="1" i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P</a:t>
                  </a:r>
                  <a:r>
                    <a:rPr lang="en-US" altLang="zh-CN" sz="2000" b="1" i="1" baseline="-25000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V2</a:t>
                  </a:r>
                </a:p>
              </p:txBody>
            </p:sp>
            <p:sp>
              <p:nvSpPr>
                <p:cNvPr id="97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3864" y="1464"/>
                  <a:ext cx="3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000" b="1" i="1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P</a:t>
                  </a:r>
                  <a:r>
                    <a:rPr lang="en-US" altLang="zh-CN" sz="2000" b="1" i="1" baseline="-250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W2</a:t>
                  </a:r>
                </a:p>
              </p:txBody>
            </p:sp>
          </p:grpSp>
          <p:sp>
            <p:nvSpPr>
              <p:cNvPr id="92" name="Freeform 79"/>
              <p:cNvSpPr>
                <a:spLocks noChangeArrowheads="1"/>
              </p:cNvSpPr>
              <p:nvPr/>
            </p:nvSpPr>
            <p:spPr bwMode="auto">
              <a:xfrm>
                <a:off x="3648" y="1671"/>
                <a:ext cx="66" cy="64"/>
              </a:xfrm>
              <a:custGeom>
                <a:avLst/>
                <a:gdLst>
                  <a:gd name="T0" fmla="*/ 0 w 323"/>
                  <a:gd name="T1" fmla="*/ 0 h 322"/>
                  <a:gd name="T2" fmla="*/ 0 w 323"/>
                  <a:gd name="T3" fmla="*/ 0 h 322"/>
                  <a:gd name="T4" fmla="*/ 0 w 323"/>
                  <a:gd name="T5" fmla="*/ 0 h 322"/>
                  <a:gd name="T6" fmla="*/ 0 w 323"/>
                  <a:gd name="T7" fmla="*/ 0 h 322"/>
                  <a:gd name="T8" fmla="*/ 0 w 323"/>
                  <a:gd name="T9" fmla="*/ 0 h 322"/>
                  <a:gd name="T10" fmla="*/ 0 w 323"/>
                  <a:gd name="T11" fmla="*/ 0 h 322"/>
                  <a:gd name="T12" fmla="*/ 0 w 323"/>
                  <a:gd name="T13" fmla="*/ 0 h 322"/>
                  <a:gd name="T14" fmla="*/ 0 w 323"/>
                  <a:gd name="T15" fmla="*/ 0 h 322"/>
                  <a:gd name="T16" fmla="*/ 0 w 323"/>
                  <a:gd name="T17" fmla="*/ 0 h 322"/>
                  <a:gd name="T18" fmla="*/ 0 w 323"/>
                  <a:gd name="T19" fmla="*/ 0 h 32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23"/>
                  <a:gd name="T31" fmla="*/ 0 h 322"/>
                  <a:gd name="T32" fmla="*/ 323 w 323"/>
                  <a:gd name="T33" fmla="*/ 322 h 32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23" h="322">
                    <a:moveTo>
                      <a:pt x="322" y="161"/>
                    </a:moveTo>
                    <a:lnTo>
                      <a:pt x="275" y="47"/>
                    </a:lnTo>
                    <a:lnTo>
                      <a:pt x="162" y="0"/>
                    </a:lnTo>
                    <a:lnTo>
                      <a:pt x="47" y="47"/>
                    </a:lnTo>
                    <a:lnTo>
                      <a:pt x="0" y="161"/>
                    </a:lnTo>
                    <a:lnTo>
                      <a:pt x="47" y="275"/>
                    </a:lnTo>
                    <a:lnTo>
                      <a:pt x="162" y="322"/>
                    </a:lnTo>
                    <a:lnTo>
                      <a:pt x="275" y="275"/>
                    </a:lnTo>
                    <a:lnTo>
                      <a:pt x="322" y="161"/>
                    </a:lnTo>
                    <a:lnTo>
                      <a:pt x="323" y="161"/>
                    </a:lnTo>
                  </a:path>
                </a:pathLst>
              </a:custGeom>
              <a:solidFill>
                <a:schemeClr val="bg1"/>
              </a:solidFill>
              <a:ln w="38100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 80"/>
              <p:cNvSpPr>
                <a:spLocks noChangeArrowheads="1"/>
              </p:cNvSpPr>
              <p:nvPr/>
            </p:nvSpPr>
            <p:spPr bwMode="auto">
              <a:xfrm>
                <a:off x="2846" y="1671"/>
                <a:ext cx="64" cy="64"/>
              </a:xfrm>
              <a:custGeom>
                <a:avLst/>
                <a:gdLst>
                  <a:gd name="T0" fmla="*/ 0 w 322"/>
                  <a:gd name="T1" fmla="*/ 0 h 322"/>
                  <a:gd name="T2" fmla="*/ 0 w 322"/>
                  <a:gd name="T3" fmla="*/ 0 h 322"/>
                  <a:gd name="T4" fmla="*/ 0 w 322"/>
                  <a:gd name="T5" fmla="*/ 0 h 322"/>
                  <a:gd name="T6" fmla="*/ 0 w 322"/>
                  <a:gd name="T7" fmla="*/ 0 h 322"/>
                  <a:gd name="T8" fmla="*/ 0 w 322"/>
                  <a:gd name="T9" fmla="*/ 0 h 322"/>
                  <a:gd name="T10" fmla="*/ 0 w 322"/>
                  <a:gd name="T11" fmla="*/ 0 h 322"/>
                  <a:gd name="T12" fmla="*/ 0 w 322"/>
                  <a:gd name="T13" fmla="*/ 0 h 322"/>
                  <a:gd name="T14" fmla="*/ 0 w 322"/>
                  <a:gd name="T15" fmla="*/ 0 h 322"/>
                  <a:gd name="T16" fmla="*/ 0 w 322"/>
                  <a:gd name="T17" fmla="*/ 0 h 322"/>
                  <a:gd name="T18" fmla="*/ 0 w 322"/>
                  <a:gd name="T19" fmla="*/ 0 h 32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22"/>
                  <a:gd name="T31" fmla="*/ 0 h 322"/>
                  <a:gd name="T32" fmla="*/ 322 w 322"/>
                  <a:gd name="T33" fmla="*/ 322 h 32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22" h="322">
                    <a:moveTo>
                      <a:pt x="321" y="161"/>
                    </a:moveTo>
                    <a:lnTo>
                      <a:pt x="274" y="47"/>
                    </a:lnTo>
                    <a:lnTo>
                      <a:pt x="160" y="0"/>
                    </a:lnTo>
                    <a:lnTo>
                      <a:pt x="46" y="47"/>
                    </a:lnTo>
                    <a:lnTo>
                      <a:pt x="0" y="161"/>
                    </a:lnTo>
                    <a:lnTo>
                      <a:pt x="46" y="275"/>
                    </a:lnTo>
                    <a:lnTo>
                      <a:pt x="160" y="322"/>
                    </a:lnTo>
                    <a:lnTo>
                      <a:pt x="274" y="275"/>
                    </a:lnTo>
                    <a:lnTo>
                      <a:pt x="321" y="161"/>
                    </a:lnTo>
                    <a:lnTo>
                      <a:pt x="322" y="161"/>
                    </a:lnTo>
                  </a:path>
                </a:pathLst>
              </a:custGeom>
              <a:solidFill>
                <a:schemeClr val="bg1"/>
              </a:solidFill>
              <a:ln w="38100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0" name="Text Box 81"/>
            <p:cNvSpPr txBox="1">
              <a:spLocks noChangeArrowheads="1"/>
            </p:cNvSpPr>
            <p:nvPr/>
          </p:nvSpPr>
          <p:spPr bwMode="auto">
            <a:xfrm>
              <a:off x="3616" y="168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rgbClr val="0000FF"/>
                  </a:solidFill>
                  <a:latin typeface="ISOCP" panose="00000400000000000000" pitchFamily="2" charset="0"/>
                  <a:ea typeface="楷体_GB2312" pitchFamily="49" charset="-122"/>
                </a:rPr>
                <a:t>3"</a:t>
              </a:r>
            </a:p>
          </p:txBody>
        </p:sp>
      </p:grpSp>
      <p:grpSp>
        <p:nvGrpSpPr>
          <p:cNvPr id="98" name="Group 82"/>
          <p:cNvGrpSpPr/>
          <p:nvPr/>
        </p:nvGrpSpPr>
        <p:grpSpPr bwMode="auto">
          <a:xfrm>
            <a:off x="135570" y="2252662"/>
            <a:ext cx="6629400" cy="684212"/>
            <a:chOff x="144" y="1680"/>
            <a:chExt cx="4176" cy="431"/>
          </a:xfrm>
        </p:grpSpPr>
        <p:grpSp>
          <p:nvGrpSpPr>
            <p:cNvPr id="99" name="Group 83"/>
            <p:cNvGrpSpPr/>
            <p:nvPr/>
          </p:nvGrpSpPr>
          <p:grpSpPr bwMode="auto">
            <a:xfrm>
              <a:off x="144" y="1680"/>
              <a:ext cx="4176" cy="269"/>
              <a:chOff x="144" y="1680"/>
              <a:chExt cx="4176" cy="269"/>
            </a:xfrm>
          </p:grpSpPr>
          <p:grpSp>
            <p:nvGrpSpPr>
              <p:cNvPr id="101" name="Group 84"/>
              <p:cNvGrpSpPr/>
              <p:nvPr/>
            </p:nvGrpSpPr>
            <p:grpSpPr bwMode="auto">
              <a:xfrm>
                <a:off x="144" y="1680"/>
                <a:ext cx="4176" cy="250"/>
                <a:chOff x="144" y="1680"/>
                <a:chExt cx="4176" cy="250"/>
              </a:xfrm>
            </p:grpSpPr>
            <p:sp>
              <p:nvSpPr>
                <p:cNvPr id="104" name="Freeform 85"/>
                <p:cNvSpPr>
                  <a:spLocks noChangeArrowheads="1"/>
                </p:cNvSpPr>
                <p:nvPr/>
              </p:nvSpPr>
              <p:spPr bwMode="auto">
                <a:xfrm>
                  <a:off x="144" y="1917"/>
                  <a:ext cx="2035" cy="2"/>
                </a:xfrm>
                <a:custGeom>
                  <a:avLst/>
                  <a:gdLst>
                    <a:gd name="T0" fmla="*/ 0 w 10184"/>
                    <a:gd name="T1" fmla="*/ 0 h 2"/>
                    <a:gd name="T2" fmla="*/ 0 w 10184"/>
                    <a:gd name="T3" fmla="*/ 0 h 2"/>
                    <a:gd name="T4" fmla="*/ 0 w 10184"/>
                    <a:gd name="T5" fmla="*/ 0 h 2"/>
                    <a:gd name="T6" fmla="*/ 0 60000 65536"/>
                    <a:gd name="T7" fmla="*/ 0 60000 65536"/>
                    <a:gd name="T8" fmla="*/ 0 60000 65536"/>
                    <a:gd name="T9" fmla="*/ 0 w 10184"/>
                    <a:gd name="T10" fmla="*/ 0 h 2"/>
                    <a:gd name="T11" fmla="*/ 10184 w 10184"/>
                    <a:gd name="T12" fmla="*/ 2 h 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184" h="2">
                      <a:moveTo>
                        <a:pt x="0" y="0"/>
                      </a:moveTo>
                      <a:lnTo>
                        <a:pt x="10183" y="0"/>
                      </a:lnTo>
                      <a:lnTo>
                        <a:pt x="10184" y="0"/>
                      </a:lnTo>
                    </a:path>
                  </a:pathLst>
                </a:custGeom>
                <a:noFill/>
                <a:ln w="9525">
                  <a:solidFill>
                    <a:srgbClr val="0000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" name="Freeform 86"/>
                <p:cNvSpPr>
                  <a:spLocks noChangeArrowheads="1"/>
                </p:cNvSpPr>
                <p:nvPr/>
              </p:nvSpPr>
              <p:spPr bwMode="auto">
                <a:xfrm>
                  <a:off x="2391" y="1917"/>
                  <a:ext cx="1715" cy="2"/>
                </a:xfrm>
                <a:custGeom>
                  <a:avLst/>
                  <a:gdLst>
                    <a:gd name="T0" fmla="*/ 0 w 8588"/>
                    <a:gd name="T1" fmla="*/ 0 h 2"/>
                    <a:gd name="T2" fmla="*/ 0 w 8588"/>
                    <a:gd name="T3" fmla="*/ 0 h 2"/>
                    <a:gd name="T4" fmla="*/ 0 w 8588"/>
                    <a:gd name="T5" fmla="*/ 0 h 2"/>
                    <a:gd name="T6" fmla="*/ 0 60000 65536"/>
                    <a:gd name="T7" fmla="*/ 0 60000 65536"/>
                    <a:gd name="T8" fmla="*/ 0 60000 65536"/>
                    <a:gd name="T9" fmla="*/ 0 w 8588"/>
                    <a:gd name="T10" fmla="*/ 0 h 2"/>
                    <a:gd name="T11" fmla="*/ 8588 w 8588"/>
                    <a:gd name="T12" fmla="*/ 2 h 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588" h="2">
                      <a:moveTo>
                        <a:pt x="0" y="0"/>
                      </a:moveTo>
                      <a:lnTo>
                        <a:pt x="8587" y="0"/>
                      </a:lnTo>
                      <a:lnTo>
                        <a:pt x="8588" y="0"/>
                      </a:lnTo>
                    </a:path>
                  </a:pathLst>
                </a:custGeom>
                <a:noFill/>
                <a:ln w="9525">
                  <a:solidFill>
                    <a:srgbClr val="0000FF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" name="Text Box 87"/>
                <p:cNvSpPr txBox="1">
                  <a:spLocks noChangeArrowheads="1"/>
                </p:cNvSpPr>
                <p:nvPr/>
              </p:nvSpPr>
              <p:spPr bwMode="auto">
                <a:xfrm>
                  <a:off x="1992" y="1680"/>
                  <a:ext cx="3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000" b="1" i="1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P</a:t>
                  </a:r>
                  <a:r>
                    <a:rPr lang="en-US" altLang="zh-CN" sz="2000" b="1" i="1" baseline="-250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V3</a:t>
                  </a:r>
                </a:p>
              </p:txBody>
            </p:sp>
            <p:sp>
              <p:nvSpPr>
                <p:cNvPr id="107" name="Text Box 88"/>
                <p:cNvSpPr txBox="1">
                  <a:spLocks noChangeArrowheads="1"/>
                </p:cNvSpPr>
                <p:nvPr/>
              </p:nvSpPr>
              <p:spPr bwMode="auto">
                <a:xfrm>
                  <a:off x="3936" y="1680"/>
                  <a:ext cx="3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2000" b="1" i="1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P</a:t>
                  </a:r>
                  <a:r>
                    <a:rPr lang="en-US" altLang="zh-CN" sz="2000" b="1" i="1" baseline="-2500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W3</a:t>
                  </a:r>
                </a:p>
              </p:txBody>
            </p:sp>
          </p:grpSp>
          <p:sp>
            <p:nvSpPr>
              <p:cNvPr id="102" name="Freeform 89"/>
              <p:cNvSpPr>
                <a:spLocks noChangeArrowheads="1"/>
              </p:cNvSpPr>
              <p:nvPr/>
            </p:nvSpPr>
            <p:spPr bwMode="auto">
              <a:xfrm>
                <a:off x="3586" y="1885"/>
                <a:ext cx="66" cy="64"/>
              </a:xfrm>
              <a:custGeom>
                <a:avLst/>
                <a:gdLst>
                  <a:gd name="T0" fmla="*/ 0 w 322"/>
                  <a:gd name="T1" fmla="*/ 0 h 322"/>
                  <a:gd name="T2" fmla="*/ 0 w 322"/>
                  <a:gd name="T3" fmla="*/ 0 h 322"/>
                  <a:gd name="T4" fmla="*/ 0 w 322"/>
                  <a:gd name="T5" fmla="*/ 0 h 322"/>
                  <a:gd name="T6" fmla="*/ 0 w 322"/>
                  <a:gd name="T7" fmla="*/ 0 h 322"/>
                  <a:gd name="T8" fmla="*/ 0 w 322"/>
                  <a:gd name="T9" fmla="*/ 0 h 322"/>
                  <a:gd name="T10" fmla="*/ 0 w 322"/>
                  <a:gd name="T11" fmla="*/ 0 h 322"/>
                  <a:gd name="T12" fmla="*/ 0 w 322"/>
                  <a:gd name="T13" fmla="*/ 0 h 322"/>
                  <a:gd name="T14" fmla="*/ 0 w 322"/>
                  <a:gd name="T15" fmla="*/ 0 h 322"/>
                  <a:gd name="T16" fmla="*/ 0 w 322"/>
                  <a:gd name="T17" fmla="*/ 0 h 322"/>
                  <a:gd name="T18" fmla="*/ 0 w 322"/>
                  <a:gd name="T19" fmla="*/ 0 h 32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22"/>
                  <a:gd name="T31" fmla="*/ 0 h 322"/>
                  <a:gd name="T32" fmla="*/ 322 w 322"/>
                  <a:gd name="T33" fmla="*/ 322 h 32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22" h="322">
                    <a:moveTo>
                      <a:pt x="321" y="160"/>
                    </a:moveTo>
                    <a:lnTo>
                      <a:pt x="274" y="47"/>
                    </a:lnTo>
                    <a:lnTo>
                      <a:pt x="161" y="0"/>
                    </a:lnTo>
                    <a:lnTo>
                      <a:pt x="47" y="47"/>
                    </a:lnTo>
                    <a:lnTo>
                      <a:pt x="0" y="160"/>
                    </a:lnTo>
                    <a:lnTo>
                      <a:pt x="47" y="275"/>
                    </a:lnTo>
                    <a:lnTo>
                      <a:pt x="161" y="322"/>
                    </a:lnTo>
                    <a:lnTo>
                      <a:pt x="274" y="275"/>
                    </a:lnTo>
                    <a:lnTo>
                      <a:pt x="321" y="160"/>
                    </a:lnTo>
                    <a:lnTo>
                      <a:pt x="322" y="160"/>
                    </a:lnTo>
                  </a:path>
                </a:pathLst>
              </a:custGeom>
              <a:solidFill>
                <a:schemeClr val="bg1"/>
              </a:solidFill>
              <a:ln w="38100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Freeform 90"/>
              <p:cNvSpPr>
                <a:spLocks noChangeArrowheads="1"/>
              </p:cNvSpPr>
              <p:nvPr/>
            </p:nvSpPr>
            <p:spPr bwMode="auto">
              <a:xfrm>
                <a:off x="2909" y="1885"/>
                <a:ext cx="63" cy="64"/>
              </a:xfrm>
              <a:custGeom>
                <a:avLst/>
                <a:gdLst>
                  <a:gd name="T0" fmla="*/ 0 w 323"/>
                  <a:gd name="T1" fmla="*/ 0 h 322"/>
                  <a:gd name="T2" fmla="*/ 0 w 323"/>
                  <a:gd name="T3" fmla="*/ 0 h 322"/>
                  <a:gd name="T4" fmla="*/ 0 w 323"/>
                  <a:gd name="T5" fmla="*/ 0 h 322"/>
                  <a:gd name="T6" fmla="*/ 0 w 323"/>
                  <a:gd name="T7" fmla="*/ 0 h 322"/>
                  <a:gd name="T8" fmla="*/ 0 w 323"/>
                  <a:gd name="T9" fmla="*/ 0 h 322"/>
                  <a:gd name="T10" fmla="*/ 0 w 323"/>
                  <a:gd name="T11" fmla="*/ 0 h 322"/>
                  <a:gd name="T12" fmla="*/ 0 w 323"/>
                  <a:gd name="T13" fmla="*/ 0 h 322"/>
                  <a:gd name="T14" fmla="*/ 0 w 323"/>
                  <a:gd name="T15" fmla="*/ 0 h 322"/>
                  <a:gd name="T16" fmla="*/ 0 w 323"/>
                  <a:gd name="T17" fmla="*/ 0 h 322"/>
                  <a:gd name="T18" fmla="*/ 0 w 323"/>
                  <a:gd name="T19" fmla="*/ 0 h 32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23"/>
                  <a:gd name="T31" fmla="*/ 0 h 322"/>
                  <a:gd name="T32" fmla="*/ 323 w 323"/>
                  <a:gd name="T33" fmla="*/ 322 h 32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23" h="322">
                    <a:moveTo>
                      <a:pt x="322" y="160"/>
                    </a:moveTo>
                    <a:lnTo>
                      <a:pt x="275" y="47"/>
                    </a:lnTo>
                    <a:lnTo>
                      <a:pt x="161" y="0"/>
                    </a:lnTo>
                    <a:lnTo>
                      <a:pt x="47" y="47"/>
                    </a:lnTo>
                    <a:lnTo>
                      <a:pt x="0" y="160"/>
                    </a:lnTo>
                    <a:lnTo>
                      <a:pt x="47" y="275"/>
                    </a:lnTo>
                    <a:lnTo>
                      <a:pt x="161" y="322"/>
                    </a:lnTo>
                    <a:lnTo>
                      <a:pt x="275" y="275"/>
                    </a:lnTo>
                    <a:lnTo>
                      <a:pt x="322" y="160"/>
                    </a:lnTo>
                    <a:lnTo>
                      <a:pt x="323" y="160"/>
                    </a:lnTo>
                  </a:path>
                </a:pathLst>
              </a:custGeom>
              <a:solidFill>
                <a:schemeClr val="bg1"/>
              </a:solidFill>
              <a:ln w="38100">
                <a:solidFill>
                  <a:srgbClr val="0000FF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0" name="Text Box 91"/>
            <p:cNvSpPr txBox="1">
              <a:spLocks noChangeArrowheads="1"/>
            </p:cNvSpPr>
            <p:nvPr/>
          </p:nvSpPr>
          <p:spPr bwMode="auto">
            <a:xfrm>
              <a:off x="3560" y="188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rgbClr val="0000FF"/>
                  </a:solidFill>
                  <a:latin typeface="ISOCP" panose="00000400000000000000" pitchFamily="2" charset="0"/>
                  <a:ea typeface="楷体_GB2312" pitchFamily="49" charset="-122"/>
                </a:rPr>
                <a:t>5"</a:t>
              </a:r>
            </a:p>
          </p:txBody>
        </p:sp>
      </p:grpSp>
      <p:sp>
        <p:nvSpPr>
          <p:cNvPr id="108" name="Freeform 92"/>
          <p:cNvSpPr>
            <a:spLocks noChangeArrowheads="1"/>
          </p:cNvSpPr>
          <p:nvPr/>
        </p:nvSpPr>
        <p:spPr bwMode="auto">
          <a:xfrm>
            <a:off x="1586545" y="1649412"/>
            <a:ext cx="3175" cy="3270250"/>
          </a:xfrm>
          <a:custGeom>
            <a:avLst/>
            <a:gdLst>
              <a:gd name="T0" fmla="*/ 0 w 1"/>
              <a:gd name="T1" fmla="*/ 0 h 10311"/>
              <a:gd name="T2" fmla="*/ 0 w 1"/>
              <a:gd name="T3" fmla="*/ 2147483646 h 10311"/>
              <a:gd name="T4" fmla="*/ 2147483646 w 1"/>
              <a:gd name="T5" fmla="*/ 2147483646 h 10311"/>
              <a:gd name="T6" fmla="*/ 0 60000 65536"/>
              <a:gd name="T7" fmla="*/ 0 60000 65536"/>
              <a:gd name="T8" fmla="*/ 0 60000 65536"/>
              <a:gd name="T9" fmla="*/ 0 w 1"/>
              <a:gd name="T10" fmla="*/ 0 h 10311"/>
              <a:gd name="T11" fmla="*/ 1 w 1"/>
              <a:gd name="T12" fmla="*/ 10311 h 103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0311">
                <a:moveTo>
                  <a:pt x="0" y="0"/>
                </a:moveTo>
                <a:lnTo>
                  <a:pt x="0" y="10311"/>
                </a:lnTo>
                <a:lnTo>
                  <a:pt x="1" y="10311"/>
                </a:lnTo>
              </a:path>
            </a:pathLst>
          </a:custGeom>
          <a:noFill/>
          <a:ln w="95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9" name="Freeform 93"/>
          <p:cNvSpPr>
            <a:spLocks noChangeArrowheads="1"/>
          </p:cNvSpPr>
          <p:nvPr/>
        </p:nvSpPr>
        <p:spPr bwMode="auto">
          <a:xfrm>
            <a:off x="916620" y="2925762"/>
            <a:ext cx="3175" cy="1993900"/>
          </a:xfrm>
          <a:custGeom>
            <a:avLst/>
            <a:gdLst>
              <a:gd name="T0" fmla="*/ 0 w 1"/>
              <a:gd name="T1" fmla="*/ 0 h 6288"/>
              <a:gd name="T2" fmla="*/ 0 w 1"/>
              <a:gd name="T3" fmla="*/ 2147483646 h 6288"/>
              <a:gd name="T4" fmla="*/ 2147483646 w 1"/>
              <a:gd name="T5" fmla="*/ 2147483646 h 6288"/>
              <a:gd name="T6" fmla="*/ 0 60000 65536"/>
              <a:gd name="T7" fmla="*/ 0 60000 65536"/>
              <a:gd name="T8" fmla="*/ 0 60000 65536"/>
              <a:gd name="T9" fmla="*/ 0 w 1"/>
              <a:gd name="T10" fmla="*/ 0 h 6288"/>
              <a:gd name="T11" fmla="*/ 1 w 1"/>
              <a:gd name="T12" fmla="*/ 6288 h 6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6288">
                <a:moveTo>
                  <a:pt x="0" y="0"/>
                </a:moveTo>
                <a:lnTo>
                  <a:pt x="0" y="6288"/>
                </a:lnTo>
                <a:lnTo>
                  <a:pt x="1" y="6288"/>
                </a:lnTo>
              </a:path>
            </a:pathLst>
          </a:custGeom>
          <a:noFill/>
          <a:ln w="95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0" name="Group 94"/>
          <p:cNvGrpSpPr/>
          <p:nvPr/>
        </p:nvGrpSpPr>
        <p:grpSpPr bwMode="auto">
          <a:xfrm>
            <a:off x="1373820" y="1306512"/>
            <a:ext cx="457200" cy="393700"/>
            <a:chOff x="924" y="1084"/>
            <a:chExt cx="288" cy="248"/>
          </a:xfrm>
        </p:grpSpPr>
        <p:sp>
          <p:nvSpPr>
            <p:cNvPr id="111" name="Text Box 95"/>
            <p:cNvSpPr txBox="1">
              <a:spLocks noChangeArrowheads="1"/>
            </p:cNvSpPr>
            <p:nvPr/>
          </p:nvSpPr>
          <p:spPr bwMode="auto">
            <a:xfrm>
              <a:off x="924" y="108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rgbClr val="0000FF"/>
                  </a:solidFill>
                  <a:latin typeface="ISOCP" panose="00000400000000000000" pitchFamily="2" charset="0"/>
                  <a:ea typeface="楷体_GB2312" pitchFamily="49" charset="-122"/>
                </a:rPr>
                <a:t>1'</a:t>
              </a:r>
            </a:p>
          </p:txBody>
        </p:sp>
        <p:sp>
          <p:nvSpPr>
            <p:cNvPr id="112" name="Freeform 96"/>
            <p:cNvSpPr>
              <a:spLocks noChangeArrowheads="1"/>
            </p:cNvSpPr>
            <p:nvPr/>
          </p:nvSpPr>
          <p:spPr bwMode="auto">
            <a:xfrm>
              <a:off x="1026" y="1268"/>
              <a:ext cx="64" cy="64"/>
            </a:xfrm>
            <a:custGeom>
              <a:avLst/>
              <a:gdLst>
                <a:gd name="T0" fmla="*/ 0 w 322"/>
                <a:gd name="T1" fmla="*/ 0 h 321"/>
                <a:gd name="T2" fmla="*/ 0 w 322"/>
                <a:gd name="T3" fmla="*/ 0 h 321"/>
                <a:gd name="T4" fmla="*/ 0 w 322"/>
                <a:gd name="T5" fmla="*/ 0 h 321"/>
                <a:gd name="T6" fmla="*/ 0 w 322"/>
                <a:gd name="T7" fmla="*/ 0 h 321"/>
                <a:gd name="T8" fmla="*/ 0 w 322"/>
                <a:gd name="T9" fmla="*/ 0 h 321"/>
                <a:gd name="T10" fmla="*/ 0 w 322"/>
                <a:gd name="T11" fmla="*/ 0 h 321"/>
                <a:gd name="T12" fmla="*/ 0 w 322"/>
                <a:gd name="T13" fmla="*/ 0 h 321"/>
                <a:gd name="T14" fmla="*/ 0 w 322"/>
                <a:gd name="T15" fmla="*/ 0 h 321"/>
                <a:gd name="T16" fmla="*/ 0 w 322"/>
                <a:gd name="T17" fmla="*/ 0 h 321"/>
                <a:gd name="T18" fmla="*/ 0 w 322"/>
                <a:gd name="T19" fmla="*/ 0 h 32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2"/>
                <a:gd name="T31" fmla="*/ 0 h 321"/>
                <a:gd name="T32" fmla="*/ 322 w 322"/>
                <a:gd name="T33" fmla="*/ 321 h 32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2" h="321">
                  <a:moveTo>
                    <a:pt x="321" y="161"/>
                  </a:moveTo>
                  <a:lnTo>
                    <a:pt x="274" y="46"/>
                  </a:lnTo>
                  <a:lnTo>
                    <a:pt x="160" y="0"/>
                  </a:lnTo>
                  <a:lnTo>
                    <a:pt x="47" y="46"/>
                  </a:lnTo>
                  <a:lnTo>
                    <a:pt x="0" y="161"/>
                  </a:lnTo>
                  <a:lnTo>
                    <a:pt x="47" y="274"/>
                  </a:lnTo>
                  <a:lnTo>
                    <a:pt x="160" y="321"/>
                  </a:lnTo>
                  <a:lnTo>
                    <a:pt x="274" y="274"/>
                  </a:lnTo>
                  <a:lnTo>
                    <a:pt x="321" y="161"/>
                  </a:lnTo>
                  <a:lnTo>
                    <a:pt x="322" y="161"/>
                  </a:lnTo>
                </a:path>
              </a:pathLst>
            </a:cu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3" name="Group 97"/>
          <p:cNvGrpSpPr/>
          <p:nvPr/>
        </p:nvGrpSpPr>
        <p:grpSpPr bwMode="auto">
          <a:xfrm>
            <a:off x="1519870" y="4633912"/>
            <a:ext cx="457200" cy="366712"/>
            <a:chOff x="1016" y="3180"/>
            <a:chExt cx="288" cy="231"/>
          </a:xfrm>
        </p:grpSpPr>
        <p:sp>
          <p:nvSpPr>
            <p:cNvPr id="114" name="Text Box 98"/>
            <p:cNvSpPr txBox="1">
              <a:spLocks noChangeArrowheads="1"/>
            </p:cNvSpPr>
            <p:nvPr/>
          </p:nvSpPr>
          <p:spPr bwMode="auto">
            <a:xfrm>
              <a:off x="1016" y="318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rgbClr val="0000FF"/>
                  </a:solidFill>
                  <a:latin typeface="ISOCP" panose="00000400000000000000" pitchFamily="2" charset="0"/>
                  <a:ea typeface="楷体_GB2312" pitchFamily="49" charset="-122"/>
                </a:rPr>
                <a:t>1</a:t>
              </a:r>
            </a:p>
          </p:txBody>
        </p:sp>
        <p:sp>
          <p:nvSpPr>
            <p:cNvPr id="115" name="Freeform 99"/>
            <p:cNvSpPr>
              <a:spLocks noChangeArrowheads="1"/>
            </p:cNvSpPr>
            <p:nvPr/>
          </p:nvSpPr>
          <p:spPr bwMode="auto">
            <a:xfrm>
              <a:off x="1026" y="3328"/>
              <a:ext cx="64" cy="64"/>
            </a:xfrm>
            <a:custGeom>
              <a:avLst/>
              <a:gdLst>
                <a:gd name="T0" fmla="*/ 0 w 322"/>
                <a:gd name="T1" fmla="*/ 0 h 322"/>
                <a:gd name="T2" fmla="*/ 0 w 322"/>
                <a:gd name="T3" fmla="*/ 0 h 322"/>
                <a:gd name="T4" fmla="*/ 0 w 322"/>
                <a:gd name="T5" fmla="*/ 0 h 322"/>
                <a:gd name="T6" fmla="*/ 0 w 322"/>
                <a:gd name="T7" fmla="*/ 0 h 322"/>
                <a:gd name="T8" fmla="*/ 0 w 322"/>
                <a:gd name="T9" fmla="*/ 0 h 322"/>
                <a:gd name="T10" fmla="*/ 0 w 322"/>
                <a:gd name="T11" fmla="*/ 0 h 322"/>
                <a:gd name="T12" fmla="*/ 0 w 322"/>
                <a:gd name="T13" fmla="*/ 0 h 322"/>
                <a:gd name="T14" fmla="*/ 0 w 322"/>
                <a:gd name="T15" fmla="*/ 0 h 322"/>
                <a:gd name="T16" fmla="*/ 0 w 322"/>
                <a:gd name="T17" fmla="*/ 0 h 322"/>
                <a:gd name="T18" fmla="*/ 0 w 322"/>
                <a:gd name="T19" fmla="*/ 0 h 3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2"/>
                <a:gd name="T31" fmla="*/ 0 h 322"/>
                <a:gd name="T32" fmla="*/ 322 w 322"/>
                <a:gd name="T33" fmla="*/ 322 h 32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2" h="322">
                  <a:moveTo>
                    <a:pt x="321" y="161"/>
                  </a:moveTo>
                  <a:lnTo>
                    <a:pt x="274" y="47"/>
                  </a:lnTo>
                  <a:lnTo>
                    <a:pt x="160" y="0"/>
                  </a:lnTo>
                  <a:lnTo>
                    <a:pt x="47" y="47"/>
                  </a:lnTo>
                  <a:lnTo>
                    <a:pt x="0" y="161"/>
                  </a:lnTo>
                  <a:lnTo>
                    <a:pt x="47" y="275"/>
                  </a:lnTo>
                  <a:lnTo>
                    <a:pt x="160" y="322"/>
                  </a:lnTo>
                  <a:lnTo>
                    <a:pt x="274" y="275"/>
                  </a:lnTo>
                  <a:lnTo>
                    <a:pt x="321" y="161"/>
                  </a:lnTo>
                  <a:lnTo>
                    <a:pt x="322" y="161"/>
                  </a:lnTo>
                </a:path>
              </a:pathLst>
            </a:cu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6" name="Group 100"/>
          <p:cNvGrpSpPr/>
          <p:nvPr/>
        </p:nvGrpSpPr>
        <p:grpSpPr bwMode="auto">
          <a:xfrm>
            <a:off x="548320" y="2874962"/>
            <a:ext cx="457200" cy="385762"/>
            <a:chOff x="404" y="2072"/>
            <a:chExt cx="288" cy="243"/>
          </a:xfrm>
        </p:grpSpPr>
        <p:sp>
          <p:nvSpPr>
            <p:cNvPr id="117" name="Freeform 101"/>
            <p:cNvSpPr>
              <a:spLocks noChangeArrowheads="1"/>
            </p:cNvSpPr>
            <p:nvPr/>
          </p:nvSpPr>
          <p:spPr bwMode="auto">
            <a:xfrm>
              <a:off x="604" y="2072"/>
              <a:ext cx="64" cy="64"/>
            </a:xfrm>
            <a:custGeom>
              <a:avLst/>
              <a:gdLst>
                <a:gd name="T0" fmla="*/ 0 w 322"/>
                <a:gd name="T1" fmla="*/ 0 h 322"/>
                <a:gd name="T2" fmla="*/ 0 w 322"/>
                <a:gd name="T3" fmla="*/ 0 h 322"/>
                <a:gd name="T4" fmla="*/ 0 w 322"/>
                <a:gd name="T5" fmla="*/ 0 h 322"/>
                <a:gd name="T6" fmla="*/ 0 w 322"/>
                <a:gd name="T7" fmla="*/ 0 h 322"/>
                <a:gd name="T8" fmla="*/ 0 w 322"/>
                <a:gd name="T9" fmla="*/ 0 h 322"/>
                <a:gd name="T10" fmla="*/ 0 w 322"/>
                <a:gd name="T11" fmla="*/ 0 h 322"/>
                <a:gd name="T12" fmla="*/ 0 w 322"/>
                <a:gd name="T13" fmla="*/ 0 h 322"/>
                <a:gd name="T14" fmla="*/ 0 w 322"/>
                <a:gd name="T15" fmla="*/ 0 h 322"/>
                <a:gd name="T16" fmla="*/ 0 w 322"/>
                <a:gd name="T17" fmla="*/ 0 h 322"/>
                <a:gd name="T18" fmla="*/ 0 w 322"/>
                <a:gd name="T19" fmla="*/ 0 h 3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2"/>
                <a:gd name="T31" fmla="*/ 0 h 322"/>
                <a:gd name="T32" fmla="*/ 322 w 322"/>
                <a:gd name="T33" fmla="*/ 322 h 32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2" h="322">
                  <a:moveTo>
                    <a:pt x="321" y="162"/>
                  </a:moveTo>
                  <a:lnTo>
                    <a:pt x="274" y="47"/>
                  </a:lnTo>
                  <a:lnTo>
                    <a:pt x="161" y="0"/>
                  </a:lnTo>
                  <a:lnTo>
                    <a:pt x="47" y="47"/>
                  </a:lnTo>
                  <a:lnTo>
                    <a:pt x="0" y="162"/>
                  </a:lnTo>
                  <a:lnTo>
                    <a:pt x="47" y="275"/>
                  </a:lnTo>
                  <a:lnTo>
                    <a:pt x="161" y="322"/>
                  </a:lnTo>
                  <a:lnTo>
                    <a:pt x="274" y="275"/>
                  </a:lnTo>
                  <a:lnTo>
                    <a:pt x="321" y="162"/>
                  </a:lnTo>
                  <a:lnTo>
                    <a:pt x="322" y="162"/>
                  </a:lnTo>
                </a:path>
              </a:pathLst>
            </a:cu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Text Box 102"/>
            <p:cNvSpPr txBox="1">
              <a:spLocks noChangeArrowheads="1"/>
            </p:cNvSpPr>
            <p:nvPr/>
          </p:nvSpPr>
          <p:spPr bwMode="auto">
            <a:xfrm>
              <a:off x="404" y="208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rgbClr val="0000FF"/>
                  </a:solidFill>
                  <a:latin typeface="ISOCP" panose="00000400000000000000" pitchFamily="2" charset="0"/>
                  <a:ea typeface="楷体_GB2312" pitchFamily="49" charset="-122"/>
                </a:rPr>
                <a:t>2' </a:t>
              </a:r>
            </a:p>
          </p:txBody>
        </p:sp>
      </p:grpSp>
      <p:grpSp>
        <p:nvGrpSpPr>
          <p:cNvPr id="119" name="Group 103"/>
          <p:cNvGrpSpPr/>
          <p:nvPr/>
        </p:nvGrpSpPr>
        <p:grpSpPr bwMode="auto">
          <a:xfrm>
            <a:off x="681670" y="4633912"/>
            <a:ext cx="457200" cy="366712"/>
            <a:chOff x="488" y="3180"/>
            <a:chExt cx="288" cy="231"/>
          </a:xfrm>
        </p:grpSpPr>
        <p:sp>
          <p:nvSpPr>
            <p:cNvPr id="120" name="Freeform 104"/>
            <p:cNvSpPr>
              <a:spLocks noChangeArrowheads="1"/>
            </p:cNvSpPr>
            <p:nvPr/>
          </p:nvSpPr>
          <p:spPr bwMode="auto">
            <a:xfrm>
              <a:off x="604" y="3328"/>
              <a:ext cx="64" cy="64"/>
            </a:xfrm>
            <a:custGeom>
              <a:avLst/>
              <a:gdLst>
                <a:gd name="T0" fmla="*/ 0 w 322"/>
                <a:gd name="T1" fmla="*/ 0 h 322"/>
                <a:gd name="T2" fmla="*/ 0 w 322"/>
                <a:gd name="T3" fmla="*/ 0 h 322"/>
                <a:gd name="T4" fmla="*/ 0 w 322"/>
                <a:gd name="T5" fmla="*/ 0 h 322"/>
                <a:gd name="T6" fmla="*/ 0 w 322"/>
                <a:gd name="T7" fmla="*/ 0 h 322"/>
                <a:gd name="T8" fmla="*/ 0 w 322"/>
                <a:gd name="T9" fmla="*/ 0 h 322"/>
                <a:gd name="T10" fmla="*/ 0 w 322"/>
                <a:gd name="T11" fmla="*/ 0 h 322"/>
                <a:gd name="T12" fmla="*/ 0 w 322"/>
                <a:gd name="T13" fmla="*/ 0 h 322"/>
                <a:gd name="T14" fmla="*/ 0 w 322"/>
                <a:gd name="T15" fmla="*/ 0 h 322"/>
                <a:gd name="T16" fmla="*/ 0 w 322"/>
                <a:gd name="T17" fmla="*/ 0 h 322"/>
                <a:gd name="T18" fmla="*/ 0 w 322"/>
                <a:gd name="T19" fmla="*/ 0 h 3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2"/>
                <a:gd name="T31" fmla="*/ 0 h 322"/>
                <a:gd name="T32" fmla="*/ 322 w 322"/>
                <a:gd name="T33" fmla="*/ 322 h 32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2" h="322">
                  <a:moveTo>
                    <a:pt x="321" y="161"/>
                  </a:moveTo>
                  <a:lnTo>
                    <a:pt x="274" y="47"/>
                  </a:lnTo>
                  <a:lnTo>
                    <a:pt x="161" y="0"/>
                  </a:lnTo>
                  <a:lnTo>
                    <a:pt x="47" y="47"/>
                  </a:lnTo>
                  <a:lnTo>
                    <a:pt x="0" y="161"/>
                  </a:lnTo>
                  <a:lnTo>
                    <a:pt x="47" y="275"/>
                  </a:lnTo>
                  <a:lnTo>
                    <a:pt x="161" y="322"/>
                  </a:lnTo>
                  <a:lnTo>
                    <a:pt x="274" y="275"/>
                  </a:lnTo>
                  <a:lnTo>
                    <a:pt x="321" y="161"/>
                  </a:lnTo>
                  <a:lnTo>
                    <a:pt x="322" y="161"/>
                  </a:lnTo>
                </a:path>
              </a:pathLst>
            </a:custGeom>
            <a:solidFill>
              <a:schemeClr val="bg1"/>
            </a:solidFill>
            <a:ln w="38100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Text Box 105"/>
            <p:cNvSpPr txBox="1">
              <a:spLocks noChangeArrowheads="1"/>
            </p:cNvSpPr>
            <p:nvPr/>
          </p:nvSpPr>
          <p:spPr bwMode="auto">
            <a:xfrm>
              <a:off x="488" y="318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rgbClr val="008000"/>
                  </a:solidFill>
                  <a:latin typeface="ISOCP" panose="00000400000000000000" pitchFamily="2" charset="0"/>
                  <a:ea typeface="楷体_GB2312" pitchFamily="49" charset="-122"/>
                </a:rPr>
                <a:t>2</a:t>
              </a:r>
            </a:p>
          </p:txBody>
        </p:sp>
      </p:grpSp>
      <p:grpSp>
        <p:nvGrpSpPr>
          <p:cNvPr id="122" name="Group 106"/>
          <p:cNvGrpSpPr/>
          <p:nvPr/>
        </p:nvGrpSpPr>
        <p:grpSpPr bwMode="auto">
          <a:xfrm>
            <a:off x="1678620" y="4330699"/>
            <a:ext cx="457200" cy="1181100"/>
            <a:chOff x="1116" y="2989"/>
            <a:chExt cx="288" cy="744"/>
          </a:xfrm>
        </p:grpSpPr>
        <p:sp>
          <p:nvSpPr>
            <p:cNvPr id="123" name="Freeform 107"/>
            <p:cNvSpPr>
              <a:spLocks noChangeArrowheads="1"/>
            </p:cNvSpPr>
            <p:nvPr/>
          </p:nvSpPr>
          <p:spPr bwMode="auto">
            <a:xfrm>
              <a:off x="1122" y="3667"/>
              <a:ext cx="64" cy="66"/>
            </a:xfrm>
            <a:custGeom>
              <a:avLst/>
              <a:gdLst>
                <a:gd name="T0" fmla="*/ 0 w 322"/>
                <a:gd name="T1" fmla="*/ 0 h 321"/>
                <a:gd name="T2" fmla="*/ 0 w 322"/>
                <a:gd name="T3" fmla="*/ 0 h 321"/>
                <a:gd name="T4" fmla="*/ 0 w 322"/>
                <a:gd name="T5" fmla="*/ 0 h 321"/>
                <a:gd name="T6" fmla="*/ 0 w 322"/>
                <a:gd name="T7" fmla="*/ 0 h 321"/>
                <a:gd name="T8" fmla="*/ 0 w 322"/>
                <a:gd name="T9" fmla="*/ 0 h 321"/>
                <a:gd name="T10" fmla="*/ 0 w 322"/>
                <a:gd name="T11" fmla="*/ 0 h 321"/>
                <a:gd name="T12" fmla="*/ 0 w 322"/>
                <a:gd name="T13" fmla="*/ 0 h 321"/>
                <a:gd name="T14" fmla="*/ 0 w 322"/>
                <a:gd name="T15" fmla="*/ 0 h 321"/>
                <a:gd name="T16" fmla="*/ 0 w 322"/>
                <a:gd name="T17" fmla="*/ 0 h 321"/>
                <a:gd name="T18" fmla="*/ 0 w 322"/>
                <a:gd name="T19" fmla="*/ 0 h 32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2"/>
                <a:gd name="T31" fmla="*/ 0 h 321"/>
                <a:gd name="T32" fmla="*/ 322 w 322"/>
                <a:gd name="T33" fmla="*/ 321 h 32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2" h="321">
                  <a:moveTo>
                    <a:pt x="321" y="160"/>
                  </a:moveTo>
                  <a:lnTo>
                    <a:pt x="274" y="47"/>
                  </a:lnTo>
                  <a:lnTo>
                    <a:pt x="161" y="0"/>
                  </a:lnTo>
                  <a:lnTo>
                    <a:pt x="48" y="47"/>
                  </a:lnTo>
                  <a:lnTo>
                    <a:pt x="0" y="160"/>
                  </a:lnTo>
                  <a:lnTo>
                    <a:pt x="48" y="274"/>
                  </a:lnTo>
                  <a:lnTo>
                    <a:pt x="161" y="321"/>
                  </a:lnTo>
                  <a:lnTo>
                    <a:pt x="274" y="274"/>
                  </a:lnTo>
                  <a:lnTo>
                    <a:pt x="321" y="160"/>
                  </a:lnTo>
                  <a:lnTo>
                    <a:pt x="322" y="160"/>
                  </a:lnTo>
                </a:path>
              </a:pathLst>
            </a:cu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108"/>
            <p:cNvSpPr>
              <a:spLocks noChangeArrowheads="1"/>
            </p:cNvSpPr>
            <p:nvPr/>
          </p:nvSpPr>
          <p:spPr bwMode="auto">
            <a:xfrm>
              <a:off x="1122" y="2989"/>
              <a:ext cx="64" cy="64"/>
            </a:xfrm>
            <a:custGeom>
              <a:avLst/>
              <a:gdLst>
                <a:gd name="T0" fmla="*/ 0 w 322"/>
                <a:gd name="T1" fmla="*/ 0 h 322"/>
                <a:gd name="T2" fmla="*/ 0 w 322"/>
                <a:gd name="T3" fmla="*/ 0 h 322"/>
                <a:gd name="T4" fmla="*/ 0 w 322"/>
                <a:gd name="T5" fmla="*/ 0 h 322"/>
                <a:gd name="T6" fmla="*/ 0 w 322"/>
                <a:gd name="T7" fmla="*/ 0 h 322"/>
                <a:gd name="T8" fmla="*/ 0 w 322"/>
                <a:gd name="T9" fmla="*/ 0 h 322"/>
                <a:gd name="T10" fmla="*/ 0 w 322"/>
                <a:gd name="T11" fmla="*/ 0 h 322"/>
                <a:gd name="T12" fmla="*/ 0 w 322"/>
                <a:gd name="T13" fmla="*/ 0 h 322"/>
                <a:gd name="T14" fmla="*/ 0 w 322"/>
                <a:gd name="T15" fmla="*/ 0 h 322"/>
                <a:gd name="T16" fmla="*/ 0 w 322"/>
                <a:gd name="T17" fmla="*/ 0 h 322"/>
                <a:gd name="T18" fmla="*/ 0 w 322"/>
                <a:gd name="T19" fmla="*/ 0 h 3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2"/>
                <a:gd name="T31" fmla="*/ 0 h 322"/>
                <a:gd name="T32" fmla="*/ 322 w 322"/>
                <a:gd name="T33" fmla="*/ 322 h 32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2" h="322">
                  <a:moveTo>
                    <a:pt x="321" y="161"/>
                  </a:moveTo>
                  <a:lnTo>
                    <a:pt x="274" y="47"/>
                  </a:lnTo>
                  <a:lnTo>
                    <a:pt x="161" y="0"/>
                  </a:lnTo>
                  <a:lnTo>
                    <a:pt x="48" y="47"/>
                  </a:lnTo>
                  <a:lnTo>
                    <a:pt x="0" y="161"/>
                  </a:lnTo>
                  <a:lnTo>
                    <a:pt x="48" y="275"/>
                  </a:lnTo>
                  <a:lnTo>
                    <a:pt x="161" y="322"/>
                  </a:lnTo>
                  <a:lnTo>
                    <a:pt x="274" y="275"/>
                  </a:lnTo>
                  <a:lnTo>
                    <a:pt x="321" y="161"/>
                  </a:lnTo>
                  <a:lnTo>
                    <a:pt x="322" y="161"/>
                  </a:lnTo>
                </a:path>
              </a:pathLst>
            </a:cu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Text Box 109"/>
            <p:cNvSpPr txBox="1">
              <a:spLocks noChangeArrowheads="1"/>
            </p:cNvSpPr>
            <p:nvPr/>
          </p:nvSpPr>
          <p:spPr bwMode="auto">
            <a:xfrm>
              <a:off x="1116" y="350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rgbClr val="0000FF"/>
                  </a:solidFill>
                  <a:latin typeface="ISOCP" panose="00000400000000000000" pitchFamily="2" charset="0"/>
                  <a:ea typeface="楷体_GB2312" pitchFamily="49" charset="-122"/>
                </a:rPr>
                <a:t>4</a:t>
              </a:r>
            </a:p>
          </p:txBody>
        </p:sp>
      </p:grpSp>
      <p:grpSp>
        <p:nvGrpSpPr>
          <p:cNvPr id="126" name="Group 110"/>
          <p:cNvGrpSpPr/>
          <p:nvPr/>
        </p:nvGrpSpPr>
        <p:grpSpPr bwMode="auto">
          <a:xfrm>
            <a:off x="1494470" y="2195512"/>
            <a:ext cx="457200" cy="3363912"/>
            <a:chOff x="1000" y="1644"/>
            <a:chExt cx="288" cy="2119"/>
          </a:xfrm>
        </p:grpSpPr>
        <p:sp>
          <p:nvSpPr>
            <p:cNvPr id="127" name="Freeform 111"/>
            <p:cNvSpPr>
              <a:spLocks noChangeArrowheads="1"/>
            </p:cNvSpPr>
            <p:nvPr/>
          </p:nvSpPr>
          <p:spPr bwMode="auto">
            <a:xfrm>
              <a:off x="1044" y="1703"/>
              <a:ext cx="1" cy="2060"/>
            </a:xfrm>
            <a:custGeom>
              <a:avLst/>
              <a:gdLst>
                <a:gd name="T0" fmla="*/ 0 w 1"/>
                <a:gd name="T1" fmla="*/ 0 h 10312"/>
                <a:gd name="T2" fmla="*/ 0 w 1"/>
                <a:gd name="T3" fmla="*/ 0 h 10312"/>
                <a:gd name="T4" fmla="*/ 1 w 1"/>
                <a:gd name="T5" fmla="*/ 0 h 10312"/>
                <a:gd name="T6" fmla="*/ 0 60000 65536"/>
                <a:gd name="T7" fmla="*/ 0 60000 65536"/>
                <a:gd name="T8" fmla="*/ 0 60000 65536"/>
                <a:gd name="T9" fmla="*/ 0 w 1"/>
                <a:gd name="T10" fmla="*/ 0 h 10312"/>
                <a:gd name="T11" fmla="*/ 1 w 1"/>
                <a:gd name="T12" fmla="*/ 10312 h 103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0312">
                  <a:moveTo>
                    <a:pt x="0" y="0"/>
                  </a:moveTo>
                  <a:lnTo>
                    <a:pt x="0" y="10312"/>
                  </a:lnTo>
                  <a:lnTo>
                    <a:pt x="1" y="10312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Text Box 112"/>
            <p:cNvSpPr txBox="1">
              <a:spLocks noChangeArrowheads="1"/>
            </p:cNvSpPr>
            <p:nvPr/>
          </p:nvSpPr>
          <p:spPr bwMode="auto">
            <a:xfrm>
              <a:off x="1000" y="16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rgbClr val="0000FF"/>
                  </a:solidFill>
                  <a:latin typeface="ISOCP" panose="00000400000000000000" pitchFamily="2" charset="0"/>
                  <a:ea typeface="楷体_GB2312" pitchFamily="49" charset="-122"/>
                </a:rPr>
                <a:t>3' </a:t>
              </a:r>
            </a:p>
          </p:txBody>
        </p:sp>
        <p:sp>
          <p:nvSpPr>
            <p:cNvPr id="129" name="Freeform 113"/>
            <p:cNvSpPr>
              <a:spLocks noChangeArrowheads="1"/>
            </p:cNvSpPr>
            <p:nvPr/>
          </p:nvSpPr>
          <p:spPr bwMode="auto">
            <a:xfrm>
              <a:off x="1012" y="1671"/>
              <a:ext cx="63" cy="64"/>
            </a:xfrm>
            <a:custGeom>
              <a:avLst/>
              <a:gdLst>
                <a:gd name="T0" fmla="*/ 0 w 322"/>
                <a:gd name="T1" fmla="*/ 0 h 322"/>
                <a:gd name="T2" fmla="*/ 0 w 322"/>
                <a:gd name="T3" fmla="*/ 0 h 322"/>
                <a:gd name="T4" fmla="*/ 0 w 322"/>
                <a:gd name="T5" fmla="*/ 0 h 322"/>
                <a:gd name="T6" fmla="*/ 0 w 322"/>
                <a:gd name="T7" fmla="*/ 0 h 322"/>
                <a:gd name="T8" fmla="*/ 0 w 322"/>
                <a:gd name="T9" fmla="*/ 0 h 322"/>
                <a:gd name="T10" fmla="*/ 0 w 322"/>
                <a:gd name="T11" fmla="*/ 0 h 322"/>
                <a:gd name="T12" fmla="*/ 0 w 322"/>
                <a:gd name="T13" fmla="*/ 0 h 322"/>
                <a:gd name="T14" fmla="*/ 0 w 322"/>
                <a:gd name="T15" fmla="*/ 0 h 322"/>
                <a:gd name="T16" fmla="*/ 0 w 322"/>
                <a:gd name="T17" fmla="*/ 0 h 322"/>
                <a:gd name="T18" fmla="*/ 0 w 322"/>
                <a:gd name="T19" fmla="*/ 0 h 3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2"/>
                <a:gd name="T31" fmla="*/ 0 h 322"/>
                <a:gd name="T32" fmla="*/ 322 w 322"/>
                <a:gd name="T33" fmla="*/ 322 h 32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2" h="322">
                  <a:moveTo>
                    <a:pt x="321" y="161"/>
                  </a:moveTo>
                  <a:lnTo>
                    <a:pt x="274" y="47"/>
                  </a:lnTo>
                  <a:lnTo>
                    <a:pt x="161" y="0"/>
                  </a:lnTo>
                  <a:lnTo>
                    <a:pt x="47" y="47"/>
                  </a:lnTo>
                  <a:lnTo>
                    <a:pt x="0" y="161"/>
                  </a:lnTo>
                  <a:lnTo>
                    <a:pt x="47" y="275"/>
                  </a:lnTo>
                  <a:lnTo>
                    <a:pt x="161" y="322"/>
                  </a:lnTo>
                  <a:lnTo>
                    <a:pt x="274" y="275"/>
                  </a:lnTo>
                  <a:lnTo>
                    <a:pt x="321" y="161"/>
                  </a:lnTo>
                  <a:lnTo>
                    <a:pt x="322" y="161"/>
                  </a:lnTo>
                </a:path>
              </a:pathLst>
            </a:cu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0" name="Group 114"/>
          <p:cNvGrpSpPr/>
          <p:nvPr/>
        </p:nvGrpSpPr>
        <p:grpSpPr bwMode="auto">
          <a:xfrm>
            <a:off x="1367470" y="4235449"/>
            <a:ext cx="457200" cy="1654175"/>
            <a:chOff x="920" y="2929"/>
            <a:chExt cx="288" cy="1042"/>
          </a:xfrm>
        </p:grpSpPr>
        <p:sp>
          <p:nvSpPr>
            <p:cNvPr id="131" name="Freeform 115"/>
            <p:cNvSpPr>
              <a:spLocks noChangeArrowheads="1"/>
            </p:cNvSpPr>
            <p:nvPr/>
          </p:nvSpPr>
          <p:spPr bwMode="auto">
            <a:xfrm>
              <a:off x="1010" y="2929"/>
              <a:ext cx="64" cy="64"/>
            </a:xfrm>
            <a:custGeom>
              <a:avLst/>
              <a:gdLst>
                <a:gd name="T0" fmla="*/ 0 w 322"/>
                <a:gd name="T1" fmla="*/ 0 h 321"/>
                <a:gd name="T2" fmla="*/ 0 w 322"/>
                <a:gd name="T3" fmla="*/ 0 h 321"/>
                <a:gd name="T4" fmla="*/ 0 w 322"/>
                <a:gd name="T5" fmla="*/ 0 h 321"/>
                <a:gd name="T6" fmla="*/ 0 w 322"/>
                <a:gd name="T7" fmla="*/ 0 h 321"/>
                <a:gd name="T8" fmla="*/ 0 w 322"/>
                <a:gd name="T9" fmla="*/ 0 h 321"/>
                <a:gd name="T10" fmla="*/ 0 w 322"/>
                <a:gd name="T11" fmla="*/ 0 h 321"/>
                <a:gd name="T12" fmla="*/ 0 w 322"/>
                <a:gd name="T13" fmla="*/ 0 h 321"/>
                <a:gd name="T14" fmla="*/ 0 w 322"/>
                <a:gd name="T15" fmla="*/ 0 h 321"/>
                <a:gd name="T16" fmla="*/ 0 w 322"/>
                <a:gd name="T17" fmla="*/ 0 h 321"/>
                <a:gd name="T18" fmla="*/ 0 w 322"/>
                <a:gd name="T19" fmla="*/ 0 h 32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2"/>
                <a:gd name="T31" fmla="*/ 0 h 321"/>
                <a:gd name="T32" fmla="*/ 322 w 322"/>
                <a:gd name="T33" fmla="*/ 321 h 32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2" h="321">
                  <a:moveTo>
                    <a:pt x="321" y="161"/>
                  </a:moveTo>
                  <a:lnTo>
                    <a:pt x="274" y="47"/>
                  </a:lnTo>
                  <a:lnTo>
                    <a:pt x="160" y="0"/>
                  </a:lnTo>
                  <a:lnTo>
                    <a:pt x="47" y="47"/>
                  </a:lnTo>
                  <a:lnTo>
                    <a:pt x="0" y="161"/>
                  </a:lnTo>
                  <a:lnTo>
                    <a:pt x="47" y="274"/>
                  </a:lnTo>
                  <a:lnTo>
                    <a:pt x="160" y="321"/>
                  </a:lnTo>
                  <a:lnTo>
                    <a:pt x="274" y="274"/>
                  </a:lnTo>
                  <a:lnTo>
                    <a:pt x="321" y="161"/>
                  </a:lnTo>
                  <a:lnTo>
                    <a:pt x="322" y="161"/>
                  </a:lnTo>
                </a:path>
              </a:pathLst>
            </a:cu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116"/>
            <p:cNvSpPr>
              <a:spLocks noChangeArrowheads="1"/>
            </p:cNvSpPr>
            <p:nvPr/>
          </p:nvSpPr>
          <p:spPr bwMode="auto">
            <a:xfrm>
              <a:off x="1012" y="3729"/>
              <a:ext cx="63" cy="66"/>
            </a:xfrm>
            <a:custGeom>
              <a:avLst/>
              <a:gdLst>
                <a:gd name="T0" fmla="*/ 0 w 322"/>
                <a:gd name="T1" fmla="*/ 0 h 322"/>
                <a:gd name="T2" fmla="*/ 0 w 322"/>
                <a:gd name="T3" fmla="*/ 0 h 322"/>
                <a:gd name="T4" fmla="*/ 0 w 322"/>
                <a:gd name="T5" fmla="*/ 0 h 322"/>
                <a:gd name="T6" fmla="*/ 0 w 322"/>
                <a:gd name="T7" fmla="*/ 0 h 322"/>
                <a:gd name="T8" fmla="*/ 0 w 322"/>
                <a:gd name="T9" fmla="*/ 0 h 322"/>
                <a:gd name="T10" fmla="*/ 0 w 322"/>
                <a:gd name="T11" fmla="*/ 0 h 322"/>
                <a:gd name="T12" fmla="*/ 0 w 322"/>
                <a:gd name="T13" fmla="*/ 0 h 322"/>
                <a:gd name="T14" fmla="*/ 0 w 322"/>
                <a:gd name="T15" fmla="*/ 0 h 322"/>
                <a:gd name="T16" fmla="*/ 0 w 322"/>
                <a:gd name="T17" fmla="*/ 0 h 322"/>
                <a:gd name="T18" fmla="*/ 0 w 322"/>
                <a:gd name="T19" fmla="*/ 0 h 3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2"/>
                <a:gd name="T31" fmla="*/ 0 h 322"/>
                <a:gd name="T32" fmla="*/ 322 w 322"/>
                <a:gd name="T33" fmla="*/ 322 h 32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2" h="322">
                  <a:moveTo>
                    <a:pt x="321" y="162"/>
                  </a:moveTo>
                  <a:lnTo>
                    <a:pt x="274" y="47"/>
                  </a:lnTo>
                  <a:lnTo>
                    <a:pt x="161" y="0"/>
                  </a:lnTo>
                  <a:lnTo>
                    <a:pt x="47" y="47"/>
                  </a:lnTo>
                  <a:lnTo>
                    <a:pt x="0" y="162"/>
                  </a:lnTo>
                  <a:lnTo>
                    <a:pt x="47" y="275"/>
                  </a:lnTo>
                  <a:lnTo>
                    <a:pt x="161" y="322"/>
                  </a:lnTo>
                  <a:lnTo>
                    <a:pt x="274" y="275"/>
                  </a:lnTo>
                  <a:lnTo>
                    <a:pt x="321" y="162"/>
                  </a:lnTo>
                  <a:lnTo>
                    <a:pt x="322" y="162"/>
                  </a:lnTo>
                </a:path>
              </a:pathLst>
            </a:cu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Text Box 117"/>
            <p:cNvSpPr txBox="1">
              <a:spLocks noChangeArrowheads="1"/>
            </p:cNvSpPr>
            <p:nvPr/>
          </p:nvSpPr>
          <p:spPr bwMode="auto">
            <a:xfrm>
              <a:off x="920" y="374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rgbClr val="0000FF"/>
                  </a:solidFill>
                  <a:latin typeface="ISOCP" panose="00000400000000000000" pitchFamily="2" charset="0"/>
                  <a:ea typeface="楷体_GB2312" pitchFamily="49" charset="-122"/>
                </a:rPr>
                <a:t>3</a:t>
              </a:r>
            </a:p>
          </p:txBody>
        </p:sp>
      </p:grpSp>
      <p:grpSp>
        <p:nvGrpSpPr>
          <p:cNvPr id="134" name="Group 118"/>
          <p:cNvGrpSpPr/>
          <p:nvPr/>
        </p:nvGrpSpPr>
        <p:grpSpPr bwMode="auto">
          <a:xfrm>
            <a:off x="1126170" y="2563812"/>
            <a:ext cx="457200" cy="2894012"/>
            <a:chOff x="768" y="1876"/>
            <a:chExt cx="288" cy="1823"/>
          </a:xfrm>
        </p:grpSpPr>
        <p:sp>
          <p:nvSpPr>
            <p:cNvPr id="135" name="Freeform 119"/>
            <p:cNvSpPr>
              <a:spLocks noChangeArrowheads="1"/>
            </p:cNvSpPr>
            <p:nvPr/>
          </p:nvSpPr>
          <p:spPr bwMode="auto">
            <a:xfrm>
              <a:off x="833" y="1919"/>
              <a:ext cx="1" cy="1780"/>
            </a:xfrm>
            <a:custGeom>
              <a:avLst/>
              <a:gdLst>
                <a:gd name="T0" fmla="*/ 0 w 1"/>
                <a:gd name="T1" fmla="*/ 0 h 8907"/>
                <a:gd name="T2" fmla="*/ 0 w 1"/>
                <a:gd name="T3" fmla="*/ 0 h 8907"/>
                <a:gd name="T4" fmla="*/ 1 w 1"/>
                <a:gd name="T5" fmla="*/ 0 h 8907"/>
                <a:gd name="T6" fmla="*/ 0 60000 65536"/>
                <a:gd name="T7" fmla="*/ 0 60000 65536"/>
                <a:gd name="T8" fmla="*/ 0 60000 65536"/>
                <a:gd name="T9" fmla="*/ 0 w 1"/>
                <a:gd name="T10" fmla="*/ 0 h 8907"/>
                <a:gd name="T11" fmla="*/ 1 w 1"/>
                <a:gd name="T12" fmla="*/ 8907 h 89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907">
                  <a:moveTo>
                    <a:pt x="0" y="0"/>
                  </a:moveTo>
                  <a:lnTo>
                    <a:pt x="0" y="8907"/>
                  </a:lnTo>
                  <a:lnTo>
                    <a:pt x="1" y="8907"/>
                  </a:ln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120"/>
            <p:cNvSpPr>
              <a:spLocks noChangeArrowheads="1"/>
            </p:cNvSpPr>
            <p:nvPr/>
          </p:nvSpPr>
          <p:spPr bwMode="auto">
            <a:xfrm>
              <a:off x="802" y="1885"/>
              <a:ext cx="66" cy="64"/>
            </a:xfrm>
            <a:custGeom>
              <a:avLst/>
              <a:gdLst>
                <a:gd name="T0" fmla="*/ 0 w 323"/>
                <a:gd name="T1" fmla="*/ 0 h 322"/>
                <a:gd name="T2" fmla="*/ 0 w 323"/>
                <a:gd name="T3" fmla="*/ 0 h 322"/>
                <a:gd name="T4" fmla="*/ 0 w 323"/>
                <a:gd name="T5" fmla="*/ 0 h 322"/>
                <a:gd name="T6" fmla="*/ 0 w 323"/>
                <a:gd name="T7" fmla="*/ 0 h 322"/>
                <a:gd name="T8" fmla="*/ 0 w 323"/>
                <a:gd name="T9" fmla="*/ 0 h 322"/>
                <a:gd name="T10" fmla="*/ 0 w 323"/>
                <a:gd name="T11" fmla="*/ 0 h 322"/>
                <a:gd name="T12" fmla="*/ 0 w 323"/>
                <a:gd name="T13" fmla="*/ 0 h 322"/>
                <a:gd name="T14" fmla="*/ 0 w 323"/>
                <a:gd name="T15" fmla="*/ 0 h 322"/>
                <a:gd name="T16" fmla="*/ 0 w 323"/>
                <a:gd name="T17" fmla="*/ 0 h 322"/>
                <a:gd name="T18" fmla="*/ 0 w 323"/>
                <a:gd name="T19" fmla="*/ 0 h 3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3"/>
                <a:gd name="T31" fmla="*/ 0 h 322"/>
                <a:gd name="T32" fmla="*/ 323 w 323"/>
                <a:gd name="T33" fmla="*/ 322 h 32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3" h="322">
                  <a:moveTo>
                    <a:pt x="322" y="160"/>
                  </a:moveTo>
                  <a:lnTo>
                    <a:pt x="274" y="47"/>
                  </a:lnTo>
                  <a:lnTo>
                    <a:pt x="161" y="0"/>
                  </a:lnTo>
                  <a:lnTo>
                    <a:pt x="47" y="47"/>
                  </a:lnTo>
                  <a:lnTo>
                    <a:pt x="0" y="160"/>
                  </a:lnTo>
                  <a:lnTo>
                    <a:pt x="47" y="275"/>
                  </a:lnTo>
                  <a:lnTo>
                    <a:pt x="161" y="322"/>
                  </a:lnTo>
                  <a:lnTo>
                    <a:pt x="274" y="275"/>
                  </a:lnTo>
                  <a:lnTo>
                    <a:pt x="322" y="160"/>
                  </a:lnTo>
                  <a:lnTo>
                    <a:pt x="323" y="160"/>
                  </a:lnTo>
                </a:path>
              </a:pathLst>
            </a:cu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Text Box 121"/>
            <p:cNvSpPr txBox="1">
              <a:spLocks noChangeArrowheads="1"/>
            </p:cNvSpPr>
            <p:nvPr/>
          </p:nvSpPr>
          <p:spPr bwMode="auto">
            <a:xfrm>
              <a:off x="768" y="1876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rgbClr val="0000FF"/>
                  </a:solidFill>
                  <a:latin typeface="ISOCP" panose="00000400000000000000" pitchFamily="2" charset="0"/>
                  <a:ea typeface="楷体_GB2312" pitchFamily="49" charset="-122"/>
                </a:rPr>
                <a:t>5' </a:t>
              </a:r>
            </a:p>
          </p:txBody>
        </p:sp>
      </p:grpSp>
      <p:sp>
        <p:nvSpPr>
          <p:cNvPr id="138" name="Text Box 122"/>
          <p:cNvSpPr txBox="1">
            <a:spLocks noChangeArrowheads="1"/>
          </p:cNvSpPr>
          <p:nvPr/>
        </p:nvSpPr>
        <p:spPr bwMode="auto">
          <a:xfrm>
            <a:off x="6757033" y="1271587"/>
            <a:ext cx="2286000" cy="4206875"/>
          </a:xfrm>
          <a:prstGeom prst="rect">
            <a:avLst/>
          </a:prstGeom>
          <a:noFill/>
          <a:ln w="38100" cmpd="dbl">
            <a:solidFill>
              <a:srgbClr val="8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</a:rPr>
              <a:t>解题步骤</a:t>
            </a:r>
          </a:p>
          <a:p>
            <a:pPr algn="just">
              <a:spcBef>
                <a:spcPct val="50000"/>
              </a:spcBef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宋体" panose="02010600030101010101" pitchFamily="2" charset="-122"/>
              </a:rPr>
              <a:t>1 </a:t>
            </a: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</a:rPr>
              <a:t>分析选择辅助平面求解；</a:t>
            </a:r>
          </a:p>
          <a:p>
            <a:pPr algn="just">
              <a:spcBef>
                <a:spcPct val="50000"/>
              </a:spcBef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宋体" panose="02010600030101010101" pitchFamily="2" charset="-122"/>
              </a:rPr>
              <a:t>2 </a:t>
            </a: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</a:rPr>
              <a:t>求特殊点</a:t>
            </a:r>
            <a:r>
              <a:rPr lang="en-US" altLang="zh-CN" sz="2000" b="1" i="1">
                <a:solidFill>
                  <a:srgbClr val="0000FF"/>
                </a:solidFill>
                <a:latin typeface="宋体" panose="02010600030101010101" pitchFamily="2" charset="-122"/>
              </a:rPr>
              <a:t>Ⅰ</a:t>
            </a:r>
            <a:r>
              <a:rPr lang="en-US" altLang="zh-CN" sz="2000" b="1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000" b="1" i="1">
                <a:solidFill>
                  <a:srgbClr val="0000FF"/>
                </a:solidFill>
                <a:latin typeface="宋体" panose="02010600030101010101" pitchFamily="2" charset="-122"/>
              </a:rPr>
              <a:t>Ⅱ</a:t>
            </a:r>
            <a:r>
              <a:rPr lang="en-US" altLang="zh-CN" sz="2000" b="1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000" b="1" i="1">
                <a:solidFill>
                  <a:srgbClr val="0000FF"/>
                </a:solidFill>
                <a:latin typeface="宋体" panose="02010600030101010101" pitchFamily="2" charset="-122"/>
              </a:rPr>
              <a:t>Ⅲ</a:t>
            </a: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</a:p>
          <a:p>
            <a:pPr algn="just">
              <a:spcBef>
                <a:spcPct val="50000"/>
              </a:spcBef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宋体" panose="02010600030101010101" pitchFamily="2" charset="-122"/>
              </a:rPr>
              <a:t>3 </a:t>
            </a: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</a:rPr>
              <a:t>求一般点</a:t>
            </a:r>
            <a:r>
              <a:rPr lang="en-US" altLang="zh-CN" sz="2000" b="1" i="1">
                <a:solidFill>
                  <a:srgbClr val="0000FF"/>
                </a:solidFill>
                <a:latin typeface="宋体" panose="02010600030101010101" pitchFamily="2" charset="-122"/>
              </a:rPr>
              <a:t>Ⅳ</a:t>
            </a:r>
            <a:r>
              <a:rPr lang="en-US" altLang="zh-CN" sz="2000" b="1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000" b="1" i="1">
                <a:solidFill>
                  <a:srgbClr val="0000FF"/>
                </a:solidFill>
                <a:latin typeface="宋体" panose="02010600030101010101" pitchFamily="2" charset="-122"/>
              </a:rPr>
              <a:t>Ⅴ</a:t>
            </a: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</a:rPr>
              <a:t>；</a:t>
            </a:r>
          </a:p>
          <a:p>
            <a:pPr algn="just">
              <a:spcBef>
                <a:spcPct val="50000"/>
              </a:spcBef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宋体" panose="02010600030101010101" pitchFamily="2" charset="-122"/>
              </a:rPr>
              <a:t>4 </a:t>
            </a: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</a:rPr>
              <a:t>连接各点，作出相贯线，判可见性；</a:t>
            </a:r>
          </a:p>
          <a:p>
            <a:pPr algn="just">
              <a:spcBef>
                <a:spcPct val="50000"/>
              </a:spcBef>
              <a:buFontTx/>
              <a:buNone/>
            </a:pPr>
            <a:r>
              <a:rPr lang="en-US" altLang="zh-CN" sz="2000" b="1">
                <a:solidFill>
                  <a:srgbClr val="0000FF"/>
                </a:solidFill>
                <a:latin typeface="宋体" panose="02010600030101010101" pitchFamily="2" charset="-122"/>
              </a:rPr>
              <a:t>5 </a:t>
            </a: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</a:rPr>
              <a:t>整理轮廓线。</a:t>
            </a:r>
          </a:p>
        </p:txBody>
      </p:sp>
      <p:grpSp>
        <p:nvGrpSpPr>
          <p:cNvPr id="139" name="Group 126"/>
          <p:cNvGrpSpPr/>
          <p:nvPr/>
        </p:nvGrpSpPr>
        <p:grpSpPr bwMode="auto">
          <a:xfrm>
            <a:off x="5111787" y="1871662"/>
            <a:ext cx="552450" cy="412751"/>
            <a:chOff x="2157" y="858"/>
            <a:chExt cx="348" cy="260"/>
          </a:xfrm>
        </p:grpSpPr>
        <p:sp>
          <p:nvSpPr>
            <p:cNvPr id="140" name="Line 127"/>
            <p:cNvSpPr>
              <a:spLocks noChangeShapeType="1"/>
            </p:cNvSpPr>
            <p:nvPr/>
          </p:nvSpPr>
          <p:spPr bwMode="auto">
            <a:xfrm flipV="1">
              <a:off x="2157" y="911"/>
              <a:ext cx="348" cy="2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1" name="Line 128"/>
            <p:cNvSpPr>
              <a:spLocks noChangeShapeType="1"/>
            </p:cNvSpPr>
            <p:nvPr/>
          </p:nvSpPr>
          <p:spPr bwMode="auto">
            <a:xfrm flipH="1" flipV="1">
              <a:off x="2427" y="891"/>
              <a:ext cx="30" cy="52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2" name="Line 129"/>
            <p:cNvSpPr>
              <a:spLocks noChangeShapeType="1"/>
            </p:cNvSpPr>
            <p:nvPr/>
          </p:nvSpPr>
          <p:spPr bwMode="auto">
            <a:xfrm flipV="1">
              <a:off x="2427" y="858"/>
              <a:ext cx="59" cy="36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43" name="Line 130"/>
          <p:cNvSpPr>
            <a:spLocks noChangeShapeType="1"/>
          </p:cNvSpPr>
          <p:nvPr/>
        </p:nvSpPr>
        <p:spPr bwMode="auto">
          <a:xfrm>
            <a:off x="1611945" y="1638299"/>
            <a:ext cx="3500438" cy="952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4" name="Group 131"/>
          <p:cNvGrpSpPr/>
          <p:nvPr/>
        </p:nvGrpSpPr>
        <p:grpSpPr bwMode="auto">
          <a:xfrm>
            <a:off x="5050470" y="1300162"/>
            <a:ext cx="457200" cy="400050"/>
            <a:chOff x="3240" y="1080"/>
            <a:chExt cx="288" cy="252"/>
          </a:xfrm>
        </p:grpSpPr>
        <p:sp>
          <p:nvSpPr>
            <p:cNvPr id="145" name="Text Box 132"/>
            <p:cNvSpPr txBox="1">
              <a:spLocks noChangeArrowheads="1"/>
            </p:cNvSpPr>
            <p:nvPr/>
          </p:nvSpPr>
          <p:spPr bwMode="auto">
            <a:xfrm>
              <a:off x="3240" y="108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rgbClr val="0000FF"/>
                  </a:solidFill>
                  <a:latin typeface="ISOCP" panose="00000400000000000000" pitchFamily="2" charset="0"/>
                  <a:ea typeface="楷体_GB2312" pitchFamily="49" charset="-122"/>
                </a:rPr>
                <a:t>1"</a:t>
              </a:r>
            </a:p>
          </p:txBody>
        </p:sp>
        <p:sp>
          <p:nvSpPr>
            <p:cNvPr id="146" name="Freeform 133"/>
            <p:cNvSpPr>
              <a:spLocks noChangeArrowheads="1"/>
            </p:cNvSpPr>
            <p:nvPr/>
          </p:nvSpPr>
          <p:spPr bwMode="auto">
            <a:xfrm>
              <a:off x="3247" y="1268"/>
              <a:ext cx="66" cy="64"/>
            </a:xfrm>
            <a:custGeom>
              <a:avLst/>
              <a:gdLst>
                <a:gd name="T0" fmla="*/ 0 w 323"/>
                <a:gd name="T1" fmla="*/ 0 h 321"/>
                <a:gd name="T2" fmla="*/ 0 w 323"/>
                <a:gd name="T3" fmla="*/ 0 h 321"/>
                <a:gd name="T4" fmla="*/ 0 w 323"/>
                <a:gd name="T5" fmla="*/ 0 h 321"/>
                <a:gd name="T6" fmla="*/ 0 w 323"/>
                <a:gd name="T7" fmla="*/ 0 h 321"/>
                <a:gd name="T8" fmla="*/ 0 w 323"/>
                <a:gd name="T9" fmla="*/ 0 h 321"/>
                <a:gd name="T10" fmla="*/ 0 w 323"/>
                <a:gd name="T11" fmla="*/ 0 h 321"/>
                <a:gd name="T12" fmla="*/ 0 w 323"/>
                <a:gd name="T13" fmla="*/ 0 h 321"/>
                <a:gd name="T14" fmla="*/ 0 w 323"/>
                <a:gd name="T15" fmla="*/ 0 h 321"/>
                <a:gd name="T16" fmla="*/ 0 w 323"/>
                <a:gd name="T17" fmla="*/ 0 h 321"/>
                <a:gd name="T18" fmla="*/ 0 w 323"/>
                <a:gd name="T19" fmla="*/ 0 h 32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3"/>
                <a:gd name="T31" fmla="*/ 0 h 321"/>
                <a:gd name="T32" fmla="*/ 323 w 323"/>
                <a:gd name="T33" fmla="*/ 321 h 32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3" h="321">
                  <a:moveTo>
                    <a:pt x="322" y="161"/>
                  </a:moveTo>
                  <a:lnTo>
                    <a:pt x="275" y="46"/>
                  </a:lnTo>
                  <a:lnTo>
                    <a:pt x="162" y="0"/>
                  </a:lnTo>
                  <a:lnTo>
                    <a:pt x="47" y="46"/>
                  </a:lnTo>
                  <a:lnTo>
                    <a:pt x="0" y="161"/>
                  </a:lnTo>
                  <a:lnTo>
                    <a:pt x="47" y="274"/>
                  </a:lnTo>
                  <a:lnTo>
                    <a:pt x="162" y="321"/>
                  </a:lnTo>
                  <a:lnTo>
                    <a:pt x="275" y="274"/>
                  </a:lnTo>
                  <a:lnTo>
                    <a:pt x="322" y="161"/>
                  </a:lnTo>
                  <a:lnTo>
                    <a:pt x="323" y="161"/>
                  </a:lnTo>
                </a:path>
              </a:pathLst>
            </a:cu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7" name="Line 134"/>
          <p:cNvSpPr>
            <a:spLocks noChangeShapeType="1"/>
          </p:cNvSpPr>
          <p:nvPr/>
        </p:nvSpPr>
        <p:spPr bwMode="auto">
          <a:xfrm flipV="1">
            <a:off x="973770" y="2925039"/>
            <a:ext cx="4138613" cy="14288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8" name="Group 135"/>
          <p:cNvGrpSpPr/>
          <p:nvPr/>
        </p:nvGrpSpPr>
        <p:grpSpPr bwMode="auto">
          <a:xfrm>
            <a:off x="5061583" y="2855912"/>
            <a:ext cx="458787" cy="366712"/>
            <a:chOff x="3247" y="2060"/>
            <a:chExt cx="289" cy="231"/>
          </a:xfrm>
        </p:grpSpPr>
        <p:sp>
          <p:nvSpPr>
            <p:cNvPr id="149" name="Text Box 136"/>
            <p:cNvSpPr txBox="1">
              <a:spLocks noChangeArrowheads="1"/>
            </p:cNvSpPr>
            <p:nvPr/>
          </p:nvSpPr>
          <p:spPr bwMode="auto">
            <a:xfrm>
              <a:off x="3248" y="2060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rgbClr val="0000FF"/>
                  </a:solidFill>
                  <a:latin typeface="ISOCP" panose="00000400000000000000" pitchFamily="2" charset="0"/>
                  <a:ea typeface="楷体_GB2312" pitchFamily="49" charset="-122"/>
                </a:rPr>
                <a:t>2"</a:t>
              </a:r>
            </a:p>
          </p:txBody>
        </p:sp>
        <p:sp>
          <p:nvSpPr>
            <p:cNvPr id="150" name="Freeform 137"/>
            <p:cNvSpPr>
              <a:spLocks noChangeArrowheads="1"/>
            </p:cNvSpPr>
            <p:nvPr/>
          </p:nvSpPr>
          <p:spPr bwMode="auto">
            <a:xfrm>
              <a:off x="3247" y="2072"/>
              <a:ext cx="66" cy="64"/>
            </a:xfrm>
            <a:custGeom>
              <a:avLst/>
              <a:gdLst>
                <a:gd name="T0" fmla="*/ 0 w 323"/>
                <a:gd name="T1" fmla="*/ 0 h 322"/>
                <a:gd name="T2" fmla="*/ 0 w 323"/>
                <a:gd name="T3" fmla="*/ 0 h 322"/>
                <a:gd name="T4" fmla="*/ 0 w 323"/>
                <a:gd name="T5" fmla="*/ 0 h 322"/>
                <a:gd name="T6" fmla="*/ 0 w 323"/>
                <a:gd name="T7" fmla="*/ 0 h 322"/>
                <a:gd name="T8" fmla="*/ 0 w 323"/>
                <a:gd name="T9" fmla="*/ 0 h 322"/>
                <a:gd name="T10" fmla="*/ 0 w 323"/>
                <a:gd name="T11" fmla="*/ 0 h 322"/>
                <a:gd name="T12" fmla="*/ 0 w 323"/>
                <a:gd name="T13" fmla="*/ 0 h 322"/>
                <a:gd name="T14" fmla="*/ 0 w 323"/>
                <a:gd name="T15" fmla="*/ 0 h 322"/>
                <a:gd name="T16" fmla="*/ 0 w 323"/>
                <a:gd name="T17" fmla="*/ 0 h 322"/>
                <a:gd name="T18" fmla="*/ 0 w 323"/>
                <a:gd name="T19" fmla="*/ 0 h 3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3"/>
                <a:gd name="T31" fmla="*/ 0 h 322"/>
                <a:gd name="T32" fmla="*/ 323 w 323"/>
                <a:gd name="T33" fmla="*/ 322 h 32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3" h="322">
                  <a:moveTo>
                    <a:pt x="322" y="162"/>
                  </a:moveTo>
                  <a:lnTo>
                    <a:pt x="275" y="47"/>
                  </a:lnTo>
                  <a:lnTo>
                    <a:pt x="162" y="0"/>
                  </a:lnTo>
                  <a:lnTo>
                    <a:pt x="47" y="47"/>
                  </a:lnTo>
                  <a:lnTo>
                    <a:pt x="0" y="162"/>
                  </a:lnTo>
                  <a:lnTo>
                    <a:pt x="47" y="275"/>
                  </a:lnTo>
                  <a:lnTo>
                    <a:pt x="162" y="322"/>
                  </a:lnTo>
                  <a:lnTo>
                    <a:pt x="275" y="275"/>
                  </a:lnTo>
                  <a:lnTo>
                    <a:pt x="322" y="162"/>
                  </a:lnTo>
                  <a:lnTo>
                    <a:pt x="323" y="162"/>
                  </a:lnTo>
                </a:path>
              </a:pathLst>
            </a:cu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1" name="Group 138"/>
          <p:cNvGrpSpPr/>
          <p:nvPr/>
        </p:nvGrpSpPr>
        <p:grpSpPr bwMode="auto">
          <a:xfrm>
            <a:off x="907095" y="4330699"/>
            <a:ext cx="457200" cy="1311275"/>
            <a:chOff x="636" y="2989"/>
            <a:chExt cx="288" cy="826"/>
          </a:xfrm>
        </p:grpSpPr>
        <p:sp>
          <p:nvSpPr>
            <p:cNvPr id="152" name="Freeform 139"/>
            <p:cNvSpPr>
              <a:spLocks noChangeArrowheads="1"/>
            </p:cNvSpPr>
            <p:nvPr/>
          </p:nvSpPr>
          <p:spPr bwMode="auto">
            <a:xfrm>
              <a:off x="801" y="3667"/>
              <a:ext cx="63" cy="64"/>
            </a:xfrm>
            <a:custGeom>
              <a:avLst/>
              <a:gdLst>
                <a:gd name="T0" fmla="*/ 0 w 323"/>
                <a:gd name="T1" fmla="*/ 0 h 321"/>
                <a:gd name="T2" fmla="*/ 0 w 323"/>
                <a:gd name="T3" fmla="*/ 0 h 321"/>
                <a:gd name="T4" fmla="*/ 0 w 323"/>
                <a:gd name="T5" fmla="*/ 0 h 321"/>
                <a:gd name="T6" fmla="*/ 0 w 323"/>
                <a:gd name="T7" fmla="*/ 0 h 321"/>
                <a:gd name="T8" fmla="*/ 0 w 323"/>
                <a:gd name="T9" fmla="*/ 0 h 321"/>
                <a:gd name="T10" fmla="*/ 0 w 323"/>
                <a:gd name="T11" fmla="*/ 0 h 321"/>
                <a:gd name="T12" fmla="*/ 0 w 323"/>
                <a:gd name="T13" fmla="*/ 0 h 321"/>
                <a:gd name="T14" fmla="*/ 0 w 323"/>
                <a:gd name="T15" fmla="*/ 0 h 321"/>
                <a:gd name="T16" fmla="*/ 0 w 323"/>
                <a:gd name="T17" fmla="*/ 0 h 321"/>
                <a:gd name="T18" fmla="*/ 0 w 323"/>
                <a:gd name="T19" fmla="*/ 0 h 32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3"/>
                <a:gd name="T31" fmla="*/ 0 h 321"/>
                <a:gd name="T32" fmla="*/ 323 w 323"/>
                <a:gd name="T33" fmla="*/ 321 h 32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3" h="321">
                  <a:moveTo>
                    <a:pt x="322" y="161"/>
                  </a:moveTo>
                  <a:lnTo>
                    <a:pt x="275" y="47"/>
                  </a:lnTo>
                  <a:lnTo>
                    <a:pt x="162" y="0"/>
                  </a:lnTo>
                  <a:lnTo>
                    <a:pt x="47" y="47"/>
                  </a:lnTo>
                  <a:lnTo>
                    <a:pt x="0" y="161"/>
                  </a:lnTo>
                  <a:lnTo>
                    <a:pt x="47" y="274"/>
                  </a:lnTo>
                  <a:lnTo>
                    <a:pt x="162" y="321"/>
                  </a:lnTo>
                  <a:lnTo>
                    <a:pt x="275" y="274"/>
                  </a:lnTo>
                  <a:lnTo>
                    <a:pt x="322" y="161"/>
                  </a:lnTo>
                  <a:lnTo>
                    <a:pt x="323" y="161"/>
                  </a:lnTo>
                </a:path>
              </a:pathLst>
            </a:custGeom>
            <a:solidFill>
              <a:schemeClr val="bg1"/>
            </a:solidFill>
            <a:ln w="38100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140"/>
            <p:cNvSpPr>
              <a:spLocks noChangeArrowheads="1"/>
            </p:cNvSpPr>
            <p:nvPr/>
          </p:nvSpPr>
          <p:spPr bwMode="auto">
            <a:xfrm>
              <a:off x="801" y="2989"/>
              <a:ext cx="63" cy="66"/>
            </a:xfrm>
            <a:custGeom>
              <a:avLst/>
              <a:gdLst>
                <a:gd name="T0" fmla="*/ 0 w 323"/>
                <a:gd name="T1" fmla="*/ 0 h 323"/>
                <a:gd name="T2" fmla="*/ 0 w 323"/>
                <a:gd name="T3" fmla="*/ 0 h 323"/>
                <a:gd name="T4" fmla="*/ 0 w 323"/>
                <a:gd name="T5" fmla="*/ 0 h 323"/>
                <a:gd name="T6" fmla="*/ 0 w 323"/>
                <a:gd name="T7" fmla="*/ 0 h 323"/>
                <a:gd name="T8" fmla="*/ 0 w 323"/>
                <a:gd name="T9" fmla="*/ 0 h 323"/>
                <a:gd name="T10" fmla="*/ 0 w 323"/>
                <a:gd name="T11" fmla="*/ 0 h 323"/>
                <a:gd name="T12" fmla="*/ 0 w 323"/>
                <a:gd name="T13" fmla="*/ 0 h 323"/>
                <a:gd name="T14" fmla="*/ 0 w 323"/>
                <a:gd name="T15" fmla="*/ 0 h 323"/>
                <a:gd name="T16" fmla="*/ 0 w 323"/>
                <a:gd name="T17" fmla="*/ 0 h 323"/>
                <a:gd name="T18" fmla="*/ 0 w 323"/>
                <a:gd name="T19" fmla="*/ 0 h 32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23"/>
                <a:gd name="T31" fmla="*/ 0 h 323"/>
                <a:gd name="T32" fmla="*/ 323 w 323"/>
                <a:gd name="T33" fmla="*/ 323 h 32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23" h="323">
                  <a:moveTo>
                    <a:pt x="322" y="161"/>
                  </a:moveTo>
                  <a:lnTo>
                    <a:pt x="275" y="48"/>
                  </a:lnTo>
                  <a:lnTo>
                    <a:pt x="162" y="0"/>
                  </a:lnTo>
                  <a:lnTo>
                    <a:pt x="47" y="48"/>
                  </a:lnTo>
                  <a:lnTo>
                    <a:pt x="0" y="161"/>
                  </a:lnTo>
                  <a:lnTo>
                    <a:pt x="47" y="275"/>
                  </a:lnTo>
                  <a:lnTo>
                    <a:pt x="162" y="323"/>
                  </a:lnTo>
                  <a:lnTo>
                    <a:pt x="275" y="275"/>
                  </a:lnTo>
                  <a:lnTo>
                    <a:pt x="322" y="161"/>
                  </a:lnTo>
                  <a:lnTo>
                    <a:pt x="323" y="161"/>
                  </a:lnTo>
                </a:path>
              </a:pathLst>
            </a:custGeom>
            <a:solidFill>
              <a:schemeClr val="bg1"/>
            </a:solidFill>
            <a:ln w="38100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Text Box 141"/>
            <p:cNvSpPr txBox="1">
              <a:spLocks noChangeArrowheads="1"/>
            </p:cNvSpPr>
            <p:nvPr/>
          </p:nvSpPr>
          <p:spPr bwMode="auto">
            <a:xfrm>
              <a:off x="636" y="358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CN" sz="1800" b="1" i="1">
                  <a:solidFill>
                    <a:srgbClr val="008000"/>
                  </a:solidFill>
                  <a:latin typeface="ISOCP" panose="00000400000000000000" pitchFamily="2" charset="0"/>
                  <a:ea typeface="楷体_GB2312" pitchFamily="49" charset="-122"/>
                </a:rPr>
                <a:t>5</a:t>
              </a:r>
            </a:p>
          </p:txBody>
        </p:sp>
      </p:grpSp>
      <p:pic>
        <p:nvPicPr>
          <p:cNvPr id="155" name="Picture 15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91" t="31706" r="20296" b="21484"/>
          <a:stretch>
            <a:fillRect/>
          </a:stretch>
        </p:blipFill>
        <p:spPr bwMode="auto">
          <a:xfrm>
            <a:off x="4190045" y="3843337"/>
            <a:ext cx="2446338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8" name="Line 127">
            <a:extLst>
              <a:ext uri="{FF2B5EF4-FFF2-40B4-BE49-F238E27FC236}">
                <a16:creationId xmlns:a16="http://schemas.microsoft.com/office/drawing/2014/main" id="{E21779D7-58A0-4E01-9E84-9E5E1F05A84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1787" y="793026"/>
            <a:ext cx="552450" cy="117071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uiExpand="1" build="p" animBg="1"/>
      <p:bldP spid="15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59"/>
          <p:cNvSpPr txBox="1">
            <a:spLocks noChangeArrowheads="1"/>
          </p:cNvSpPr>
          <p:nvPr/>
        </p:nvSpPr>
        <p:spPr bwMode="auto">
          <a:xfrm>
            <a:off x="257175" y="576263"/>
            <a:ext cx="8172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[例] 求圆柱与半球相贯线的投影。</a:t>
            </a:r>
          </a:p>
        </p:txBody>
      </p:sp>
      <p:grpSp>
        <p:nvGrpSpPr>
          <p:cNvPr id="20" name="Group 3"/>
          <p:cNvGrpSpPr/>
          <p:nvPr/>
        </p:nvGrpSpPr>
        <p:grpSpPr bwMode="auto">
          <a:xfrm>
            <a:off x="449263" y="1571625"/>
            <a:ext cx="5715000" cy="4419600"/>
            <a:chOff x="528" y="960"/>
            <a:chExt cx="3600" cy="2784"/>
          </a:xfrm>
        </p:grpSpPr>
        <p:sp>
          <p:nvSpPr>
            <p:cNvPr id="21" name="Oval 4"/>
            <p:cNvSpPr>
              <a:spLocks noChangeArrowheads="1"/>
            </p:cNvSpPr>
            <p:nvPr/>
          </p:nvSpPr>
          <p:spPr bwMode="auto">
            <a:xfrm>
              <a:off x="2496" y="1056"/>
              <a:ext cx="1536" cy="153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22" name="Group 5"/>
            <p:cNvGrpSpPr/>
            <p:nvPr/>
          </p:nvGrpSpPr>
          <p:grpSpPr bwMode="auto">
            <a:xfrm>
              <a:off x="528" y="960"/>
              <a:ext cx="3600" cy="2784"/>
              <a:chOff x="528" y="960"/>
              <a:chExt cx="3600" cy="2784"/>
            </a:xfrm>
          </p:grpSpPr>
          <p:grpSp>
            <p:nvGrpSpPr>
              <p:cNvPr id="23" name="Group 6"/>
              <p:cNvGrpSpPr/>
              <p:nvPr/>
            </p:nvGrpSpPr>
            <p:grpSpPr bwMode="auto">
              <a:xfrm>
                <a:off x="528" y="960"/>
                <a:ext cx="1824" cy="1680"/>
                <a:chOff x="528" y="960"/>
                <a:chExt cx="1824" cy="1680"/>
              </a:xfrm>
            </p:grpSpPr>
            <p:grpSp>
              <p:nvGrpSpPr>
                <p:cNvPr id="42" name="Group 7"/>
                <p:cNvGrpSpPr/>
                <p:nvPr/>
              </p:nvGrpSpPr>
              <p:grpSpPr bwMode="auto">
                <a:xfrm>
                  <a:off x="528" y="960"/>
                  <a:ext cx="1824" cy="1680"/>
                  <a:chOff x="528" y="960"/>
                  <a:chExt cx="1824" cy="1680"/>
                </a:xfrm>
              </p:grpSpPr>
              <p:sp>
                <p:nvSpPr>
                  <p:cNvPr id="44" name="Oval 8"/>
                  <p:cNvSpPr>
                    <a:spLocks noChangeArrowheads="1"/>
                  </p:cNvSpPr>
                  <p:nvPr/>
                </p:nvSpPr>
                <p:spPr bwMode="auto">
                  <a:xfrm>
                    <a:off x="768" y="1056"/>
                    <a:ext cx="1536" cy="1537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3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 b="1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楷体_GB2312" pitchFamily="49" charset="-122"/>
                    </a:endParaRPr>
                  </a:p>
                </p:txBody>
              </p:sp>
              <p:sp>
                <p:nvSpPr>
                  <p:cNvPr id="45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672" y="1824"/>
                    <a:ext cx="1680" cy="816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bg1"/>
                    </a:solidFill>
                    <a:miter lim="800000"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32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8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•"/>
                      <a:defRPr sz="24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–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Arial" panose="020B0604020202020204" pitchFamily="34" charset="0"/>
                      <a:buChar char="»"/>
                      <a:defRPr sz="200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1800" b="1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楷体_GB2312" pitchFamily="49" charset="-122"/>
                    </a:endParaRPr>
                  </a:p>
                </p:txBody>
              </p:sp>
              <p:grpSp>
                <p:nvGrpSpPr>
                  <p:cNvPr id="46" name="Group 10"/>
                  <p:cNvGrpSpPr/>
                  <p:nvPr/>
                </p:nvGrpSpPr>
                <p:grpSpPr bwMode="auto">
                  <a:xfrm>
                    <a:off x="528" y="960"/>
                    <a:ext cx="1776" cy="960"/>
                    <a:chOff x="528" y="960"/>
                    <a:chExt cx="1776" cy="960"/>
                  </a:xfrm>
                </p:grpSpPr>
                <p:sp>
                  <p:nvSpPr>
                    <p:cNvPr id="47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768" y="1824"/>
                      <a:ext cx="1536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8" name="Freeform 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2" y="1056"/>
                      <a:ext cx="118" cy="624"/>
                    </a:xfrm>
                    <a:custGeom>
                      <a:avLst/>
                      <a:gdLst>
                        <a:gd name="T0" fmla="*/ 0 w 96"/>
                        <a:gd name="T1" fmla="*/ 0 h 624"/>
                        <a:gd name="T2" fmla="*/ 0 w 96"/>
                        <a:gd name="T3" fmla="*/ 624 h 624"/>
                        <a:gd name="T4" fmla="*/ 500 w 96"/>
                        <a:gd name="T5" fmla="*/ 624 h 624"/>
                        <a:gd name="T6" fmla="*/ 0 60000 65536"/>
                        <a:gd name="T7" fmla="*/ 0 60000 65536"/>
                        <a:gd name="T8" fmla="*/ 0 60000 65536"/>
                        <a:gd name="T9" fmla="*/ 0 w 96"/>
                        <a:gd name="T10" fmla="*/ 0 h 624"/>
                        <a:gd name="T11" fmla="*/ 96 w 96"/>
                        <a:gd name="T12" fmla="*/ 624 h 624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96" h="624">
                          <a:moveTo>
                            <a:pt x="0" y="0"/>
                          </a:moveTo>
                          <a:lnTo>
                            <a:pt x="0" y="624"/>
                          </a:lnTo>
                          <a:lnTo>
                            <a:pt x="96" y="624"/>
                          </a:lnTo>
                        </a:path>
                      </a:pathLst>
                    </a:custGeom>
                    <a:noFill/>
                    <a:ln w="38100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9" name="Line 1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536" y="960"/>
                      <a:ext cx="0" cy="96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prstDash val="lgDashDot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0" name="Rectangle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68" y="1070"/>
                      <a:ext cx="745" cy="596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9525">
                      <a:solidFill>
                        <a:schemeClr val="bg1"/>
                      </a:solidFill>
                      <a:miter lim="800000"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buChar char="•"/>
                        <a:defRPr sz="3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buChar char="–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buChar char="•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buChar char="–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buChar char="»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»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»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»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»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18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  <p:sp>
                  <p:nvSpPr>
                    <p:cNvPr id="51" name="Line 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28" y="1366"/>
                      <a:ext cx="816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prstDash val="lgDashDot"/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  <p:sp>
              <p:nvSpPr>
                <p:cNvPr id="43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672" y="1056"/>
                  <a:ext cx="86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4" name="Group 17"/>
              <p:cNvGrpSpPr/>
              <p:nvPr/>
            </p:nvGrpSpPr>
            <p:grpSpPr bwMode="auto">
              <a:xfrm>
                <a:off x="576" y="960"/>
                <a:ext cx="3552" cy="2784"/>
                <a:chOff x="576" y="960"/>
                <a:chExt cx="3552" cy="2784"/>
              </a:xfrm>
            </p:grpSpPr>
            <p:sp>
              <p:nvSpPr>
                <p:cNvPr id="25" name="Oval 18"/>
                <p:cNvSpPr>
                  <a:spLocks noChangeArrowheads="1"/>
                </p:cNvSpPr>
                <p:nvPr/>
              </p:nvSpPr>
              <p:spPr bwMode="auto">
                <a:xfrm>
                  <a:off x="768" y="2112"/>
                  <a:ext cx="1536" cy="1537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endParaRPr lang="zh-CN" altLang="en-US" sz="1800" b="1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grpSp>
              <p:nvGrpSpPr>
                <p:cNvPr id="26" name="Group 19"/>
                <p:cNvGrpSpPr/>
                <p:nvPr/>
              </p:nvGrpSpPr>
              <p:grpSpPr bwMode="auto">
                <a:xfrm>
                  <a:off x="576" y="960"/>
                  <a:ext cx="3552" cy="2784"/>
                  <a:chOff x="576" y="960"/>
                  <a:chExt cx="3552" cy="2784"/>
                </a:xfrm>
              </p:grpSpPr>
              <p:grpSp>
                <p:nvGrpSpPr>
                  <p:cNvPr id="27" name="Group 20"/>
                  <p:cNvGrpSpPr/>
                  <p:nvPr/>
                </p:nvGrpSpPr>
                <p:grpSpPr bwMode="auto">
                  <a:xfrm>
                    <a:off x="2448" y="960"/>
                    <a:ext cx="1680" cy="1728"/>
                    <a:chOff x="2448" y="960"/>
                    <a:chExt cx="1680" cy="1728"/>
                  </a:xfrm>
                </p:grpSpPr>
                <p:sp>
                  <p:nvSpPr>
                    <p:cNvPr id="36" name="Rectangle 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48" y="1837"/>
                      <a:ext cx="1680" cy="851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9525">
                      <a:solidFill>
                        <a:schemeClr val="bg1"/>
                      </a:solidFill>
                      <a:miter lim="800000"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buChar char="•"/>
                        <a:defRPr sz="32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buChar char="–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buChar char="•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buChar char="–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buChar char="»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»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»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»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Char char="»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1800" b="1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p:txBody>
                </p:sp>
                <p:grpSp>
                  <p:nvGrpSpPr>
                    <p:cNvPr id="37" name="Group 22"/>
                    <p:cNvGrpSpPr/>
                    <p:nvPr/>
                  </p:nvGrpSpPr>
                  <p:grpSpPr bwMode="auto">
                    <a:xfrm>
                      <a:off x="2496" y="960"/>
                      <a:ext cx="1536" cy="912"/>
                      <a:chOff x="2496" y="960"/>
                      <a:chExt cx="1536" cy="912"/>
                    </a:xfrm>
                  </p:grpSpPr>
                  <p:sp>
                    <p:nvSpPr>
                      <p:cNvPr id="38" name="Line 2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496" y="1824"/>
                        <a:ext cx="1536" cy="0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9" name="Line 2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880" y="1366"/>
                        <a:ext cx="816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prstDash val="lgDashDot"/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40" name="Line 25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264" y="960"/>
                        <a:ext cx="0" cy="91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prstDash val="lgDashDot"/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41" name="Oval 2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58" y="1056"/>
                        <a:ext cx="621" cy="621"/>
                      </a:xfrm>
                      <a:prstGeom prst="ellips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Font typeface="Arial" panose="020B0604020202020204" pitchFamily="34" charset="0"/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Font typeface="Arial" panose="020B0604020202020204" pitchFamily="34" charset="0"/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Arial" panose="020B0604020202020204" pitchFamily="34" charset="0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Arial" panose="020B0604020202020204" pitchFamily="34" charset="0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Arial" panose="020B0604020202020204" pitchFamily="34" charset="0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Arial" panose="020B0604020202020204" pitchFamily="34" charset="0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Arial" panose="020B0604020202020204" pitchFamily="34" charset="0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Arial" panose="020B0604020202020204" pitchFamily="34" charset="0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8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endParaRPr>
                      </a:p>
                    </p:txBody>
                  </p:sp>
                </p:grpSp>
              </p:grpSp>
              <p:grpSp>
                <p:nvGrpSpPr>
                  <p:cNvPr id="28" name="Group 27"/>
                  <p:cNvGrpSpPr/>
                  <p:nvPr/>
                </p:nvGrpSpPr>
                <p:grpSpPr bwMode="auto">
                  <a:xfrm>
                    <a:off x="576" y="2064"/>
                    <a:ext cx="1824" cy="1680"/>
                    <a:chOff x="576" y="2064"/>
                    <a:chExt cx="1824" cy="1680"/>
                  </a:xfrm>
                </p:grpSpPr>
                <p:sp>
                  <p:nvSpPr>
                    <p:cNvPr id="29" name="Line 2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64" y="2556"/>
                      <a:ext cx="283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30" name="Group 29"/>
                    <p:cNvGrpSpPr/>
                    <p:nvPr/>
                  </p:nvGrpSpPr>
                  <p:grpSpPr bwMode="auto">
                    <a:xfrm>
                      <a:off x="576" y="2064"/>
                      <a:ext cx="1824" cy="1680"/>
                      <a:chOff x="576" y="2064"/>
                      <a:chExt cx="1824" cy="1680"/>
                    </a:xfrm>
                  </p:grpSpPr>
                  <p:sp>
                    <p:nvSpPr>
                      <p:cNvPr id="31" name="Line 3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536" y="2064"/>
                        <a:ext cx="0" cy="168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prstDash val="lgDashDot"/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2" name="Freeform 3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72" y="2567"/>
                        <a:ext cx="277" cy="624"/>
                      </a:xfrm>
                      <a:custGeom>
                        <a:avLst/>
                        <a:gdLst>
                          <a:gd name="T0" fmla="*/ 0 w 96"/>
                          <a:gd name="T1" fmla="*/ 0 h 624"/>
                          <a:gd name="T2" fmla="*/ 0 w 96"/>
                          <a:gd name="T3" fmla="*/ 624 h 624"/>
                          <a:gd name="T4" fmla="*/ 461023 w 96"/>
                          <a:gd name="T5" fmla="*/ 624 h 624"/>
                          <a:gd name="T6" fmla="*/ 0 60000 65536"/>
                          <a:gd name="T7" fmla="*/ 0 60000 65536"/>
                          <a:gd name="T8" fmla="*/ 0 60000 65536"/>
                          <a:gd name="T9" fmla="*/ 0 w 96"/>
                          <a:gd name="T10" fmla="*/ 0 h 624"/>
                          <a:gd name="T11" fmla="*/ 96 w 96"/>
                          <a:gd name="T12" fmla="*/ 624 h 624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96" h="624">
                            <a:moveTo>
                              <a:pt x="0" y="0"/>
                            </a:moveTo>
                            <a:lnTo>
                              <a:pt x="0" y="624"/>
                            </a:lnTo>
                            <a:lnTo>
                              <a:pt x="96" y="624"/>
                            </a:lnTo>
                          </a:path>
                        </a:pathLst>
                      </a:custGeom>
                      <a:noFill/>
                      <a:ln w="38100">
                        <a:solidFill>
                          <a:schemeClr val="tx1"/>
                        </a:solidFill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3" name="Rectangle 3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20" y="2567"/>
                        <a:ext cx="192" cy="601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1"/>
                        </a:solidFill>
                        <a:miter lim="800000"/>
                      </a:ln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Font typeface="Arial" panose="020B0604020202020204" pitchFamily="34" charset="0"/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Font typeface="Arial" panose="020B0604020202020204" pitchFamily="34" charset="0"/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Arial" panose="020B0604020202020204" pitchFamily="34" charset="0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Arial" panose="020B0604020202020204" pitchFamily="34" charset="0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Arial" panose="020B0604020202020204" pitchFamily="34" charset="0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Arial" panose="020B0604020202020204" pitchFamily="34" charset="0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Arial" panose="020B0604020202020204" pitchFamily="34" charset="0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Arial" panose="020B0604020202020204" pitchFamily="34" charset="0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8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endParaRPr>
                      </a:p>
                    </p:txBody>
                  </p:sp>
                  <p:sp>
                    <p:nvSpPr>
                      <p:cNvPr id="34" name="Line 3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76" y="2880"/>
                        <a:ext cx="1824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prstDash val="lgDashDot"/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35" name="Oval 3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768" y="2112"/>
                        <a:ext cx="1536" cy="1537"/>
                      </a:xfrm>
                      <a:prstGeom prst="ellipse">
                        <a:avLst/>
                      </a:prstGeom>
                      <a:noFill/>
                      <a:ln w="12700">
                        <a:solidFill>
                          <a:schemeClr val="tx1"/>
                        </a:solidFill>
                        <a:prstDash val="dash"/>
                        <a:rou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Font typeface="Arial" panose="020B0604020202020204" pitchFamily="34" charset="0"/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Font typeface="Arial" panose="020B0604020202020204" pitchFamily="34" charset="0"/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Font typeface="Arial" panose="020B0604020202020204" pitchFamily="34" charset="0"/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Font typeface="Arial" panose="020B0604020202020204" pitchFamily="34" charset="0"/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Font typeface="Arial" panose="020B0604020202020204" pitchFamily="34" charset="0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Arial" panose="020B0604020202020204" pitchFamily="34" charset="0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Arial" panose="020B0604020202020204" pitchFamily="34" charset="0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Arial" panose="020B0604020202020204" pitchFamily="34" charset="0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Font typeface="Arial" panose="020B0604020202020204" pitchFamily="34" charset="0"/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1800" b="1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endParaRPr>
                      </a:p>
                    </p:txBody>
                  </p:sp>
                </p:grpSp>
              </p:grpSp>
            </p:grpSp>
          </p:grpSp>
        </p:grpSp>
      </p:grpSp>
      <p:sp>
        <p:nvSpPr>
          <p:cNvPr id="52" name="Text Box 35"/>
          <p:cNvSpPr txBox="1">
            <a:spLocks noChangeArrowheads="1"/>
          </p:cNvSpPr>
          <p:nvPr/>
        </p:nvSpPr>
        <p:spPr bwMode="auto">
          <a:xfrm>
            <a:off x="6921500" y="611188"/>
            <a:ext cx="1716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作图步骤：</a:t>
            </a:r>
          </a:p>
        </p:txBody>
      </p:sp>
      <p:sp>
        <p:nvSpPr>
          <p:cNvPr id="53" name="Text Box 36"/>
          <p:cNvSpPr txBox="1">
            <a:spLocks noChangeArrowheads="1"/>
          </p:cNvSpPr>
          <p:nvPr/>
        </p:nvSpPr>
        <p:spPr bwMode="auto">
          <a:xfrm>
            <a:off x="6999288" y="981075"/>
            <a:ext cx="1846262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0000FF"/>
                </a:solidFill>
                <a:latin typeface="宋体" panose="02010600030101010101" pitchFamily="2" charset="-122"/>
              </a:rPr>
              <a:t>做题步骤：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00FF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1800" b="1">
                <a:solidFill>
                  <a:srgbClr val="0000FF"/>
                </a:solidFill>
                <a:latin typeface="宋体" panose="02010600030101010101" pitchFamily="2" charset="-122"/>
              </a:rPr>
              <a:t>）求特殊点：</a:t>
            </a:r>
          </a:p>
        </p:txBody>
      </p:sp>
      <p:sp>
        <p:nvSpPr>
          <p:cNvPr id="54" name="Line 37"/>
          <p:cNvSpPr>
            <a:spLocks noChangeShapeType="1"/>
          </p:cNvSpPr>
          <p:nvPr/>
        </p:nvSpPr>
        <p:spPr bwMode="auto">
          <a:xfrm>
            <a:off x="890588" y="2728913"/>
            <a:ext cx="1587" cy="1905000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5" name="Group 38"/>
          <p:cNvGrpSpPr/>
          <p:nvPr/>
        </p:nvGrpSpPr>
        <p:grpSpPr bwMode="auto">
          <a:xfrm>
            <a:off x="4740275" y="1357313"/>
            <a:ext cx="565150" cy="420687"/>
            <a:chOff x="3216" y="816"/>
            <a:chExt cx="356" cy="265"/>
          </a:xfrm>
        </p:grpSpPr>
        <p:sp>
          <p:nvSpPr>
            <p:cNvPr id="56" name="Text Box 39"/>
            <p:cNvSpPr txBox="1">
              <a:spLocks noChangeArrowheads="1"/>
            </p:cNvSpPr>
            <p:nvPr/>
          </p:nvSpPr>
          <p:spPr bwMode="auto">
            <a:xfrm>
              <a:off x="3216" y="816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rgbClr val="CC33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1″</a:t>
              </a:r>
            </a:p>
          </p:txBody>
        </p:sp>
        <p:sp>
          <p:nvSpPr>
            <p:cNvPr id="57" name="Oval 40"/>
            <p:cNvSpPr>
              <a:spLocks noChangeArrowheads="1"/>
            </p:cNvSpPr>
            <p:nvPr/>
          </p:nvSpPr>
          <p:spPr bwMode="auto">
            <a:xfrm>
              <a:off x="3239" y="1033"/>
              <a:ext cx="48" cy="4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58" name="Group 41"/>
          <p:cNvGrpSpPr/>
          <p:nvPr/>
        </p:nvGrpSpPr>
        <p:grpSpPr bwMode="auto">
          <a:xfrm>
            <a:off x="1997075" y="1403350"/>
            <a:ext cx="565150" cy="396875"/>
            <a:chOff x="1488" y="845"/>
            <a:chExt cx="346" cy="252"/>
          </a:xfrm>
        </p:grpSpPr>
        <p:sp>
          <p:nvSpPr>
            <p:cNvPr id="59" name="Text Box 42"/>
            <p:cNvSpPr txBox="1">
              <a:spLocks noChangeArrowheads="1"/>
            </p:cNvSpPr>
            <p:nvPr/>
          </p:nvSpPr>
          <p:spPr bwMode="auto">
            <a:xfrm>
              <a:off x="1488" y="845"/>
              <a:ext cx="34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rgbClr val="CC33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1′</a:t>
              </a:r>
            </a:p>
          </p:txBody>
        </p:sp>
        <p:sp>
          <p:nvSpPr>
            <p:cNvPr id="60" name="Oval 43"/>
            <p:cNvSpPr>
              <a:spLocks noChangeArrowheads="1"/>
            </p:cNvSpPr>
            <p:nvPr/>
          </p:nvSpPr>
          <p:spPr bwMode="auto">
            <a:xfrm>
              <a:off x="1514" y="1033"/>
              <a:ext cx="48" cy="4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61" name="Line 44"/>
          <p:cNvSpPr>
            <a:spLocks noChangeShapeType="1"/>
          </p:cNvSpPr>
          <p:nvPr/>
        </p:nvSpPr>
        <p:spPr bwMode="auto">
          <a:xfrm>
            <a:off x="854075" y="2728913"/>
            <a:ext cx="3962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Text Box 45"/>
          <p:cNvSpPr txBox="1">
            <a:spLocks noChangeArrowheads="1"/>
          </p:cNvSpPr>
          <p:nvPr/>
        </p:nvSpPr>
        <p:spPr bwMode="auto">
          <a:xfrm>
            <a:off x="7094538" y="1670050"/>
            <a:ext cx="167798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00FF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1800" b="1">
                <a:solidFill>
                  <a:srgbClr val="0000FF"/>
                </a:solidFill>
                <a:latin typeface="宋体" panose="02010600030101010101" pitchFamily="2" charset="-122"/>
              </a:rPr>
              <a:t>）求一般点：</a:t>
            </a:r>
          </a:p>
        </p:txBody>
      </p:sp>
      <p:grpSp>
        <p:nvGrpSpPr>
          <p:cNvPr id="63" name="Group 46"/>
          <p:cNvGrpSpPr/>
          <p:nvPr/>
        </p:nvGrpSpPr>
        <p:grpSpPr bwMode="auto">
          <a:xfrm>
            <a:off x="15875" y="1585913"/>
            <a:ext cx="6551613" cy="396875"/>
            <a:chOff x="230" y="957"/>
            <a:chExt cx="4126" cy="253"/>
          </a:xfrm>
        </p:grpSpPr>
        <p:sp>
          <p:nvSpPr>
            <p:cNvPr id="64" name="Line 47"/>
            <p:cNvSpPr>
              <a:spLocks noChangeShapeType="1"/>
            </p:cNvSpPr>
            <p:nvPr/>
          </p:nvSpPr>
          <p:spPr bwMode="auto">
            <a:xfrm>
              <a:off x="336" y="1174"/>
              <a:ext cx="3888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 Box 48"/>
            <p:cNvSpPr txBox="1">
              <a:spLocks noChangeArrowheads="1"/>
            </p:cNvSpPr>
            <p:nvPr/>
          </p:nvSpPr>
          <p:spPr bwMode="auto">
            <a:xfrm>
              <a:off x="230" y="957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Pv</a:t>
              </a:r>
            </a:p>
          </p:txBody>
        </p:sp>
        <p:sp>
          <p:nvSpPr>
            <p:cNvPr id="66" name="Text Box 49"/>
            <p:cNvSpPr txBox="1">
              <a:spLocks noChangeArrowheads="1"/>
            </p:cNvSpPr>
            <p:nvPr/>
          </p:nvSpPr>
          <p:spPr bwMode="auto">
            <a:xfrm>
              <a:off x="4080" y="957"/>
              <a:ext cx="276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b="1" i="1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Pw</a:t>
              </a:r>
            </a:p>
          </p:txBody>
        </p:sp>
      </p:grpSp>
      <p:sp>
        <p:nvSpPr>
          <p:cNvPr id="67" name="Line 50"/>
          <p:cNvSpPr>
            <a:spLocks noChangeShapeType="1"/>
          </p:cNvSpPr>
          <p:nvPr/>
        </p:nvSpPr>
        <p:spPr bwMode="auto">
          <a:xfrm>
            <a:off x="2708275" y="1914525"/>
            <a:ext cx="1588" cy="2706688"/>
          </a:xfrm>
          <a:prstGeom prst="line">
            <a:avLst/>
          </a:prstGeom>
          <a:noFill/>
          <a:ln w="9525">
            <a:solidFill>
              <a:srgbClr val="0000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1433513" y="3987800"/>
            <a:ext cx="1277937" cy="1277938"/>
          </a:xfrm>
          <a:prstGeom prst="ellipse">
            <a:avLst/>
          </a:prstGeom>
          <a:noFill/>
          <a:ln w="9525">
            <a:solidFill>
              <a:srgbClr val="0000CC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69" name="Group 52"/>
          <p:cNvGrpSpPr/>
          <p:nvPr/>
        </p:nvGrpSpPr>
        <p:grpSpPr bwMode="auto">
          <a:xfrm>
            <a:off x="4411663" y="1885950"/>
            <a:ext cx="762000" cy="1447800"/>
            <a:chOff x="3024" y="1152"/>
            <a:chExt cx="480" cy="912"/>
          </a:xfrm>
        </p:grpSpPr>
        <p:grpSp>
          <p:nvGrpSpPr>
            <p:cNvPr id="70" name="Group 53"/>
            <p:cNvGrpSpPr/>
            <p:nvPr/>
          </p:nvGrpSpPr>
          <p:grpSpPr bwMode="auto">
            <a:xfrm>
              <a:off x="3264" y="1200"/>
              <a:ext cx="240" cy="864"/>
              <a:chOff x="3264" y="1200"/>
              <a:chExt cx="240" cy="864"/>
            </a:xfrm>
          </p:grpSpPr>
          <p:sp>
            <p:nvSpPr>
              <p:cNvPr id="74" name="Line 54"/>
              <p:cNvSpPr>
                <a:spLocks noChangeShapeType="1"/>
              </p:cNvSpPr>
              <p:nvPr/>
            </p:nvSpPr>
            <p:spPr bwMode="auto">
              <a:xfrm>
                <a:off x="3504" y="1200"/>
                <a:ext cx="0" cy="864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Line 55"/>
              <p:cNvSpPr>
                <a:spLocks noChangeShapeType="1"/>
              </p:cNvSpPr>
              <p:nvPr/>
            </p:nvSpPr>
            <p:spPr bwMode="auto">
              <a:xfrm>
                <a:off x="3264" y="1872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Line 56"/>
              <p:cNvSpPr>
                <a:spLocks noChangeShapeType="1"/>
              </p:cNvSpPr>
              <p:nvPr/>
            </p:nvSpPr>
            <p:spPr bwMode="auto">
              <a:xfrm>
                <a:off x="3264" y="2016"/>
                <a:ext cx="240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" name="Group 57"/>
            <p:cNvGrpSpPr/>
            <p:nvPr/>
          </p:nvGrpSpPr>
          <p:grpSpPr bwMode="auto">
            <a:xfrm>
              <a:off x="3024" y="1152"/>
              <a:ext cx="240" cy="912"/>
              <a:chOff x="3024" y="1152"/>
              <a:chExt cx="240" cy="912"/>
            </a:xfrm>
          </p:grpSpPr>
          <p:sp>
            <p:nvSpPr>
              <p:cNvPr id="72" name="Line 58"/>
              <p:cNvSpPr>
                <a:spLocks noChangeShapeType="1"/>
              </p:cNvSpPr>
              <p:nvPr/>
            </p:nvSpPr>
            <p:spPr bwMode="auto">
              <a:xfrm>
                <a:off x="3024" y="1152"/>
                <a:ext cx="0" cy="91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Line 59"/>
              <p:cNvSpPr>
                <a:spLocks noChangeShapeType="1"/>
              </p:cNvSpPr>
              <p:nvPr/>
            </p:nvSpPr>
            <p:spPr bwMode="auto">
              <a:xfrm>
                <a:off x="3024" y="2016"/>
                <a:ext cx="240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7" name="Group 60"/>
          <p:cNvGrpSpPr/>
          <p:nvPr/>
        </p:nvGrpSpPr>
        <p:grpSpPr bwMode="auto">
          <a:xfrm>
            <a:off x="706438" y="4233863"/>
            <a:ext cx="3048000" cy="762000"/>
            <a:chOff x="672" y="2640"/>
            <a:chExt cx="1920" cy="480"/>
          </a:xfrm>
        </p:grpSpPr>
        <p:grpSp>
          <p:nvGrpSpPr>
            <p:cNvPr id="78" name="Group 61"/>
            <p:cNvGrpSpPr/>
            <p:nvPr/>
          </p:nvGrpSpPr>
          <p:grpSpPr bwMode="auto">
            <a:xfrm>
              <a:off x="672" y="2879"/>
              <a:ext cx="1920" cy="241"/>
              <a:chOff x="672" y="2879"/>
              <a:chExt cx="1920" cy="241"/>
            </a:xfrm>
          </p:grpSpPr>
          <p:sp>
            <p:nvSpPr>
              <p:cNvPr id="82" name="Line 62"/>
              <p:cNvSpPr>
                <a:spLocks noChangeShapeType="1"/>
              </p:cNvSpPr>
              <p:nvPr/>
            </p:nvSpPr>
            <p:spPr bwMode="auto">
              <a:xfrm rot="5400000">
                <a:off x="1632" y="2160"/>
                <a:ext cx="0" cy="192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Line 63"/>
              <p:cNvSpPr>
                <a:spLocks noChangeShapeType="1"/>
              </p:cNvSpPr>
              <p:nvPr/>
            </p:nvSpPr>
            <p:spPr bwMode="auto">
              <a:xfrm rot="5400000">
                <a:off x="2495" y="2783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Line 64"/>
              <p:cNvSpPr>
                <a:spLocks noChangeShapeType="1"/>
              </p:cNvSpPr>
              <p:nvPr/>
            </p:nvSpPr>
            <p:spPr bwMode="auto">
              <a:xfrm rot="5400000">
                <a:off x="2376" y="3000"/>
                <a:ext cx="240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9" name="Group 65"/>
            <p:cNvGrpSpPr/>
            <p:nvPr/>
          </p:nvGrpSpPr>
          <p:grpSpPr bwMode="auto">
            <a:xfrm>
              <a:off x="672" y="2640"/>
              <a:ext cx="1920" cy="241"/>
              <a:chOff x="672" y="2640"/>
              <a:chExt cx="1920" cy="241"/>
            </a:xfrm>
          </p:grpSpPr>
          <p:sp>
            <p:nvSpPr>
              <p:cNvPr id="80" name="Line 66"/>
              <p:cNvSpPr>
                <a:spLocks noChangeShapeType="1"/>
              </p:cNvSpPr>
              <p:nvPr/>
            </p:nvSpPr>
            <p:spPr bwMode="auto">
              <a:xfrm rot="5400000">
                <a:off x="1632" y="1680"/>
                <a:ext cx="0" cy="192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Line 67"/>
              <p:cNvSpPr>
                <a:spLocks noChangeShapeType="1"/>
              </p:cNvSpPr>
              <p:nvPr/>
            </p:nvSpPr>
            <p:spPr bwMode="auto">
              <a:xfrm rot="5400000">
                <a:off x="2377" y="2761"/>
                <a:ext cx="240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85" name="Line 68"/>
          <p:cNvSpPr>
            <a:spLocks noChangeShapeType="1"/>
          </p:cNvSpPr>
          <p:nvPr/>
        </p:nvSpPr>
        <p:spPr bwMode="auto">
          <a:xfrm flipV="1">
            <a:off x="1555750" y="1927225"/>
            <a:ext cx="1588" cy="3087688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6" name="Group 69"/>
          <p:cNvGrpSpPr/>
          <p:nvPr/>
        </p:nvGrpSpPr>
        <p:grpSpPr bwMode="auto">
          <a:xfrm>
            <a:off x="0" y="1924050"/>
            <a:ext cx="6508750" cy="366713"/>
            <a:chOff x="230" y="1182"/>
            <a:chExt cx="4100" cy="231"/>
          </a:xfrm>
        </p:grpSpPr>
        <p:sp>
          <p:nvSpPr>
            <p:cNvPr id="87" name="Line 70"/>
            <p:cNvSpPr>
              <a:spLocks noChangeShapeType="1"/>
            </p:cNvSpPr>
            <p:nvPr/>
          </p:nvSpPr>
          <p:spPr bwMode="auto">
            <a:xfrm>
              <a:off x="336" y="1367"/>
              <a:ext cx="393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 Box 71"/>
            <p:cNvSpPr txBox="1">
              <a:spLocks noChangeArrowheads="1"/>
            </p:cNvSpPr>
            <p:nvPr/>
          </p:nvSpPr>
          <p:spPr bwMode="auto">
            <a:xfrm>
              <a:off x="230" y="1182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Qv</a:t>
              </a:r>
            </a:p>
          </p:txBody>
        </p:sp>
        <p:sp>
          <p:nvSpPr>
            <p:cNvPr id="89" name="Text Box 72"/>
            <p:cNvSpPr txBox="1">
              <a:spLocks noChangeArrowheads="1"/>
            </p:cNvSpPr>
            <p:nvPr/>
          </p:nvSpPr>
          <p:spPr bwMode="auto">
            <a:xfrm>
              <a:off x="4070" y="1182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 i="1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Qw</a:t>
              </a:r>
            </a:p>
          </p:txBody>
        </p:sp>
      </p:grpSp>
      <p:sp>
        <p:nvSpPr>
          <p:cNvPr id="90" name="Line 73"/>
          <p:cNvSpPr>
            <a:spLocks noChangeShapeType="1"/>
          </p:cNvSpPr>
          <p:nvPr/>
        </p:nvSpPr>
        <p:spPr bwMode="auto">
          <a:xfrm>
            <a:off x="3019425" y="2217738"/>
            <a:ext cx="1588" cy="238442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" name="Oval 74"/>
          <p:cNvSpPr>
            <a:spLocks noChangeArrowheads="1"/>
          </p:cNvSpPr>
          <p:nvPr/>
        </p:nvSpPr>
        <p:spPr bwMode="auto">
          <a:xfrm>
            <a:off x="1081088" y="3683000"/>
            <a:ext cx="1928812" cy="1893888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92" name="Group 75"/>
          <p:cNvGrpSpPr/>
          <p:nvPr/>
        </p:nvGrpSpPr>
        <p:grpSpPr bwMode="auto">
          <a:xfrm rot="-5400000">
            <a:off x="1927225" y="3094038"/>
            <a:ext cx="1035050" cy="3048000"/>
            <a:chOff x="2951" y="1344"/>
            <a:chExt cx="626" cy="889"/>
          </a:xfrm>
        </p:grpSpPr>
        <p:sp>
          <p:nvSpPr>
            <p:cNvPr id="93" name="Line 76"/>
            <p:cNvSpPr>
              <a:spLocks noChangeShapeType="1"/>
            </p:cNvSpPr>
            <p:nvPr/>
          </p:nvSpPr>
          <p:spPr bwMode="auto">
            <a:xfrm>
              <a:off x="2953" y="1344"/>
              <a:ext cx="0" cy="864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77"/>
            <p:cNvSpPr>
              <a:spLocks noChangeShapeType="1"/>
            </p:cNvSpPr>
            <p:nvPr/>
          </p:nvSpPr>
          <p:spPr bwMode="auto">
            <a:xfrm>
              <a:off x="3577" y="1369"/>
              <a:ext cx="0" cy="864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Line 78"/>
            <p:cNvSpPr>
              <a:spLocks noChangeShapeType="1"/>
            </p:cNvSpPr>
            <p:nvPr/>
          </p:nvSpPr>
          <p:spPr bwMode="auto">
            <a:xfrm>
              <a:off x="3264" y="2064"/>
              <a:ext cx="0" cy="144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Line 79"/>
            <p:cNvSpPr>
              <a:spLocks noChangeShapeType="1"/>
            </p:cNvSpPr>
            <p:nvPr/>
          </p:nvSpPr>
          <p:spPr bwMode="auto">
            <a:xfrm>
              <a:off x="2951" y="2160"/>
              <a:ext cx="313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Line 80"/>
            <p:cNvSpPr>
              <a:spLocks noChangeShapeType="1"/>
            </p:cNvSpPr>
            <p:nvPr/>
          </p:nvSpPr>
          <p:spPr bwMode="auto">
            <a:xfrm>
              <a:off x="3262" y="2160"/>
              <a:ext cx="313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8" name="Line 81"/>
          <p:cNvSpPr>
            <a:spLocks noChangeShapeType="1"/>
          </p:cNvSpPr>
          <p:nvPr/>
        </p:nvSpPr>
        <p:spPr bwMode="auto">
          <a:xfrm flipV="1">
            <a:off x="1235075" y="2232025"/>
            <a:ext cx="1588" cy="2859088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" name="Arc 82"/>
          <p:cNvSpPr>
            <a:spLocks noChangeArrowheads="1"/>
          </p:cNvSpPr>
          <p:nvPr/>
        </p:nvSpPr>
        <p:spPr bwMode="auto">
          <a:xfrm>
            <a:off x="877888" y="1738313"/>
            <a:ext cx="1500187" cy="1589087"/>
          </a:xfrm>
          <a:custGeom>
            <a:avLst/>
            <a:gdLst>
              <a:gd name="T0" fmla="*/ 0 w 20147"/>
              <a:gd name="T1" fmla="*/ 2147483646 h 21142"/>
              <a:gd name="T2" fmla="*/ 2147483646 w 20147"/>
              <a:gd name="T3" fmla="*/ 0 h 21142"/>
              <a:gd name="T4" fmla="*/ 0 w 20147"/>
              <a:gd name="T5" fmla="*/ 2147483646 h 21142"/>
              <a:gd name="T6" fmla="*/ 2147483646 w 20147"/>
              <a:gd name="T7" fmla="*/ 0 h 21142"/>
              <a:gd name="T8" fmla="*/ 2147483646 w 20147"/>
              <a:gd name="T9" fmla="*/ 2147483646 h 21142"/>
              <a:gd name="T10" fmla="*/ 0 w 20147"/>
              <a:gd name="T11" fmla="*/ 2147483646 h 2114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0147"/>
              <a:gd name="T19" fmla="*/ 0 h 21142"/>
              <a:gd name="T20" fmla="*/ 20147 w 20147"/>
              <a:gd name="T21" fmla="*/ 21142 h 2114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0147" h="21142" fill="none">
                <a:moveTo>
                  <a:pt x="0" y="13353"/>
                </a:moveTo>
                <a:cubicBezTo>
                  <a:pt x="2639" y="6525"/>
                  <a:pt x="8557" y="1499"/>
                  <a:pt x="15722" y="0"/>
                </a:cubicBezTo>
              </a:path>
              <a:path w="20147" h="21142" stroke="0">
                <a:moveTo>
                  <a:pt x="0" y="13353"/>
                </a:moveTo>
                <a:cubicBezTo>
                  <a:pt x="2639" y="6525"/>
                  <a:pt x="8557" y="1499"/>
                  <a:pt x="15722" y="0"/>
                </a:cubicBezTo>
                <a:lnTo>
                  <a:pt x="20147" y="21142"/>
                </a:lnTo>
                <a:lnTo>
                  <a:pt x="0" y="13353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0" name="Group 83"/>
          <p:cNvGrpSpPr/>
          <p:nvPr/>
        </p:nvGrpSpPr>
        <p:grpSpPr bwMode="auto">
          <a:xfrm>
            <a:off x="1235075" y="1657350"/>
            <a:ext cx="1060450" cy="549275"/>
            <a:chOff x="1008" y="1005"/>
            <a:chExt cx="668" cy="346"/>
          </a:xfrm>
        </p:grpSpPr>
        <p:grpSp>
          <p:nvGrpSpPr>
            <p:cNvPr id="101" name="Group 84"/>
            <p:cNvGrpSpPr/>
            <p:nvPr/>
          </p:nvGrpSpPr>
          <p:grpSpPr bwMode="auto">
            <a:xfrm>
              <a:off x="1008" y="1005"/>
              <a:ext cx="332" cy="231"/>
              <a:chOff x="1008" y="1005"/>
              <a:chExt cx="332" cy="231"/>
            </a:xfrm>
          </p:grpSpPr>
          <p:sp>
            <p:nvSpPr>
              <p:cNvPr id="103" name="Oval 85"/>
              <p:cNvSpPr>
                <a:spLocks noChangeArrowheads="1"/>
              </p:cNvSpPr>
              <p:nvPr/>
            </p:nvSpPr>
            <p:spPr bwMode="auto">
              <a:xfrm>
                <a:off x="1187" y="1152"/>
                <a:ext cx="48" cy="48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0000FF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zh-CN" altLang="en-US" sz="18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04" name="Text Box 86"/>
              <p:cNvSpPr txBox="1">
                <a:spLocks noChangeArrowheads="1"/>
              </p:cNvSpPr>
              <p:nvPr/>
            </p:nvSpPr>
            <p:spPr bwMode="auto">
              <a:xfrm>
                <a:off x="1008" y="1005"/>
                <a:ext cx="33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>
                    <a:solidFill>
                      <a:srgbClr val="0000FF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2′</a:t>
                </a:r>
              </a:p>
            </p:txBody>
          </p:sp>
        </p:grpSp>
        <p:sp>
          <p:nvSpPr>
            <p:cNvPr id="102" name="Text Box 87"/>
            <p:cNvSpPr txBox="1">
              <a:spLocks noChangeArrowheads="1"/>
            </p:cNvSpPr>
            <p:nvPr/>
          </p:nvSpPr>
          <p:spPr bwMode="auto">
            <a:xfrm>
              <a:off x="1200" y="1120"/>
              <a:ext cx="4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(6′)</a:t>
              </a:r>
            </a:p>
          </p:txBody>
        </p:sp>
      </p:grpSp>
      <p:sp>
        <p:nvSpPr>
          <p:cNvPr id="105" name="Freeform 88"/>
          <p:cNvSpPr>
            <a:spLocks noChangeArrowheads="1"/>
          </p:cNvSpPr>
          <p:nvPr/>
        </p:nvSpPr>
        <p:spPr bwMode="auto">
          <a:xfrm>
            <a:off x="1249363" y="4092575"/>
            <a:ext cx="833437" cy="1008063"/>
          </a:xfrm>
          <a:custGeom>
            <a:avLst/>
            <a:gdLst>
              <a:gd name="T0" fmla="*/ 0 w 528"/>
              <a:gd name="T1" fmla="*/ 0 h 672"/>
              <a:gd name="T2" fmla="*/ 2147483646 w 528"/>
              <a:gd name="T3" fmla="*/ 2147483646 h 672"/>
              <a:gd name="T4" fmla="*/ 2147483646 w 528"/>
              <a:gd name="T5" fmla="*/ 2147483646 h 672"/>
              <a:gd name="T6" fmla="*/ 2147483646 w 528"/>
              <a:gd name="T7" fmla="*/ 2147483646 h 672"/>
              <a:gd name="T8" fmla="*/ 0 w 528"/>
              <a:gd name="T9" fmla="*/ 2147483646 h 6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8"/>
              <a:gd name="T16" fmla="*/ 0 h 672"/>
              <a:gd name="T17" fmla="*/ 528 w 528"/>
              <a:gd name="T18" fmla="*/ 672 h 6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8" h="672">
                <a:moveTo>
                  <a:pt x="0" y="0"/>
                </a:moveTo>
                <a:cubicBezTo>
                  <a:pt x="52" y="20"/>
                  <a:pt x="104" y="40"/>
                  <a:pt x="192" y="96"/>
                </a:cubicBezTo>
                <a:cubicBezTo>
                  <a:pt x="280" y="152"/>
                  <a:pt x="528" y="256"/>
                  <a:pt x="528" y="336"/>
                </a:cubicBezTo>
                <a:cubicBezTo>
                  <a:pt x="528" y="416"/>
                  <a:pt x="280" y="520"/>
                  <a:pt x="192" y="576"/>
                </a:cubicBezTo>
                <a:cubicBezTo>
                  <a:pt x="104" y="632"/>
                  <a:pt x="32" y="664"/>
                  <a:pt x="0" y="672"/>
                </a:cubicBezTo>
              </a:path>
            </a:pathLst>
          </a:custGeom>
          <a:noFill/>
          <a:ln w="38100">
            <a:solidFill>
              <a:srgbClr val="CC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6" name="Group 89"/>
          <p:cNvGrpSpPr/>
          <p:nvPr/>
        </p:nvGrpSpPr>
        <p:grpSpPr bwMode="auto">
          <a:xfrm>
            <a:off x="903288" y="4076700"/>
            <a:ext cx="341312" cy="1054100"/>
            <a:chOff x="816" y="2544"/>
            <a:chExt cx="192" cy="649"/>
          </a:xfrm>
        </p:grpSpPr>
        <p:sp>
          <p:nvSpPr>
            <p:cNvPr id="107" name="Arc 90"/>
            <p:cNvSpPr>
              <a:spLocks noChangeArrowheads="1"/>
            </p:cNvSpPr>
            <p:nvPr/>
          </p:nvSpPr>
          <p:spPr bwMode="auto">
            <a:xfrm flipH="1">
              <a:off x="816" y="2544"/>
              <a:ext cx="192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00"/>
                <a:gd name="T19" fmla="*/ 0 h 21600"/>
                <a:gd name="T20" fmla="*/ 21600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rgbClr val="CC33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Arc 91"/>
            <p:cNvSpPr>
              <a:spLocks noChangeArrowheads="1"/>
            </p:cNvSpPr>
            <p:nvPr/>
          </p:nvSpPr>
          <p:spPr bwMode="auto">
            <a:xfrm flipH="1" flipV="1">
              <a:off x="816" y="2880"/>
              <a:ext cx="192" cy="3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600"/>
                <a:gd name="T19" fmla="*/ 0 h 21600"/>
                <a:gd name="T20" fmla="*/ 21600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rgbClr val="CC33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9" name="Text Box 92"/>
          <p:cNvSpPr txBox="1">
            <a:spLocks noChangeArrowheads="1"/>
          </p:cNvSpPr>
          <p:nvPr/>
        </p:nvSpPr>
        <p:spPr bwMode="auto">
          <a:xfrm>
            <a:off x="7080250" y="2063750"/>
            <a:ext cx="1677988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00FF"/>
                </a:solidFill>
                <a:latin typeface="宋体" panose="02010600030101010101" pitchFamily="2" charset="-122"/>
              </a:rPr>
              <a:t>3）判可见性，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00FF"/>
                </a:solidFill>
                <a:latin typeface="宋体" panose="02010600030101010101" pitchFamily="2" charset="-122"/>
              </a:rPr>
              <a:t>连接各点：</a:t>
            </a:r>
            <a:r>
              <a:rPr lang="zh-CN" altLang="en-US" sz="20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110" name="Text Box 93"/>
          <p:cNvSpPr txBox="1">
            <a:spLocks noChangeArrowheads="1"/>
          </p:cNvSpPr>
          <p:nvPr/>
        </p:nvSpPr>
        <p:spPr bwMode="auto">
          <a:xfrm>
            <a:off x="7035800" y="2770188"/>
            <a:ext cx="2047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solidFill>
                  <a:srgbClr val="0000FF"/>
                </a:solidFill>
                <a:latin typeface="宋体" panose="02010600030101010101" pitchFamily="2" charset="-122"/>
              </a:rPr>
              <a:t>4）补画轮廓线。</a:t>
            </a:r>
            <a:r>
              <a:rPr lang="zh-CN" altLang="en-US" sz="2000" b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111" name="Line 94"/>
          <p:cNvSpPr>
            <a:spLocks noChangeShapeType="1"/>
          </p:cNvSpPr>
          <p:nvPr/>
        </p:nvSpPr>
        <p:spPr bwMode="auto">
          <a:xfrm>
            <a:off x="1101725" y="4103688"/>
            <a:ext cx="152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Line 95"/>
          <p:cNvSpPr>
            <a:spLocks noChangeShapeType="1"/>
          </p:cNvSpPr>
          <p:nvPr/>
        </p:nvSpPr>
        <p:spPr bwMode="auto">
          <a:xfrm>
            <a:off x="1082675" y="5113338"/>
            <a:ext cx="147638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" name="Line 96"/>
          <p:cNvSpPr>
            <a:spLocks noChangeShapeType="1"/>
          </p:cNvSpPr>
          <p:nvPr/>
        </p:nvSpPr>
        <p:spPr bwMode="auto">
          <a:xfrm>
            <a:off x="701675" y="22352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4" name="Group 101"/>
          <p:cNvGrpSpPr/>
          <p:nvPr/>
        </p:nvGrpSpPr>
        <p:grpSpPr bwMode="auto">
          <a:xfrm>
            <a:off x="4038600" y="1839913"/>
            <a:ext cx="1719263" cy="412750"/>
            <a:chOff x="2774" y="1120"/>
            <a:chExt cx="1083" cy="260"/>
          </a:xfrm>
        </p:grpSpPr>
        <p:sp>
          <p:nvSpPr>
            <p:cNvPr id="115" name="Text Box 102"/>
            <p:cNvSpPr txBox="1">
              <a:spLocks noChangeArrowheads="1"/>
            </p:cNvSpPr>
            <p:nvPr/>
          </p:nvSpPr>
          <p:spPr bwMode="auto">
            <a:xfrm>
              <a:off x="3525" y="1149"/>
              <a:ext cx="3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2″</a:t>
              </a:r>
            </a:p>
          </p:txBody>
        </p:sp>
        <p:sp>
          <p:nvSpPr>
            <p:cNvPr id="116" name="Text Box 103"/>
            <p:cNvSpPr txBox="1">
              <a:spLocks noChangeArrowheads="1"/>
            </p:cNvSpPr>
            <p:nvPr/>
          </p:nvSpPr>
          <p:spPr bwMode="auto">
            <a:xfrm>
              <a:off x="2774" y="1120"/>
              <a:ext cx="3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6″</a:t>
              </a:r>
            </a:p>
          </p:txBody>
        </p:sp>
        <p:sp>
          <p:nvSpPr>
            <p:cNvPr id="117" name="Oval 104"/>
            <p:cNvSpPr>
              <a:spLocks noChangeArrowheads="1"/>
            </p:cNvSpPr>
            <p:nvPr/>
          </p:nvSpPr>
          <p:spPr bwMode="auto">
            <a:xfrm>
              <a:off x="3482" y="1152"/>
              <a:ext cx="48" cy="4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18" name="Oval 105"/>
            <p:cNvSpPr>
              <a:spLocks noChangeArrowheads="1"/>
            </p:cNvSpPr>
            <p:nvPr/>
          </p:nvSpPr>
          <p:spPr bwMode="auto">
            <a:xfrm>
              <a:off x="3001" y="1152"/>
              <a:ext cx="48" cy="4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19" name="Group 106"/>
          <p:cNvGrpSpPr/>
          <p:nvPr/>
        </p:nvGrpSpPr>
        <p:grpSpPr bwMode="auto">
          <a:xfrm>
            <a:off x="4740275" y="2347913"/>
            <a:ext cx="565150" cy="415925"/>
            <a:chOff x="2986" y="1479"/>
            <a:chExt cx="356" cy="262"/>
          </a:xfrm>
        </p:grpSpPr>
        <p:sp>
          <p:nvSpPr>
            <p:cNvPr id="120" name="Text Box 107"/>
            <p:cNvSpPr txBox="1">
              <a:spLocks noChangeArrowheads="1"/>
            </p:cNvSpPr>
            <p:nvPr/>
          </p:nvSpPr>
          <p:spPr bwMode="auto">
            <a:xfrm>
              <a:off x="2986" y="1479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rgbClr val="CC33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4″</a:t>
              </a:r>
            </a:p>
          </p:txBody>
        </p:sp>
        <p:sp>
          <p:nvSpPr>
            <p:cNvPr id="121" name="Oval 108"/>
            <p:cNvSpPr>
              <a:spLocks noChangeArrowheads="1"/>
            </p:cNvSpPr>
            <p:nvPr/>
          </p:nvSpPr>
          <p:spPr bwMode="auto">
            <a:xfrm>
              <a:off x="3011" y="1693"/>
              <a:ext cx="48" cy="4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22" name="Group 109"/>
          <p:cNvGrpSpPr/>
          <p:nvPr/>
        </p:nvGrpSpPr>
        <p:grpSpPr bwMode="auto">
          <a:xfrm>
            <a:off x="885825" y="1906588"/>
            <a:ext cx="1000125" cy="671512"/>
            <a:chOff x="806" y="1168"/>
            <a:chExt cx="630" cy="423"/>
          </a:xfrm>
        </p:grpSpPr>
        <p:sp>
          <p:nvSpPr>
            <p:cNvPr id="123" name="Text Box 110"/>
            <p:cNvSpPr txBox="1">
              <a:spLocks noChangeArrowheads="1"/>
            </p:cNvSpPr>
            <p:nvPr/>
          </p:nvSpPr>
          <p:spPr bwMode="auto">
            <a:xfrm>
              <a:off x="806" y="1168"/>
              <a:ext cx="3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3′</a:t>
              </a:r>
            </a:p>
          </p:txBody>
        </p:sp>
        <p:sp>
          <p:nvSpPr>
            <p:cNvPr id="124" name="Text Box 111"/>
            <p:cNvSpPr txBox="1">
              <a:spLocks noChangeArrowheads="1"/>
            </p:cNvSpPr>
            <p:nvPr/>
          </p:nvSpPr>
          <p:spPr bwMode="auto">
            <a:xfrm>
              <a:off x="960" y="1360"/>
              <a:ext cx="4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(5′)</a:t>
              </a:r>
            </a:p>
          </p:txBody>
        </p:sp>
        <p:sp>
          <p:nvSpPr>
            <p:cNvPr id="125" name="Oval 112"/>
            <p:cNvSpPr>
              <a:spLocks noChangeArrowheads="1"/>
            </p:cNvSpPr>
            <p:nvPr/>
          </p:nvSpPr>
          <p:spPr bwMode="auto">
            <a:xfrm>
              <a:off x="986" y="1344"/>
              <a:ext cx="48" cy="4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26" name="Group 113"/>
          <p:cNvGrpSpPr/>
          <p:nvPr/>
        </p:nvGrpSpPr>
        <p:grpSpPr bwMode="auto">
          <a:xfrm>
            <a:off x="533400" y="2652713"/>
            <a:ext cx="565150" cy="396875"/>
            <a:chOff x="566" y="1632"/>
            <a:chExt cx="356" cy="250"/>
          </a:xfrm>
        </p:grpSpPr>
        <p:sp>
          <p:nvSpPr>
            <p:cNvPr id="127" name="Oval 114"/>
            <p:cNvSpPr>
              <a:spLocks noChangeArrowheads="1"/>
            </p:cNvSpPr>
            <p:nvPr/>
          </p:nvSpPr>
          <p:spPr bwMode="auto">
            <a:xfrm>
              <a:off x="757" y="1654"/>
              <a:ext cx="48" cy="4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28" name="Text Box 115"/>
            <p:cNvSpPr txBox="1">
              <a:spLocks noChangeArrowheads="1"/>
            </p:cNvSpPr>
            <p:nvPr/>
          </p:nvSpPr>
          <p:spPr bwMode="auto">
            <a:xfrm>
              <a:off x="566" y="1632"/>
              <a:ext cx="3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rgbClr val="CC33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4′</a:t>
              </a:r>
            </a:p>
          </p:txBody>
        </p:sp>
      </p:grpSp>
      <p:grpSp>
        <p:nvGrpSpPr>
          <p:cNvPr id="129" name="Group 116"/>
          <p:cNvGrpSpPr/>
          <p:nvPr/>
        </p:nvGrpSpPr>
        <p:grpSpPr bwMode="auto">
          <a:xfrm>
            <a:off x="660400" y="4592638"/>
            <a:ext cx="298450" cy="368300"/>
            <a:chOff x="646" y="2854"/>
            <a:chExt cx="188" cy="232"/>
          </a:xfrm>
        </p:grpSpPr>
        <p:sp>
          <p:nvSpPr>
            <p:cNvPr id="130" name="Oval 117"/>
            <p:cNvSpPr>
              <a:spLocks noChangeArrowheads="1"/>
            </p:cNvSpPr>
            <p:nvPr/>
          </p:nvSpPr>
          <p:spPr bwMode="auto">
            <a:xfrm>
              <a:off x="766" y="2854"/>
              <a:ext cx="48" cy="4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31" name="Text Box 118"/>
            <p:cNvSpPr txBox="1">
              <a:spLocks noChangeArrowheads="1"/>
            </p:cNvSpPr>
            <p:nvPr/>
          </p:nvSpPr>
          <p:spPr bwMode="auto">
            <a:xfrm>
              <a:off x="646" y="2855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CC33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</a:p>
          </p:txBody>
        </p:sp>
      </p:grpSp>
      <p:grpSp>
        <p:nvGrpSpPr>
          <p:cNvPr id="132" name="Group 119"/>
          <p:cNvGrpSpPr/>
          <p:nvPr/>
        </p:nvGrpSpPr>
        <p:grpSpPr bwMode="auto">
          <a:xfrm>
            <a:off x="1350963" y="4976813"/>
            <a:ext cx="298450" cy="404812"/>
            <a:chOff x="1104" y="3096"/>
            <a:chExt cx="188" cy="255"/>
          </a:xfrm>
        </p:grpSpPr>
        <p:sp>
          <p:nvSpPr>
            <p:cNvPr id="133" name="Oval 120"/>
            <p:cNvSpPr>
              <a:spLocks noChangeArrowheads="1"/>
            </p:cNvSpPr>
            <p:nvPr/>
          </p:nvSpPr>
          <p:spPr bwMode="auto">
            <a:xfrm>
              <a:off x="1212" y="3096"/>
              <a:ext cx="48" cy="4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34" name="Text Box 121"/>
            <p:cNvSpPr txBox="1">
              <a:spLocks noChangeArrowheads="1"/>
            </p:cNvSpPr>
            <p:nvPr/>
          </p:nvSpPr>
          <p:spPr bwMode="auto">
            <a:xfrm>
              <a:off x="1104" y="3120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</a:p>
          </p:txBody>
        </p:sp>
      </p:grpSp>
      <p:grpSp>
        <p:nvGrpSpPr>
          <p:cNvPr id="135" name="Group 122"/>
          <p:cNvGrpSpPr/>
          <p:nvPr/>
        </p:nvGrpSpPr>
        <p:grpSpPr bwMode="auto">
          <a:xfrm>
            <a:off x="2038350" y="4278313"/>
            <a:ext cx="365125" cy="396875"/>
            <a:chOff x="1514" y="2656"/>
            <a:chExt cx="230" cy="250"/>
          </a:xfrm>
        </p:grpSpPr>
        <p:sp>
          <p:nvSpPr>
            <p:cNvPr id="136" name="Text Box 123"/>
            <p:cNvSpPr txBox="1">
              <a:spLocks noChangeArrowheads="1"/>
            </p:cNvSpPr>
            <p:nvPr/>
          </p:nvSpPr>
          <p:spPr bwMode="auto">
            <a:xfrm>
              <a:off x="1548" y="2656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rgbClr val="CC33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</a:p>
          </p:txBody>
        </p:sp>
        <p:sp>
          <p:nvSpPr>
            <p:cNvPr id="137" name="Oval 124"/>
            <p:cNvSpPr>
              <a:spLocks noChangeArrowheads="1"/>
            </p:cNvSpPr>
            <p:nvPr/>
          </p:nvSpPr>
          <p:spPr bwMode="auto">
            <a:xfrm>
              <a:off x="1514" y="2854"/>
              <a:ext cx="48" cy="4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38" name="Group 125"/>
          <p:cNvGrpSpPr/>
          <p:nvPr/>
        </p:nvGrpSpPr>
        <p:grpSpPr bwMode="auto">
          <a:xfrm>
            <a:off x="1311275" y="3905250"/>
            <a:ext cx="298450" cy="388938"/>
            <a:chOff x="1056" y="2421"/>
            <a:chExt cx="188" cy="245"/>
          </a:xfrm>
        </p:grpSpPr>
        <p:sp>
          <p:nvSpPr>
            <p:cNvPr id="139" name="Text Box 126"/>
            <p:cNvSpPr txBox="1">
              <a:spLocks noChangeArrowheads="1"/>
            </p:cNvSpPr>
            <p:nvPr/>
          </p:nvSpPr>
          <p:spPr bwMode="auto">
            <a:xfrm>
              <a:off x="1056" y="2421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6</a:t>
              </a:r>
            </a:p>
          </p:txBody>
        </p:sp>
        <p:sp>
          <p:nvSpPr>
            <p:cNvPr id="140" name="Oval 127"/>
            <p:cNvSpPr>
              <a:spLocks noChangeArrowheads="1"/>
            </p:cNvSpPr>
            <p:nvPr/>
          </p:nvSpPr>
          <p:spPr bwMode="auto">
            <a:xfrm>
              <a:off x="1185" y="2618"/>
              <a:ext cx="48" cy="4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41" name="Group 128"/>
          <p:cNvGrpSpPr/>
          <p:nvPr/>
        </p:nvGrpSpPr>
        <p:grpSpPr bwMode="auto">
          <a:xfrm>
            <a:off x="1069975" y="3794125"/>
            <a:ext cx="298450" cy="366713"/>
            <a:chOff x="902" y="2363"/>
            <a:chExt cx="188" cy="231"/>
          </a:xfrm>
        </p:grpSpPr>
        <p:sp>
          <p:nvSpPr>
            <p:cNvPr id="142" name="Text Box 129"/>
            <p:cNvSpPr txBox="1">
              <a:spLocks noChangeArrowheads="1"/>
            </p:cNvSpPr>
            <p:nvPr/>
          </p:nvSpPr>
          <p:spPr bwMode="auto">
            <a:xfrm>
              <a:off x="902" y="236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</a:t>
              </a:r>
            </a:p>
          </p:txBody>
        </p:sp>
        <p:sp>
          <p:nvSpPr>
            <p:cNvPr id="143" name="Oval 130"/>
            <p:cNvSpPr>
              <a:spLocks noChangeArrowheads="1"/>
            </p:cNvSpPr>
            <p:nvPr/>
          </p:nvSpPr>
          <p:spPr bwMode="auto">
            <a:xfrm>
              <a:off x="986" y="2532"/>
              <a:ext cx="48" cy="4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44" name="Group 131"/>
          <p:cNvGrpSpPr/>
          <p:nvPr/>
        </p:nvGrpSpPr>
        <p:grpSpPr bwMode="auto">
          <a:xfrm>
            <a:off x="1076325" y="5076825"/>
            <a:ext cx="298450" cy="381000"/>
            <a:chOff x="902" y="3168"/>
            <a:chExt cx="188" cy="240"/>
          </a:xfrm>
        </p:grpSpPr>
        <p:sp>
          <p:nvSpPr>
            <p:cNvPr id="145" name="Oval 132"/>
            <p:cNvSpPr>
              <a:spLocks noChangeArrowheads="1"/>
            </p:cNvSpPr>
            <p:nvPr/>
          </p:nvSpPr>
          <p:spPr bwMode="auto">
            <a:xfrm>
              <a:off x="981" y="3168"/>
              <a:ext cx="48" cy="4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46" name="Text Box 133"/>
            <p:cNvSpPr txBox="1">
              <a:spLocks noChangeArrowheads="1"/>
            </p:cNvSpPr>
            <p:nvPr/>
          </p:nvSpPr>
          <p:spPr bwMode="auto">
            <a:xfrm>
              <a:off x="902" y="317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</a:p>
          </p:txBody>
        </p:sp>
      </p:grpSp>
      <p:sp>
        <p:nvSpPr>
          <p:cNvPr id="147" name="Line 134"/>
          <p:cNvSpPr>
            <a:spLocks noChangeShapeType="1"/>
          </p:cNvSpPr>
          <p:nvPr/>
        </p:nvSpPr>
        <p:spPr bwMode="auto">
          <a:xfrm>
            <a:off x="257175" y="2519363"/>
            <a:ext cx="6248400" cy="4762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8" name="Oval 135"/>
          <p:cNvSpPr>
            <a:spLocks noChangeArrowheads="1"/>
          </p:cNvSpPr>
          <p:nvPr/>
        </p:nvSpPr>
        <p:spPr bwMode="auto">
          <a:xfrm>
            <a:off x="5135563" y="2484438"/>
            <a:ext cx="76200" cy="762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FF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9" name="Oval 136"/>
          <p:cNvSpPr>
            <a:spLocks noChangeArrowheads="1"/>
          </p:cNvSpPr>
          <p:nvPr/>
        </p:nvSpPr>
        <p:spPr bwMode="auto">
          <a:xfrm>
            <a:off x="4370388" y="2490788"/>
            <a:ext cx="76200" cy="762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FF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0" name="Line 137"/>
          <p:cNvSpPr>
            <a:spLocks noChangeShapeType="1"/>
          </p:cNvSpPr>
          <p:nvPr/>
        </p:nvSpPr>
        <p:spPr bwMode="auto">
          <a:xfrm flipH="1">
            <a:off x="3171825" y="2519363"/>
            <a:ext cx="4763" cy="2100262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1" name="Oval 138"/>
          <p:cNvSpPr>
            <a:spLocks noChangeArrowheads="1"/>
          </p:cNvSpPr>
          <p:nvPr/>
        </p:nvSpPr>
        <p:spPr bwMode="auto">
          <a:xfrm>
            <a:off x="942975" y="3506788"/>
            <a:ext cx="2224088" cy="2227262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2" name="Line 139"/>
          <p:cNvSpPr>
            <a:spLocks noChangeShapeType="1"/>
          </p:cNvSpPr>
          <p:nvPr/>
        </p:nvSpPr>
        <p:spPr bwMode="auto">
          <a:xfrm flipH="1" flipV="1">
            <a:off x="995363" y="2509838"/>
            <a:ext cx="9525" cy="2500312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" name="Oval 140"/>
          <p:cNvSpPr>
            <a:spLocks noChangeArrowheads="1"/>
          </p:cNvSpPr>
          <p:nvPr/>
        </p:nvSpPr>
        <p:spPr bwMode="auto">
          <a:xfrm>
            <a:off x="976313" y="4964113"/>
            <a:ext cx="76200" cy="762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4" name="Oval 141"/>
          <p:cNvSpPr>
            <a:spLocks noChangeArrowheads="1"/>
          </p:cNvSpPr>
          <p:nvPr/>
        </p:nvSpPr>
        <p:spPr bwMode="auto">
          <a:xfrm>
            <a:off x="944563" y="2489200"/>
            <a:ext cx="76200" cy="762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FF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5" name="Oval 142"/>
          <p:cNvSpPr>
            <a:spLocks noChangeArrowheads="1"/>
          </p:cNvSpPr>
          <p:nvPr/>
        </p:nvSpPr>
        <p:spPr bwMode="auto">
          <a:xfrm>
            <a:off x="960438" y="4224338"/>
            <a:ext cx="76200" cy="762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6" name="Text Box 143"/>
          <p:cNvSpPr txBox="1">
            <a:spLocks noChangeArrowheads="1"/>
          </p:cNvSpPr>
          <p:nvPr/>
        </p:nvSpPr>
        <p:spPr bwMode="auto">
          <a:xfrm>
            <a:off x="0" y="2192338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 i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Nv</a:t>
            </a:r>
          </a:p>
        </p:txBody>
      </p:sp>
      <p:sp>
        <p:nvSpPr>
          <p:cNvPr id="157" name="Text Box 144"/>
          <p:cNvSpPr txBox="1">
            <a:spLocks noChangeArrowheads="1"/>
          </p:cNvSpPr>
          <p:nvPr/>
        </p:nvSpPr>
        <p:spPr bwMode="auto">
          <a:xfrm>
            <a:off x="6111875" y="217805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 i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Nw</a:t>
            </a:r>
          </a:p>
        </p:txBody>
      </p:sp>
      <p:grpSp>
        <p:nvGrpSpPr>
          <p:cNvPr id="158" name="Group 145"/>
          <p:cNvGrpSpPr/>
          <p:nvPr/>
        </p:nvGrpSpPr>
        <p:grpSpPr bwMode="auto">
          <a:xfrm>
            <a:off x="5287963" y="3359150"/>
            <a:ext cx="3611562" cy="3128963"/>
            <a:chOff x="2592" y="1536"/>
            <a:chExt cx="2784" cy="2538"/>
          </a:xfrm>
        </p:grpSpPr>
        <p:pic>
          <p:nvPicPr>
            <p:cNvPr id="159" name="Picture 14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06" t="23958" r="20313" b="25000"/>
            <a:stretch>
              <a:fillRect/>
            </a:stretch>
          </p:blipFill>
          <p:spPr bwMode="auto">
            <a:xfrm>
              <a:off x="2592" y="1536"/>
              <a:ext cx="2784" cy="2099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0" name="Text Box 147"/>
            <p:cNvSpPr txBox="1">
              <a:spLocks noChangeArrowheads="1"/>
            </p:cNvSpPr>
            <p:nvPr/>
          </p:nvSpPr>
          <p:spPr bwMode="auto">
            <a:xfrm>
              <a:off x="2829" y="3744"/>
              <a:ext cx="150" cy="33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zh-CN" sz="2000" b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61" name="Oval 148"/>
          <p:cNvSpPr>
            <a:spLocks noChangeArrowheads="1"/>
          </p:cNvSpPr>
          <p:nvPr/>
        </p:nvSpPr>
        <p:spPr bwMode="auto">
          <a:xfrm>
            <a:off x="7159625" y="4451350"/>
            <a:ext cx="1293813" cy="673100"/>
          </a:xfrm>
          <a:prstGeom prst="ellipse">
            <a:avLst/>
          </a:prstGeom>
          <a:noFill/>
          <a:ln w="28575">
            <a:solidFill>
              <a:srgbClr val="FFFF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2" name="Line 149"/>
          <p:cNvSpPr>
            <a:spLocks noChangeShapeType="1"/>
          </p:cNvSpPr>
          <p:nvPr/>
        </p:nvSpPr>
        <p:spPr bwMode="auto">
          <a:xfrm flipV="1">
            <a:off x="7107238" y="5108575"/>
            <a:ext cx="530225" cy="307975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" name="Line 150"/>
          <p:cNvSpPr>
            <a:spLocks noChangeShapeType="1"/>
          </p:cNvSpPr>
          <p:nvPr/>
        </p:nvSpPr>
        <p:spPr bwMode="auto">
          <a:xfrm flipV="1">
            <a:off x="6589713" y="4859338"/>
            <a:ext cx="582612" cy="303212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" name="Oval 151"/>
          <p:cNvSpPr>
            <a:spLocks noChangeArrowheads="1"/>
          </p:cNvSpPr>
          <p:nvPr/>
        </p:nvSpPr>
        <p:spPr bwMode="auto">
          <a:xfrm>
            <a:off x="7129463" y="4810125"/>
            <a:ext cx="100012" cy="100013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FF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5" name="Oval 152"/>
          <p:cNvSpPr>
            <a:spLocks noChangeArrowheads="1"/>
          </p:cNvSpPr>
          <p:nvPr/>
        </p:nvSpPr>
        <p:spPr bwMode="auto">
          <a:xfrm>
            <a:off x="7578725" y="5070475"/>
            <a:ext cx="90488" cy="93663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00FF"/>
            </a:solidFill>
            <a:rou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6" name="AutoShape 153"/>
          <p:cNvSpPr>
            <a:spLocks noChangeArrowheads="1"/>
          </p:cNvSpPr>
          <p:nvPr/>
        </p:nvSpPr>
        <p:spPr bwMode="auto">
          <a:xfrm>
            <a:off x="5967413" y="4067175"/>
            <a:ext cx="3176587" cy="1776413"/>
          </a:xfrm>
          <a:prstGeom prst="diamond">
            <a:avLst/>
          </a:prstGeom>
          <a:noFill/>
          <a:ln w="19050">
            <a:solidFill>
              <a:srgbClr val="FFFFFF"/>
            </a:solidFill>
            <a:miter lim="800000"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7" name="AutoShape 154"/>
          <p:cNvSpPr>
            <a:spLocks noChangeArrowheads="1"/>
          </p:cNvSpPr>
          <p:nvPr/>
        </p:nvSpPr>
        <p:spPr bwMode="auto">
          <a:xfrm>
            <a:off x="7454900" y="3400425"/>
            <a:ext cx="1303338" cy="355600"/>
          </a:xfrm>
          <a:prstGeom prst="wedgeRoundRectCallout">
            <a:avLst>
              <a:gd name="adj1" fmla="val -35856"/>
              <a:gd name="adj2" fmla="val 189931"/>
              <a:gd name="adj3" fmla="val 16667"/>
            </a:avLst>
          </a:prstGeom>
          <a:solidFill>
            <a:srgbClr val="CCFFCC"/>
          </a:solidFill>
          <a:ln w="9525">
            <a:solidFill>
              <a:srgbClr val="FFFFFF"/>
            </a:solidFill>
            <a:miter lim="800000"/>
          </a:ln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rgbClr val="0000FF"/>
                </a:solidFill>
                <a:latin typeface="宋体" panose="02010600030101010101" pitchFamily="2" charset="-122"/>
              </a:rPr>
              <a:t>辅助平面</a:t>
            </a:r>
            <a:r>
              <a:rPr lang="en-US" altLang="zh-CN" sz="1800" b="1">
                <a:solidFill>
                  <a:srgbClr val="0000FF"/>
                </a:solidFill>
                <a:latin typeface="宋体" panose="02010600030101010101" pitchFamily="2" charset="-122"/>
              </a:rPr>
              <a:t>P</a:t>
            </a:r>
          </a:p>
        </p:txBody>
      </p:sp>
      <p:grpSp>
        <p:nvGrpSpPr>
          <p:cNvPr id="168" name="Group 155"/>
          <p:cNvGrpSpPr/>
          <p:nvPr/>
        </p:nvGrpSpPr>
        <p:grpSpPr bwMode="auto">
          <a:xfrm>
            <a:off x="4314825" y="2209800"/>
            <a:ext cx="990600" cy="1387475"/>
            <a:chOff x="2709" y="1395"/>
            <a:chExt cx="624" cy="874"/>
          </a:xfrm>
        </p:grpSpPr>
        <p:sp>
          <p:nvSpPr>
            <p:cNvPr id="169" name="Line 156"/>
            <p:cNvSpPr>
              <a:spLocks noChangeShapeType="1"/>
            </p:cNvSpPr>
            <p:nvPr/>
          </p:nvSpPr>
          <p:spPr bwMode="auto">
            <a:xfrm>
              <a:off x="3007" y="2118"/>
              <a:ext cx="0" cy="144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Line 157"/>
            <p:cNvSpPr>
              <a:spLocks noChangeShapeType="1"/>
            </p:cNvSpPr>
            <p:nvPr/>
          </p:nvSpPr>
          <p:spPr bwMode="auto">
            <a:xfrm>
              <a:off x="2711" y="1395"/>
              <a:ext cx="0" cy="864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Line 158"/>
            <p:cNvSpPr>
              <a:spLocks noChangeShapeType="1"/>
            </p:cNvSpPr>
            <p:nvPr/>
          </p:nvSpPr>
          <p:spPr bwMode="auto">
            <a:xfrm>
              <a:off x="2709" y="2211"/>
              <a:ext cx="313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Line 159"/>
            <p:cNvSpPr>
              <a:spLocks noChangeShapeType="1"/>
            </p:cNvSpPr>
            <p:nvPr/>
          </p:nvSpPr>
          <p:spPr bwMode="auto">
            <a:xfrm>
              <a:off x="3332" y="1405"/>
              <a:ext cx="0" cy="864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Line 160"/>
            <p:cNvSpPr>
              <a:spLocks noChangeShapeType="1"/>
            </p:cNvSpPr>
            <p:nvPr/>
          </p:nvSpPr>
          <p:spPr bwMode="auto">
            <a:xfrm>
              <a:off x="3020" y="2211"/>
              <a:ext cx="313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" name="Group 161"/>
          <p:cNvGrpSpPr/>
          <p:nvPr/>
        </p:nvGrpSpPr>
        <p:grpSpPr bwMode="auto">
          <a:xfrm>
            <a:off x="3973513" y="2149475"/>
            <a:ext cx="1806575" cy="366713"/>
            <a:chOff x="2736" y="1312"/>
            <a:chExt cx="1138" cy="231"/>
          </a:xfrm>
        </p:grpSpPr>
        <p:sp>
          <p:nvSpPr>
            <p:cNvPr id="175" name="Text Box 162"/>
            <p:cNvSpPr txBox="1">
              <a:spLocks noChangeArrowheads="1"/>
            </p:cNvSpPr>
            <p:nvPr/>
          </p:nvSpPr>
          <p:spPr bwMode="auto">
            <a:xfrm>
              <a:off x="3542" y="1312"/>
              <a:ext cx="3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3″</a:t>
              </a:r>
            </a:p>
          </p:txBody>
        </p:sp>
        <p:sp>
          <p:nvSpPr>
            <p:cNvPr id="176" name="Text Box 163"/>
            <p:cNvSpPr txBox="1">
              <a:spLocks noChangeArrowheads="1"/>
            </p:cNvSpPr>
            <p:nvPr/>
          </p:nvSpPr>
          <p:spPr bwMode="auto">
            <a:xfrm>
              <a:off x="2736" y="1312"/>
              <a:ext cx="3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solidFill>
                    <a:srgbClr val="00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5″</a:t>
              </a:r>
            </a:p>
          </p:txBody>
        </p:sp>
        <p:sp>
          <p:nvSpPr>
            <p:cNvPr id="177" name="Oval 164"/>
            <p:cNvSpPr>
              <a:spLocks noChangeArrowheads="1"/>
            </p:cNvSpPr>
            <p:nvPr/>
          </p:nvSpPr>
          <p:spPr bwMode="auto">
            <a:xfrm>
              <a:off x="3552" y="1344"/>
              <a:ext cx="48" cy="4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78" name="Oval 165"/>
            <p:cNvSpPr>
              <a:spLocks noChangeArrowheads="1"/>
            </p:cNvSpPr>
            <p:nvPr/>
          </p:nvSpPr>
          <p:spPr bwMode="auto">
            <a:xfrm>
              <a:off x="2928" y="1344"/>
              <a:ext cx="48" cy="4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4" dur="5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5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9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0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5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1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7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8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3"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62" grpId="0"/>
      <p:bldP spid="68" grpId="0" bldLvl="0" animBg="1"/>
      <p:bldP spid="91" grpId="0" bldLvl="0" animBg="1"/>
      <p:bldP spid="109" grpId="0"/>
      <p:bldP spid="110" grpId="0"/>
      <p:bldP spid="148" grpId="0" bldLvl="0" animBg="1"/>
      <p:bldP spid="149" grpId="0" bldLvl="0" animBg="1"/>
      <p:bldP spid="151" grpId="0" bldLvl="0" animBg="1"/>
      <p:bldP spid="153" grpId="0" bldLvl="0" animBg="1"/>
      <p:bldP spid="154" grpId="0" bldLvl="0" animBg="1"/>
      <p:bldP spid="155" grpId="0" bldLvl="0" animBg="1"/>
      <p:bldP spid="156" grpId="0"/>
      <p:bldP spid="157" grpId="0"/>
      <p:bldP spid="161" grpId="0" bldLvl="0" animBg="1"/>
      <p:bldP spid="164" grpId="0" bldLvl="0" animBg="1"/>
      <p:bldP spid="165" grpId="0" bldLvl="0" animBg="1"/>
      <p:bldP spid="167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107502" y="287070"/>
            <a:ext cx="4859022" cy="52322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342900" indent="-3429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b="1">
                <a:solidFill>
                  <a:srgbClr val="00604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>
                <a:solidFill>
                  <a:srgbClr val="FF0000"/>
                </a:solidFill>
              </a:rPr>
              <a:t>辅助球面法</a:t>
            </a:r>
            <a:r>
              <a:rPr lang="en-US" altLang="zh-CN" dirty="0">
                <a:solidFill>
                  <a:srgbClr val="FF0000"/>
                </a:solidFill>
              </a:rPr>
              <a:t>——</a:t>
            </a:r>
            <a:r>
              <a:rPr lang="zh-CN" altLang="en-US" dirty="0">
                <a:solidFill>
                  <a:srgbClr val="FF0000"/>
                </a:solidFill>
              </a:rPr>
              <a:t>同心球面法</a:t>
            </a:r>
          </a:p>
        </p:txBody>
      </p:sp>
      <p:pic>
        <p:nvPicPr>
          <p:cNvPr id="3" name="Picture 3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604" y="1628775"/>
            <a:ext cx="2016508" cy="14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54" y="1628775"/>
            <a:ext cx="1870477" cy="14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869" y="1628775"/>
            <a:ext cx="1988571" cy="14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34"/>
          <p:cNvSpPr txBox="1">
            <a:spLocks noChangeArrowheads="1"/>
          </p:cNvSpPr>
          <p:nvPr/>
        </p:nvSpPr>
        <p:spPr bwMode="auto">
          <a:xfrm>
            <a:off x="604812" y="797778"/>
            <a:ext cx="804939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i="0" dirty="0">
                <a:ea typeface="黑体" panose="02010609060101010101" pitchFamily="49" charset="-122"/>
              </a:rPr>
              <a:t>    若将球心放在回转体的轴线上，球将与回转体相交产生交线</a:t>
            </a:r>
            <a:r>
              <a:rPr lang="en-US" altLang="zh-CN" sz="2400" i="0" dirty="0">
                <a:ea typeface="黑体" panose="02010609060101010101" pitchFamily="49" charset="-122"/>
              </a:rPr>
              <a:t>——</a:t>
            </a:r>
            <a:r>
              <a:rPr lang="zh-CN" altLang="en-US" sz="2400" i="0" dirty="0">
                <a:ea typeface="黑体" panose="02010609060101010101" pitchFamily="49" charset="-122"/>
              </a:rPr>
              <a:t>垂直于轴线的圆。</a:t>
            </a:r>
          </a:p>
        </p:txBody>
      </p:sp>
      <p:sp>
        <p:nvSpPr>
          <p:cNvPr id="8" name="Oval 3"/>
          <p:cNvSpPr>
            <a:spLocks noChangeArrowheads="1"/>
          </p:cNvSpPr>
          <p:nvPr/>
        </p:nvSpPr>
        <p:spPr bwMode="auto">
          <a:xfrm>
            <a:off x="1133362" y="3262864"/>
            <a:ext cx="1233488" cy="1233487"/>
          </a:xfrm>
          <a:prstGeom prst="ellipse">
            <a:avLst/>
          </a:prstGeom>
          <a:noFill/>
          <a:ln w="127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9" name="Group 4"/>
          <p:cNvGrpSpPr/>
          <p:nvPr/>
        </p:nvGrpSpPr>
        <p:grpSpPr bwMode="auto">
          <a:xfrm>
            <a:off x="411050" y="3447014"/>
            <a:ext cx="2503487" cy="865187"/>
            <a:chOff x="224" y="1769"/>
            <a:chExt cx="1577" cy="545"/>
          </a:xfrm>
        </p:grpSpPr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 rot="5400000">
              <a:off x="721" y="1342"/>
              <a:ext cx="545" cy="140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rot="5400000">
              <a:off x="1013" y="1252"/>
              <a:ext cx="0" cy="157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2" name="Group 7"/>
          <p:cNvGrpSpPr/>
          <p:nvPr/>
        </p:nvGrpSpPr>
        <p:grpSpPr bwMode="auto">
          <a:xfrm>
            <a:off x="6529275" y="3070776"/>
            <a:ext cx="1852612" cy="1711325"/>
            <a:chOff x="4078" y="1532"/>
            <a:chExt cx="1167" cy="1078"/>
          </a:xfrm>
        </p:grpSpPr>
        <p:sp>
          <p:nvSpPr>
            <p:cNvPr id="13" name="Oval 8"/>
            <p:cNvSpPr>
              <a:spLocks noChangeArrowheads="1"/>
            </p:cNvSpPr>
            <p:nvPr/>
          </p:nvSpPr>
          <p:spPr bwMode="auto">
            <a:xfrm>
              <a:off x="4174" y="1581"/>
              <a:ext cx="955" cy="95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 rot="5400000">
              <a:off x="4662" y="1479"/>
              <a:ext cx="0" cy="116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 rot="5400000">
              <a:off x="4112" y="2071"/>
              <a:ext cx="107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6" name="Oval 11"/>
          <p:cNvSpPr>
            <a:spLocks noChangeArrowheads="1"/>
          </p:cNvSpPr>
          <p:nvPr/>
        </p:nvSpPr>
        <p:spPr bwMode="auto">
          <a:xfrm>
            <a:off x="4032137" y="3269214"/>
            <a:ext cx="1233488" cy="1233487"/>
          </a:xfrm>
          <a:prstGeom prst="ellipse">
            <a:avLst/>
          </a:prstGeom>
          <a:noFill/>
          <a:ln w="12700" algn="ctr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>
            <a:off x="1322275" y="3443839"/>
            <a:ext cx="0" cy="8699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2189050" y="3448601"/>
            <a:ext cx="0" cy="8699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9" name="Group 15"/>
          <p:cNvGrpSpPr/>
          <p:nvPr/>
        </p:nvGrpSpPr>
        <p:grpSpPr bwMode="auto">
          <a:xfrm>
            <a:off x="3274900" y="3369226"/>
            <a:ext cx="2909887" cy="1028700"/>
            <a:chOff x="2028" y="1720"/>
            <a:chExt cx="1833" cy="648"/>
          </a:xfrm>
        </p:grpSpPr>
        <p:sp>
          <p:nvSpPr>
            <p:cNvPr id="20" name="Line 16"/>
            <p:cNvSpPr>
              <a:spLocks noChangeShapeType="1"/>
            </p:cNvSpPr>
            <p:nvPr/>
          </p:nvSpPr>
          <p:spPr bwMode="auto">
            <a:xfrm rot="5400000">
              <a:off x="2945" y="1127"/>
              <a:ext cx="0" cy="183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AutoShape 17"/>
            <p:cNvSpPr>
              <a:spLocks noChangeArrowheads="1"/>
            </p:cNvSpPr>
            <p:nvPr/>
          </p:nvSpPr>
          <p:spPr bwMode="auto">
            <a:xfrm rot="5400000">
              <a:off x="2601" y="1357"/>
              <a:ext cx="648" cy="1374"/>
            </a:xfrm>
            <a:prstGeom prst="triangle">
              <a:avLst>
                <a:gd name="adj" fmla="val 50000"/>
              </a:avLst>
            </a:prstGeom>
            <a:noFill/>
            <a:ln w="12700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2" name="Line 18"/>
          <p:cNvSpPr>
            <a:spLocks noChangeShapeType="1"/>
          </p:cNvSpPr>
          <p:nvPr/>
        </p:nvSpPr>
        <p:spPr bwMode="auto">
          <a:xfrm>
            <a:off x="4170250" y="3502576"/>
            <a:ext cx="0" cy="766763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>
            <a:off x="5246575" y="3754989"/>
            <a:ext cx="0" cy="26193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4" name="Group 24"/>
          <p:cNvGrpSpPr/>
          <p:nvPr/>
        </p:nvGrpSpPr>
        <p:grpSpPr bwMode="auto">
          <a:xfrm>
            <a:off x="7013462" y="3658151"/>
            <a:ext cx="1381125" cy="1352550"/>
            <a:chOff x="4350" y="1890"/>
            <a:chExt cx="870" cy="852"/>
          </a:xfrm>
        </p:grpSpPr>
        <p:sp>
          <p:nvSpPr>
            <p:cNvPr id="25" name="Oval 12"/>
            <p:cNvSpPr>
              <a:spLocks noChangeArrowheads="1"/>
            </p:cNvSpPr>
            <p:nvPr/>
          </p:nvSpPr>
          <p:spPr bwMode="auto">
            <a:xfrm>
              <a:off x="4393" y="1926"/>
              <a:ext cx="777" cy="777"/>
            </a:xfrm>
            <a:prstGeom prst="ellipse">
              <a:avLst/>
            </a:prstGeom>
            <a:noFill/>
            <a:ln w="9525" algn="ctr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Line 22"/>
            <p:cNvSpPr>
              <a:spLocks noChangeShapeType="1"/>
            </p:cNvSpPr>
            <p:nvPr/>
          </p:nvSpPr>
          <p:spPr bwMode="auto">
            <a:xfrm>
              <a:off x="4350" y="2316"/>
              <a:ext cx="87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4782" y="1890"/>
              <a:ext cx="0" cy="85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8" name="Line 20"/>
          <p:cNvSpPr>
            <a:spLocks noChangeShapeType="1"/>
          </p:cNvSpPr>
          <p:nvPr/>
        </p:nvSpPr>
        <p:spPr bwMode="auto">
          <a:xfrm flipH="1">
            <a:off x="7145225" y="3958189"/>
            <a:ext cx="1052512" cy="64928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9" name="Line 25"/>
          <p:cNvSpPr>
            <a:spLocks noChangeShapeType="1"/>
          </p:cNvSpPr>
          <p:nvPr/>
        </p:nvSpPr>
        <p:spPr bwMode="auto">
          <a:xfrm>
            <a:off x="1746137" y="3143801"/>
            <a:ext cx="0" cy="1439863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" name="Line 26"/>
          <p:cNvSpPr>
            <a:spLocks noChangeShapeType="1"/>
          </p:cNvSpPr>
          <p:nvPr/>
        </p:nvSpPr>
        <p:spPr bwMode="auto">
          <a:xfrm>
            <a:off x="4652850" y="3207301"/>
            <a:ext cx="0" cy="1376363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" name="Text Box 31"/>
          <p:cNvSpPr txBox="1">
            <a:spLocks noChangeArrowheads="1"/>
          </p:cNvSpPr>
          <p:nvPr/>
        </p:nvSpPr>
        <p:spPr bwMode="auto">
          <a:xfrm>
            <a:off x="395536" y="5051311"/>
            <a:ext cx="81369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</a:rPr>
              <a:t>辅助球面法：以球面为辅助面，利用三面共点原理找点。</a:t>
            </a:r>
            <a:endParaRPr kumimoji="1" lang="en-US" altLang="zh-CN" sz="2400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11843" y="5517232"/>
            <a:ext cx="818740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同心球面法：辅助球球心位置不变，改变球的半径，作出不</a:t>
            </a:r>
            <a:r>
              <a:rPr kumimoji="1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同的点。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6" grpId="0" animBg="1"/>
      <p:bldP spid="17" grpId="0" animBg="1"/>
      <p:bldP spid="18" grpId="0" animBg="1"/>
      <p:bldP spid="22" grpId="0" animBg="1"/>
      <p:bldP spid="23" grpId="0" animBg="1"/>
      <p:bldP spid="28" grpId="0" animBg="1"/>
      <p:bldP spid="29" grpId="0" animBg="1"/>
      <p:bldP spid="30" grpId="0" animBg="1"/>
      <p:bldP spid="31" grpId="0"/>
      <p:bldP spid="3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组合 154"/>
          <p:cNvGrpSpPr/>
          <p:nvPr/>
        </p:nvGrpSpPr>
        <p:grpSpPr>
          <a:xfrm>
            <a:off x="246354" y="5160732"/>
            <a:ext cx="3091138" cy="54509"/>
            <a:chOff x="3732213" y="5877272"/>
            <a:chExt cx="2580218" cy="0"/>
          </a:xfrm>
        </p:grpSpPr>
        <p:sp>
          <p:nvSpPr>
            <p:cNvPr id="156" name="Line 414"/>
            <p:cNvSpPr>
              <a:spLocks noChangeShapeType="1"/>
            </p:cNvSpPr>
            <p:nvPr/>
          </p:nvSpPr>
          <p:spPr bwMode="auto">
            <a:xfrm>
              <a:off x="3732213" y="5877272"/>
              <a:ext cx="4794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Line 415"/>
            <p:cNvSpPr>
              <a:spLocks noChangeShapeType="1"/>
            </p:cNvSpPr>
            <p:nvPr/>
          </p:nvSpPr>
          <p:spPr bwMode="auto">
            <a:xfrm>
              <a:off x="4351338" y="5877272"/>
              <a:ext cx="776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Line 416"/>
            <p:cNvSpPr>
              <a:spLocks noChangeShapeType="1"/>
            </p:cNvSpPr>
            <p:nvPr/>
          </p:nvSpPr>
          <p:spPr bwMode="auto">
            <a:xfrm>
              <a:off x="5262563" y="5877272"/>
              <a:ext cx="6016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417"/>
            <p:cNvSpPr>
              <a:spLocks noChangeShapeType="1"/>
            </p:cNvSpPr>
            <p:nvPr/>
          </p:nvSpPr>
          <p:spPr bwMode="auto">
            <a:xfrm>
              <a:off x="4257676" y="5877272"/>
              <a:ext cx="412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Line 418"/>
            <p:cNvSpPr>
              <a:spLocks noChangeShapeType="1"/>
            </p:cNvSpPr>
            <p:nvPr/>
          </p:nvSpPr>
          <p:spPr bwMode="auto">
            <a:xfrm>
              <a:off x="5170488" y="5877272"/>
              <a:ext cx="412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Line 416"/>
            <p:cNvSpPr>
              <a:spLocks noChangeShapeType="1"/>
            </p:cNvSpPr>
            <p:nvPr/>
          </p:nvSpPr>
          <p:spPr bwMode="auto">
            <a:xfrm>
              <a:off x="6019800" y="5877272"/>
              <a:ext cx="29263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Line 418"/>
            <p:cNvSpPr>
              <a:spLocks noChangeShapeType="1"/>
            </p:cNvSpPr>
            <p:nvPr/>
          </p:nvSpPr>
          <p:spPr bwMode="auto">
            <a:xfrm>
              <a:off x="5927725" y="5877272"/>
              <a:ext cx="412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3" name="Group 419"/>
          <p:cNvGrpSpPr/>
          <p:nvPr/>
        </p:nvGrpSpPr>
        <p:grpSpPr bwMode="auto">
          <a:xfrm>
            <a:off x="1815243" y="3956632"/>
            <a:ext cx="45719" cy="2406617"/>
            <a:chOff x="4572" y="546"/>
            <a:chExt cx="0" cy="1352"/>
          </a:xfrm>
        </p:grpSpPr>
        <p:grpSp>
          <p:nvGrpSpPr>
            <p:cNvPr id="164" name="Group 420"/>
            <p:cNvGrpSpPr/>
            <p:nvPr/>
          </p:nvGrpSpPr>
          <p:grpSpPr bwMode="auto">
            <a:xfrm>
              <a:off x="4572" y="546"/>
              <a:ext cx="0" cy="953"/>
              <a:chOff x="4572" y="546"/>
              <a:chExt cx="0" cy="953"/>
            </a:xfrm>
          </p:grpSpPr>
          <p:sp>
            <p:nvSpPr>
              <p:cNvPr id="168" name="Line 421"/>
              <p:cNvSpPr>
                <a:spLocks noChangeShapeType="1"/>
              </p:cNvSpPr>
              <p:nvPr/>
            </p:nvSpPr>
            <p:spPr bwMode="auto">
              <a:xfrm rot="-5400000">
                <a:off x="4344" y="1272"/>
                <a:ext cx="45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" name="Line 422"/>
              <p:cNvSpPr>
                <a:spLocks noChangeShapeType="1"/>
              </p:cNvSpPr>
              <p:nvPr/>
            </p:nvSpPr>
            <p:spPr bwMode="auto">
              <a:xfrm rot="-5400000">
                <a:off x="4366" y="752"/>
                <a:ext cx="4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0" name="Line 423"/>
              <p:cNvSpPr>
                <a:spLocks noChangeShapeType="1"/>
              </p:cNvSpPr>
              <p:nvPr/>
            </p:nvSpPr>
            <p:spPr bwMode="auto">
              <a:xfrm rot="-5400000">
                <a:off x="4559" y="1002"/>
                <a:ext cx="2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5" name="Group 424"/>
            <p:cNvGrpSpPr/>
            <p:nvPr/>
          </p:nvGrpSpPr>
          <p:grpSpPr bwMode="auto">
            <a:xfrm>
              <a:off x="4572" y="1523"/>
              <a:ext cx="0" cy="375"/>
              <a:chOff x="2906" y="1642"/>
              <a:chExt cx="0" cy="375"/>
            </a:xfrm>
          </p:grpSpPr>
          <p:sp>
            <p:nvSpPr>
              <p:cNvPr id="166" name="Line 425"/>
              <p:cNvSpPr>
                <a:spLocks noChangeShapeType="1"/>
              </p:cNvSpPr>
              <p:nvPr/>
            </p:nvSpPr>
            <p:spPr bwMode="auto">
              <a:xfrm rot="-5400000">
                <a:off x="2746" y="1857"/>
                <a:ext cx="3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" name="Line 426"/>
              <p:cNvSpPr>
                <a:spLocks noChangeShapeType="1"/>
              </p:cNvSpPr>
              <p:nvPr/>
            </p:nvSpPr>
            <p:spPr bwMode="auto">
              <a:xfrm rot="-5400000">
                <a:off x="2893" y="1655"/>
                <a:ext cx="2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71" name="Group 419"/>
          <p:cNvGrpSpPr/>
          <p:nvPr/>
        </p:nvGrpSpPr>
        <p:grpSpPr bwMode="auto">
          <a:xfrm>
            <a:off x="1814930" y="1455524"/>
            <a:ext cx="45719" cy="2406617"/>
            <a:chOff x="4572" y="546"/>
            <a:chExt cx="0" cy="1352"/>
          </a:xfrm>
        </p:grpSpPr>
        <p:grpSp>
          <p:nvGrpSpPr>
            <p:cNvPr id="172" name="Group 420"/>
            <p:cNvGrpSpPr/>
            <p:nvPr/>
          </p:nvGrpSpPr>
          <p:grpSpPr bwMode="auto">
            <a:xfrm>
              <a:off x="4572" y="546"/>
              <a:ext cx="0" cy="953"/>
              <a:chOff x="4572" y="546"/>
              <a:chExt cx="0" cy="953"/>
            </a:xfrm>
          </p:grpSpPr>
          <p:sp>
            <p:nvSpPr>
              <p:cNvPr id="176" name="Line 421"/>
              <p:cNvSpPr>
                <a:spLocks noChangeShapeType="1"/>
              </p:cNvSpPr>
              <p:nvPr/>
            </p:nvSpPr>
            <p:spPr bwMode="auto">
              <a:xfrm rot="-5400000">
                <a:off x="4344" y="1272"/>
                <a:ext cx="45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" name="Line 422"/>
              <p:cNvSpPr>
                <a:spLocks noChangeShapeType="1"/>
              </p:cNvSpPr>
              <p:nvPr/>
            </p:nvSpPr>
            <p:spPr bwMode="auto">
              <a:xfrm rot="-5400000">
                <a:off x="4366" y="752"/>
                <a:ext cx="4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8" name="Line 423"/>
              <p:cNvSpPr>
                <a:spLocks noChangeShapeType="1"/>
              </p:cNvSpPr>
              <p:nvPr/>
            </p:nvSpPr>
            <p:spPr bwMode="auto">
              <a:xfrm rot="-5400000">
                <a:off x="4559" y="1002"/>
                <a:ext cx="2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3" name="Group 424"/>
            <p:cNvGrpSpPr/>
            <p:nvPr/>
          </p:nvGrpSpPr>
          <p:grpSpPr bwMode="auto">
            <a:xfrm>
              <a:off x="4572" y="1523"/>
              <a:ext cx="0" cy="375"/>
              <a:chOff x="2906" y="1642"/>
              <a:chExt cx="0" cy="375"/>
            </a:xfrm>
          </p:grpSpPr>
          <p:sp>
            <p:nvSpPr>
              <p:cNvPr id="174" name="Line 425"/>
              <p:cNvSpPr>
                <a:spLocks noChangeShapeType="1"/>
              </p:cNvSpPr>
              <p:nvPr/>
            </p:nvSpPr>
            <p:spPr bwMode="auto">
              <a:xfrm rot="-5400000">
                <a:off x="2746" y="1857"/>
                <a:ext cx="3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" name="Line 426"/>
              <p:cNvSpPr>
                <a:spLocks noChangeShapeType="1"/>
              </p:cNvSpPr>
              <p:nvPr/>
            </p:nvSpPr>
            <p:spPr bwMode="auto">
              <a:xfrm rot="-5400000">
                <a:off x="2893" y="1655"/>
                <a:ext cx="2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79" name="组合 178"/>
          <p:cNvGrpSpPr/>
          <p:nvPr/>
        </p:nvGrpSpPr>
        <p:grpSpPr>
          <a:xfrm rot="20742295">
            <a:off x="334655" y="2860551"/>
            <a:ext cx="2884349" cy="45719"/>
            <a:chOff x="3732213" y="5877272"/>
            <a:chExt cx="2580218" cy="0"/>
          </a:xfrm>
        </p:grpSpPr>
        <p:sp>
          <p:nvSpPr>
            <p:cNvPr id="180" name="Line 414"/>
            <p:cNvSpPr>
              <a:spLocks noChangeShapeType="1"/>
            </p:cNvSpPr>
            <p:nvPr/>
          </p:nvSpPr>
          <p:spPr bwMode="auto">
            <a:xfrm>
              <a:off x="3732213" y="5877272"/>
              <a:ext cx="4794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415"/>
            <p:cNvSpPr>
              <a:spLocks noChangeShapeType="1"/>
            </p:cNvSpPr>
            <p:nvPr/>
          </p:nvSpPr>
          <p:spPr bwMode="auto">
            <a:xfrm>
              <a:off x="4351338" y="5877272"/>
              <a:ext cx="776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Line 416"/>
            <p:cNvSpPr>
              <a:spLocks noChangeShapeType="1"/>
            </p:cNvSpPr>
            <p:nvPr/>
          </p:nvSpPr>
          <p:spPr bwMode="auto">
            <a:xfrm>
              <a:off x="5262563" y="5877272"/>
              <a:ext cx="6016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Line 417"/>
            <p:cNvSpPr>
              <a:spLocks noChangeShapeType="1"/>
            </p:cNvSpPr>
            <p:nvPr/>
          </p:nvSpPr>
          <p:spPr bwMode="auto">
            <a:xfrm>
              <a:off x="4257676" y="5877272"/>
              <a:ext cx="412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418"/>
            <p:cNvSpPr>
              <a:spLocks noChangeShapeType="1"/>
            </p:cNvSpPr>
            <p:nvPr/>
          </p:nvSpPr>
          <p:spPr bwMode="auto">
            <a:xfrm>
              <a:off x="5170488" y="5877272"/>
              <a:ext cx="412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Line 416"/>
            <p:cNvSpPr>
              <a:spLocks noChangeShapeType="1"/>
            </p:cNvSpPr>
            <p:nvPr/>
          </p:nvSpPr>
          <p:spPr bwMode="auto">
            <a:xfrm>
              <a:off x="6019800" y="5877272"/>
              <a:ext cx="29263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Line 418"/>
            <p:cNvSpPr>
              <a:spLocks noChangeShapeType="1"/>
            </p:cNvSpPr>
            <p:nvPr/>
          </p:nvSpPr>
          <p:spPr bwMode="auto">
            <a:xfrm>
              <a:off x="5927725" y="5877272"/>
              <a:ext cx="412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3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6876256" y="6381328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1CB7C07-4663-44C3-A571-BA7EFBD78425}" type="slidenum">
              <a:rPr lang="en-US" altLang="zh-CN" sz="1400" b="0" i="0" smtClean="0">
                <a:solidFill>
                  <a:schemeClr val="bg2"/>
                </a:solidFill>
              </a:rPr>
              <a:t>20</a:t>
            </a:fld>
            <a:endParaRPr lang="en-US" altLang="zh-CN" sz="1400" b="0" i="0">
              <a:solidFill>
                <a:schemeClr val="bg2"/>
              </a:solidFill>
            </a:endParaRPr>
          </a:p>
        </p:txBody>
      </p:sp>
      <p:sp>
        <p:nvSpPr>
          <p:cNvPr id="34" name="Text Box 4"/>
          <p:cNvSpPr txBox="1">
            <a:spLocks noChangeArrowheads="1"/>
          </p:cNvSpPr>
          <p:nvPr/>
        </p:nvSpPr>
        <p:spPr bwMode="auto">
          <a:xfrm>
            <a:off x="35091" y="276460"/>
            <a:ext cx="89090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1" sz="24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【</a:t>
            </a:r>
            <a:r>
              <a:rPr lang="zh-CN" altLang="en-US" dirty="0">
                <a:solidFill>
                  <a:srgbClr val="FF0000"/>
                </a:solidFill>
              </a:rPr>
              <a:t>例</a:t>
            </a:r>
            <a:r>
              <a:rPr lang="en-US" altLang="zh-CN" dirty="0">
                <a:solidFill>
                  <a:srgbClr val="FF0000"/>
                </a:solidFill>
              </a:rPr>
              <a:t>】</a:t>
            </a:r>
            <a:r>
              <a:rPr lang="zh-CN" altLang="en-US" dirty="0">
                <a:solidFill>
                  <a:srgbClr val="FF0000"/>
                </a:solidFill>
              </a:rPr>
              <a:t>完成圆柱与圆锥斜交的主视图和左视图。</a:t>
            </a:r>
          </a:p>
        </p:txBody>
      </p:sp>
      <p:sp>
        <p:nvSpPr>
          <p:cNvPr id="35" name="Line 2"/>
          <p:cNvSpPr>
            <a:spLocks noChangeShapeType="1"/>
          </p:cNvSpPr>
          <p:nvPr/>
        </p:nvSpPr>
        <p:spPr bwMode="auto">
          <a:xfrm>
            <a:off x="1399005" y="2481033"/>
            <a:ext cx="217487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6" name="Line 3"/>
          <p:cNvSpPr>
            <a:spLocks noChangeShapeType="1"/>
          </p:cNvSpPr>
          <p:nvPr/>
        </p:nvSpPr>
        <p:spPr bwMode="auto">
          <a:xfrm>
            <a:off x="1297405" y="2973158"/>
            <a:ext cx="0" cy="265747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7" name="Line 4"/>
          <p:cNvSpPr>
            <a:spLocks noChangeShapeType="1"/>
          </p:cNvSpPr>
          <p:nvPr/>
        </p:nvSpPr>
        <p:spPr bwMode="auto">
          <a:xfrm>
            <a:off x="1448217" y="2639783"/>
            <a:ext cx="0" cy="2846387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8" name="Line 5"/>
          <p:cNvSpPr>
            <a:spLocks noChangeShapeType="1"/>
          </p:cNvSpPr>
          <p:nvPr/>
        </p:nvSpPr>
        <p:spPr bwMode="auto">
          <a:xfrm>
            <a:off x="1097380" y="3228745"/>
            <a:ext cx="0" cy="235267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9" name="Oval 6"/>
          <p:cNvSpPr>
            <a:spLocks noChangeArrowheads="1"/>
          </p:cNvSpPr>
          <p:nvPr/>
        </p:nvSpPr>
        <p:spPr bwMode="auto">
          <a:xfrm>
            <a:off x="1256130" y="2290533"/>
            <a:ext cx="1111250" cy="111125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" name="Line 7"/>
          <p:cNvSpPr>
            <a:spLocks noChangeShapeType="1"/>
          </p:cNvSpPr>
          <p:nvPr/>
        </p:nvSpPr>
        <p:spPr bwMode="auto">
          <a:xfrm>
            <a:off x="1313280" y="2588983"/>
            <a:ext cx="10064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1" name="Line 8"/>
          <p:cNvSpPr>
            <a:spLocks noChangeShapeType="1"/>
          </p:cNvSpPr>
          <p:nvPr/>
        </p:nvSpPr>
        <p:spPr bwMode="auto">
          <a:xfrm>
            <a:off x="992605" y="3225570"/>
            <a:ext cx="1644650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2" name="Line 9"/>
          <p:cNvSpPr>
            <a:spLocks noChangeShapeType="1"/>
          </p:cNvSpPr>
          <p:nvPr/>
        </p:nvSpPr>
        <p:spPr bwMode="auto">
          <a:xfrm>
            <a:off x="938630" y="2587395"/>
            <a:ext cx="217487" cy="88900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3" name="Line 10"/>
          <p:cNvSpPr>
            <a:spLocks noChangeShapeType="1"/>
          </p:cNvSpPr>
          <p:nvPr/>
        </p:nvSpPr>
        <p:spPr bwMode="auto">
          <a:xfrm>
            <a:off x="1297405" y="2509608"/>
            <a:ext cx="217487" cy="8890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4" name="Freeform 11"/>
          <p:cNvSpPr/>
          <p:nvPr/>
        </p:nvSpPr>
        <p:spPr bwMode="auto">
          <a:xfrm>
            <a:off x="811630" y="2487383"/>
            <a:ext cx="646112" cy="1085850"/>
          </a:xfrm>
          <a:custGeom>
            <a:avLst/>
            <a:gdLst>
              <a:gd name="T0" fmla="*/ 2147483647 w 407"/>
              <a:gd name="T1" fmla="*/ 0 h 684"/>
              <a:gd name="T2" fmla="*/ 2147483647 w 407"/>
              <a:gd name="T3" fmla="*/ 2147483647 h 684"/>
              <a:gd name="T4" fmla="*/ 2147483647 w 407"/>
              <a:gd name="T5" fmla="*/ 2147483647 h 684"/>
              <a:gd name="T6" fmla="*/ 2147483647 w 407"/>
              <a:gd name="T7" fmla="*/ 2147483647 h 684"/>
              <a:gd name="T8" fmla="*/ 2147483647 w 407"/>
              <a:gd name="T9" fmla="*/ 2147483647 h 684"/>
              <a:gd name="T10" fmla="*/ 0 w 407"/>
              <a:gd name="T11" fmla="*/ 2147483647 h 68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07"/>
              <a:gd name="T19" fmla="*/ 0 h 684"/>
              <a:gd name="T20" fmla="*/ 407 w 407"/>
              <a:gd name="T21" fmla="*/ 684 h 68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07" h="684">
                <a:moveTo>
                  <a:pt x="354" y="0"/>
                </a:moveTo>
                <a:cubicBezTo>
                  <a:pt x="369" y="21"/>
                  <a:pt x="385" y="43"/>
                  <a:pt x="393" y="63"/>
                </a:cubicBezTo>
                <a:cubicBezTo>
                  <a:pt x="401" y="83"/>
                  <a:pt x="407" y="98"/>
                  <a:pt x="402" y="123"/>
                </a:cubicBezTo>
                <a:cubicBezTo>
                  <a:pt x="397" y="148"/>
                  <a:pt x="397" y="159"/>
                  <a:pt x="360" y="216"/>
                </a:cubicBezTo>
                <a:cubicBezTo>
                  <a:pt x="323" y="273"/>
                  <a:pt x="240" y="387"/>
                  <a:pt x="180" y="465"/>
                </a:cubicBezTo>
                <a:cubicBezTo>
                  <a:pt x="120" y="543"/>
                  <a:pt x="30" y="647"/>
                  <a:pt x="0" y="684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5" name="Line 12"/>
          <p:cNvSpPr>
            <a:spLocks noChangeShapeType="1"/>
          </p:cNvSpPr>
          <p:nvPr/>
        </p:nvSpPr>
        <p:spPr bwMode="auto">
          <a:xfrm>
            <a:off x="1373605" y="2485795"/>
            <a:ext cx="0" cy="267652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6" name="Line 13"/>
          <p:cNvSpPr>
            <a:spLocks noChangeShapeType="1"/>
          </p:cNvSpPr>
          <p:nvPr/>
        </p:nvSpPr>
        <p:spPr bwMode="auto">
          <a:xfrm>
            <a:off x="2149892" y="2290533"/>
            <a:ext cx="0" cy="28860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7" name="Line 14"/>
          <p:cNvSpPr>
            <a:spLocks noChangeShapeType="1"/>
          </p:cNvSpPr>
          <p:nvPr/>
        </p:nvSpPr>
        <p:spPr bwMode="auto">
          <a:xfrm>
            <a:off x="2051467" y="2535008"/>
            <a:ext cx="0" cy="30051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8" name="Line 15"/>
          <p:cNvSpPr>
            <a:spLocks noChangeShapeType="1"/>
          </p:cNvSpPr>
          <p:nvPr/>
        </p:nvSpPr>
        <p:spPr bwMode="auto">
          <a:xfrm>
            <a:off x="2164180" y="2733221"/>
            <a:ext cx="0" cy="28702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9" name="AutoShape 16"/>
          <p:cNvSpPr>
            <a:spLocks noChangeArrowheads="1"/>
          </p:cNvSpPr>
          <p:nvPr/>
        </p:nvSpPr>
        <p:spPr bwMode="auto">
          <a:xfrm>
            <a:off x="754480" y="1631720"/>
            <a:ext cx="2114550" cy="2038350"/>
          </a:xfrm>
          <a:prstGeom prst="triangle">
            <a:avLst>
              <a:gd name="adj" fmla="val 50000"/>
            </a:avLst>
          </a:prstGeom>
          <a:noFill/>
          <a:ln w="12700">
            <a:solidFill>
              <a:schemeClr val="tx1"/>
            </a:solidFill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0" name="Line 17"/>
          <p:cNvSpPr>
            <a:spLocks noChangeShapeType="1"/>
          </p:cNvSpPr>
          <p:nvPr/>
        </p:nvSpPr>
        <p:spPr bwMode="auto">
          <a:xfrm>
            <a:off x="508417" y="4713058"/>
            <a:ext cx="2543175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1" name="Line 18"/>
          <p:cNvSpPr>
            <a:spLocks noChangeShapeType="1"/>
          </p:cNvSpPr>
          <p:nvPr/>
        </p:nvSpPr>
        <p:spPr bwMode="auto">
          <a:xfrm>
            <a:off x="513180" y="5627458"/>
            <a:ext cx="253365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2" name="Rectangle 19"/>
          <p:cNvSpPr>
            <a:spLocks noChangeArrowheads="1"/>
          </p:cNvSpPr>
          <p:nvPr/>
        </p:nvSpPr>
        <p:spPr bwMode="auto">
          <a:xfrm rot="-846411">
            <a:off x="475080" y="2398483"/>
            <a:ext cx="2603500" cy="914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3" name="Text Box 20"/>
          <p:cNvSpPr txBox="1">
            <a:spLocks noChangeArrowheads="1"/>
          </p:cNvSpPr>
          <p:nvPr/>
        </p:nvSpPr>
        <p:spPr bwMode="auto">
          <a:xfrm>
            <a:off x="1705710" y="2523578"/>
            <a:ext cx="357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dirty="0">
                <a:latin typeface="ISOCPEUR" panose="020B0604020202020204" pitchFamily="34" charset="0"/>
              </a:rPr>
              <a:t>o</a:t>
            </a:r>
            <a:r>
              <a:rPr lang="en-US" altLang="zh-CN" sz="1800" dirty="0">
                <a:latin typeface="ISOCPEUR" panose="020B0604020202020204" pitchFamily="34" charset="0"/>
              </a:rPr>
              <a:t>’</a:t>
            </a:r>
          </a:p>
        </p:txBody>
      </p:sp>
      <p:sp>
        <p:nvSpPr>
          <p:cNvPr id="54" name="Oval 21"/>
          <p:cNvSpPr>
            <a:spLocks noChangeArrowheads="1"/>
          </p:cNvSpPr>
          <p:nvPr/>
        </p:nvSpPr>
        <p:spPr bwMode="auto">
          <a:xfrm>
            <a:off x="903705" y="1938108"/>
            <a:ext cx="1816100" cy="1816100"/>
          </a:xfrm>
          <a:prstGeom prst="ellipse">
            <a:avLst/>
          </a:prstGeom>
          <a:noFill/>
          <a:ln w="12700">
            <a:solidFill>
              <a:srgbClr val="0000FF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5" name="Oval 22"/>
          <p:cNvSpPr>
            <a:spLocks noChangeArrowheads="1"/>
          </p:cNvSpPr>
          <p:nvPr/>
        </p:nvSpPr>
        <p:spPr bwMode="auto">
          <a:xfrm>
            <a:off x="1192630" y="2230208"/>
            <a:ext cx="1238250" cy="1238250"/>
          </a:xfrm>
          <a:prstGeom prst="ellipse">
            <a:avLst/>
          </a:prstGeom>
          <a:noFill/>
          <a:ln w="12700">
            <a:solidFill>
              <a:srgbClr val="FF3300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" name="Line 23"/>
          <p:cNvSpPr>
            <a:spLocks noChangeShapeType="1"/>
          </p:cNvSpPr>
          <p:nvPr/>
        </p:nvSpPr>
        <p:spPr bwMode="auto">
          <a:xfrm flipV="1">
            <a:off x="1818105" y="2587395"/>
            <a:ext cx="495300" cy="25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7" name="Line 24"/>
          <p:cNvSpPr>
            <a:spLocks noChangeShapeType="1"/>
          </p:cNvSpPr>
          <p:nvPr/>
        </p:nvSpPr>
        <p:spPr bwMode="auto">
          <a:xfrm>
            <a:off x="2008605" y="2334983"/>
            <a:ext cx="217487" cy="88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8" name="Line 25"/>
          <p:cNvSpPr>
            <a:spLocks noChangeShapeType="1"/>
          </p:cNvSpPr>
          <p:nvPr/>
        </p:nvSpPr>
        <p:spPr bwMode="auto">
          <a:xfrm>
            <a:off x="2465805" y="2214333"/>
            <a:ext cx="217487" cy="88900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9" name="Line 26"/>
          <p:cNvSpPr>
            <a:spLocks noChangeShapeType="1"/>
          </p:cNvSpPr>
          <p:nvPr/>
        </p:nvSpPr>
        <p:spPr bwMode="auto">
          <a:xfrm>
            <a:off x="1437105" y="2357208"/>
            <a:ext cx="749300" cy="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" name="Line 27"/>
          <p:cNvSpPr>
            <a:spLocks noChangeShapeType="1"/>
          </p:cNvSpPr>
          <p:nvPr/>
        </p:nvSpPr>
        <p:spPr bwMode="auto">
          <a:xfrm>
            <a:off x="1189455" y="2827108"/>
            <a:ext cx="1238250" cy="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1" name="Line 28"/>
          <p:cNvSpPr>
            <a:spLocks noChangeShapeType="1"/>
          </p:cNvSpPr>
          <p:nvPr/>
        </p:nvSpPr>
        <p:spPr bwMode="auto">
          <a:xfrm>
            <a:off x="2100680" y="2300058"/>
            <a:ext cx="217487" cy="889000"/>
          </a:xfrm>
          <a:prstGeom prst="line">
            <a:avLst/>
          </a:prstGeom>
          <a:noFill/>
          <a:ln w="3175">
            <a:solidFill>
              <a:srgbClr val="FF3300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62" name="Group 29"/>
          <p:cNvGrpSpPr/>
          <p:nvPr/>
        </p:nvGrpSpPr>
        <p:grpSpPr bwMode="auto">
          <a:xfrm>
            <a:off x="402055" y="1630132"/>
            <a:ext cx="2759075" cy="4584700"/>
            <a:chOff x="3321" y="567"/>
            <a:chExt cx="1738" cy="2888"/>
          </a:xfrm>
        </p:grpSpPr>
        <p:sp>
          <p:nvSpPr>
            <p:cNvPr id="63" name="Line 30"/>
            <p:cNvSpPr>
              <a:spLocks noChangeShapeType="1"/>
            </p:cNvSpPr>
            <p:nvPr/>
          </p:nvSpPr>
          <p:spPr bwMode="auto">
            <a:xfrm>
              <a:off x="3391" y="3089"/>
              <a:ext cx="2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7" name="Arc 34"/>
            <p:cNvSpPr/>
            <p:nvPr/>
          </p:nvSpPr>
          <p:spPr bwMode="auto">
            <a:xfrm>
              <a:off x="3614" y="2126"/>
              <a:ext cx="1202" cy="664"/>
            </a:xfrm>
            <a:custGeom>
              <a:avLst/>
              <a:gdLst>
                <a:gd name="T0" fmla="*/ 0 w 39228"/>
                <a:gd name="T1" fmla="*/ 0 h 21600"/>
                <a:gd name="T2" fmla="*/ 0 w 39228"/>
                <a:gd name="T3" fmla="*/ 0 h 21600"/>
                <a:gd name="T4" fmla="*/ 0 w 39228"/>
                <a:gd name="T5" fmla="*/ 0 h 21600"/>
                <a:gd name="T6" fmla="*/ 0 60000 65536"/>
                <a:gd name="T7" fmla="*/ 0 60000 65536"/>
                <a:gd name="T8" fmla="*/ 0 60000 65536"/>
                <a:gd name="T9" fmla="*/ 0 w 39228"/>
                <a:gd name="T10" fmla="*/ 0 h 21600"/>
                <a:gd name="T11" fmla="*/ 39228 w 3922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228" h="21600" fill="none" extrusionOk="0">
                  <a:moveTo>
                    <a:pt x="0" y="12426"/>
                  </a:moveTo>
                  <a:cubicBezTo>
                    <a:pt x="3557" y="4842"/>
                    <a:pt x="11178" y="-1"/>
                    <a:pt x="19555" y="0"/>
                  </a:cubicBezTo>
                  <a:cubicBezTo>
                    <a:pt x="28033" y="0"/>
                    <a:pt x="35727" y="4960"/>
                    <a:pt x="39228" y="12681"/>
                  </a:cubicBezTo>
                </a:path>
                <a:path w="39228" h="21600" stroke="0" extrusionOk="0">
                  <a:moveTo>
                    <a:pt x="0" y="12426"/>
                  </a:moveTo>
                  <a:cubicBezTo>
                    <a:pt x="3557" y="4842"/>
                    <a:pt x="11178" y="-1"/>
                    <a:pt x="19555" y="0"/>
                  </a:cubicBezTo>
                  <a:cubicBezTo>
                    <a:pt x="28033" y="0"/>
                    <a:pt x="35727" y="4960"/>
                    <a:pt x="39228" y="12681"/>
                  </a:cubicBezTo>
                  <a:lnTo>
                    <a:pt x="19555" y="21600"/>
                  </a:lnTo>
                  <a:lnTo>
                    <a:pt x="0" y="12426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8" name="Arc 35"/>
            <p:cNvSpPr/>
            <p:nvPr/>
          </p:nvSpPr>
          <p:spPr bwMode="auto">
            <a:xfrm>
              <a:off x="3623" y="2791"/>
              <a:ext cx="1193" cy="664"/>
            </a:xfrm>
            <a:custGeom>
              <a:avLst/>
              <a:gdLst>
                <a:gd name="T0" fmla="*/ 0 w 38794"/>
                <a:gd name="T1" fmla="*/ 0 h 21600"/>
                <a:gd name="T2" fmla="*/ 0 w 38794"/>
                <a:gd name="T3" fmla="*/ 0 h 21600"/>
                <a:gd name="T4" fmla="*/ 0 w 38794"/>
                <a:gd name="T5" fmla="*/ 0 h 21600"/>
                <a:gd name="T6" fmla="*/ 0 60000 65536"/>
                <a:gd name="T7" fmla="*/ 0 60000 65536"/>
                <a:gd name="T8" fmla="*/ 0 60000 65536"/>
                <a:gd name="T9" fmla="*/ 0 w 38794"/>
                <a:gd name="T10" fmla="*/ 0 h 21600"/>
                <a:gd name="T11" fmla="*/ 38794 w 3879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794" h="21600" fill="none" extrusionOk="0">
                  <a:moveTo>
                    <a:pt x="38794" y="9505"/>
                  </a:moveTo>
                  <a:cubicBezTo>
                    <a:pt x="35166" y="16907"/>
                    <a:pt x="27641" y="21599"/>
                    <a:pt x="19398" y="21600"/>
                  </a:cubicBezTo>
                  <a:cubicBezTo>
                    <a:pt x="11153" y="21600"/>
                    <a:pt x="3627" y="16906"/>
                    <a:pt x="0" y="9501"/>
                  </a:cubicBezTo>
                </a:path>
                <a:path w="38794" h="21600" stroke="0" extrusionOk="0">
                  <a:moveTo>
                    <a:pt x="38794" y="9505"/>
                  </a:moveTo>
                  <a:cubicBezTo>
                    <a:pt x="35166" y="16907"/>
                    <a:pt x="27641" y="21599"/>
                    <a:pt x="19398" y="21600"/>
                  </a:cubicBezTo>
                  <a:cubicBezTo>
                    <a:pt x="11153" y="21600"/>
                    <a:pt x="3627" y="16906"/>
                    <a:pt x="0" y="9501"/>
                  </a:cubicBezTo>
                  <a:lnTo>
                    <a:pt x="19398" y="0"/>
                  </a:lnTo>
                  <a:lnTo>
                    <a:pt x="38794" y="9505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Arc 36"/>
            <p:cNvSpPr/>
            <p:nvPr/>
          </p:nvSpPr>
          <p:spPr bwMode="auto">
            <a:xfrm>
              <a:off x="4215" y="2501"/>
              <a:ext cx="664" cy="583"/>
            </a:xfrm>
            <a:custGeom>
              <a:avLst/>
              <a:gdLst>
                <a:gd name="T0" fmla="*/ 0 w 21600"/>
                <a:gd name="T1" fmla="*/ 0 h 18952"/>
                <a:gd name="T2" fmla="*/ 0 w 21600"/>
                <a:gd name="T3" fmla="*/ 0 h 18952"/>
                <a:gd name="T4" fmla="*/ 0 w 21600"/>
                <a:gd name="T5" fmla="*/ 0 h 1895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8952"/>
                <a:gd name="T11" fmla="*/ 21600 w 21600"/>
                <a:gd name="T12" fmla="*/ 18952 h 189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8952" fill="none" extrusionOk="0">
                  <a:moveTo>
                    <a:pt x="19499" y="-1"/>
                  </a:moveTo>
                  <a:cubicBezTo>
                    <a:pt x="20882" y="2902"/>
                    <a:pt x="21600" y="6076"/>
                    <a:pt x="21600" y="9292"/>
                  </a:cubicBezTo>
                  <a:cubicBezTo>
                    <a:pt x="21600" y="12645"/>
                    <a:pt x="20819" y="15952"/>
                    <a:pt x="19319" y="18951"/>
                  </a:cubicBezTo>
                </a:path>
                <a:path w="21600" h="18952" stroke="0" extrusionOk="0">
                  <a:moveTo>
                    <a:pt x="19499" y="-1"/>
                  </a:moveTo>
                  <a:cubicBezTo>
                    <a:pt x="20882" y="2902"/>
                    <a:pt x="21600" y="6076"/>
                    <a:pt x="21600" y="9292"/>
                  </a:cubicBezTo>
                  <a:cubicBezTo>
                    <a:pt x="21600" y="12645"/>
                    <a:pt x="20819" y="15952"/>
                    <a:pt x="19319" y="18951"/>
                  </a:cubicBezTo>
                  <a:lnTo>
                    <a:pt x="0" y="9292"/>
                  </a:lnTo>
                  <a:lnTo>
                    <a:pt x="19499" y="-1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lgDash"/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" name="Arc 37"/>
            <p:cNvSpPr/>
            <p:nvPr/>
          </p:nvSpPr>
          <p:spPr bwMode="auto">
            <a:xfrm>
              <a:off x="3550" y="2507"/>
              <a:ext cx="664" cy="573"/>
            </a:xfrm>
            <a:custGeom>
              <a:avLst/>
              <a:gdLst>
                <a:gd name="T0" fmla="*/ 0 w 21600"/>
                <a:gd name="T1" fmla="*/ 0 h 18636"/>
                <a:gd name="T2" fmla="*/ 0 w 21600"/>
                <a:gd name="T3" fmla="*/ 0 h 18636"/>
                <a:gd name="T4" fmla="*/ 0 w 21600"/>
                <a:gd name="T5" fmla="*/ 0 h 18636"/>
                <a:gd name="T6" fmla="*/ 0 60000 65536"/>
                <a:gd name="T7" fmla="*/ 0 60000 65536"/>
                <a:gd name="T8" fmla="*/ 0 60000 65536"/>
                <a:gd name="T9" fmla="*/ 0 w 21600"/>
                <a:gd name="T10" fmla="*/ 0 h 18636"/>
                <a:gd name="T11" fmla="*/ 21600 w 21600"/>
                <a:gd name="T12" fmla="*/ 18636 h 186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8636" fill="none" extrusionOk="0">
                  <a:moveTo>
                    <a:pt x="2150" y="18635"/>
                  </a:moveTo>
                  <a:cubicBezTo>
                    <a:pt x="735" y="15706"/>
                    <a:pt x="0" y="12494"/>
                    <a:pt x="0" y="9241"/>
                  </a:cubicBezTo>
                  <a:cubicBezTo>
                    <a:pt x="-1" y="6044"/>
                    <a:pt x="709" y="2888"/>
                    <a:pt x="2076" y="-1"/>
                  </a:cubicBezTo>
                </a:path>
                <a:path w="21600" h="18636" stroke="0" extrusionOk="0">
                  <a:moveTo>
                    <a:pt x="2150" y="18635"/>
                  </a:moveTo>
                  <a:cubicBezTo>
                    <a:pt x="735" y="15706"/>
                    <a:pt x="0" y="12494"/>
                    <a:pt x="0" y="9241"/>
                  </a:cubicBezTo>
                  <a:cubicBezTo>
                    <a:pt x="-1" y="6044"/>
                    <a:pt x="709" y="2888"/>
                    <a:pt x="2076" y="-1"/>
                  </a:cubicBezTo>
                  <a:lnTo>
                    <a:pt x="21600" y="9241"/>
                  </a:lnTo>
                  <a:lnTo>
                    <a:pt x="2150" y="18635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lgDash"/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2" name="Oval 39"/>
            <p:cNvSpPr>
              <a:spLocks noChangeArrowheads="1"/>
            </p:cNvSpPr>
            <p:nvPr/>
          </p:nvSpPr>
          <p:spPr bwMode="auto">
            <a:xfrm>
              <a:off x="4914" y="2510"/>
              <a:ext cx="138" cy="57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4" name="Arc 41"/>
            <p:cNvSpPr/>
            <p:nvPr/>
          </p:nvSpPr>
          <p:spPr bwMode="auto">
            <a:xfrm>
              <a:off x="3389" y="2511"/>
              <a:ext cx="69" cy="576"/>
            </a:xfrm>
            <a:custGeom>
              <a:avLst/>
              <a:gdLst>
                <a:gd name="T0" fmla="*/ 0 w 21600"/>
                <a:gd name="T1" fmla="*/ 0 h 43178"/>
                <a:gd name="T2" fmla="*/ 0 w 21600"/>
                <a:gd name="T3" fmla="*/ 0 h 43178"/>
                <a:gd name="T4" fmla="*/ 0 w 21600"/>
                <a:gd name="T5" fmla="*/ 0 h 43178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78"/>
                <a:gd name="T11" fmla="*/ 21600 w 21600"/>
                <a:gd name="T12" fmla="*/ 43178 h 431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78" fill="none" extrusionOk="0">
                  <a:moveTo>
                    <a:pt x="925" y="-1"/>
                  </a:moveTo>
                  <a:cubicBezTo>
                    <a:pt x="12483" y="495"/>
                    <a:pt x="21600" y="10010"/>
                    <a:pt x="21600" y="21580"/>
                  </a:cubicBezTo>
                  <a:cubicBezTo>
                    <a:pt x="21600" y="33385"/>
                    <a:pt x="12121" y="43004"/>
                    <a:pt x="316" y="43177"/>
                  </a:cubicBezTo>
                </a:path>
                <a:path w="21600" h="43178" stroke="0" extrusionOk="0">
                  <a:moveTo>
                    <a:pt x="925" y="-1"/>
                  </a:moveTo>
                  <a:cubicBezTo>
                    <a:pt x="12483" y="495"/>
                    <a:pt x="21600" y="10010"/>
                    <a:pt x="21600" y="21580"/>
                  </a:cubicBezTo>
                  <a:cubicBezTo>
                    <a:pt x="21600" y="33385"/>
                    <a:pt x="12121" y="43004"/>
                    <a:pt x="316" y="43177"/>
                  </a:cubicBezTo>
                  <a:lnTo>
                    <a:pt x="0" y="21580"/>
                  </a:lnTo>
                  <a:lnTo>
                    <a:pt x="925" y="-1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5" name="Arc 42"/>
            <p:cNvSpPr/>
            <p:nvPr/>
          </p:nvSpPr>
          <p:spPr bwMode="auto">
            <a:xfrm>
              <a:off x="3321" y="2511"/>
              <a:ext cx="74" cy="576"/>
            </a:xfrm>
            <a:custGeom>
              <a:avLst/>
              <a:gdLst>
                <a:gd name="T0" fmla="*/ 0 w 23140"/>
                <a:gd name="T1" fmla="*/ 0 h 43197"/>
                <a:gd name="T2" fmla="*/ 0 w 23140"/>
                <a:gd name="T3" fmla="*/ 0 h 43197"/>
                <a:gd name="T4" fmla="*/ 0 w 23140"/>
                <a:gd name="T5" fmla="*/ 0 h 43197"/>
                <a:gd name="T6" fmla="*/ 0 60000 65536"/>
                <a:gd name="T7" fmla="*/ 0 60000 65536"/>
                <a:gd name="T8" fmla="*/ 0 60000 65536"/>
                <a:gd name="T9" fmla="*/ 0 w 23140"/>
                <a:gd name="T10" fmla="*/ 0 h 43197"/>
                <a:gd name="T11" fmla="*/ 23140 w 23140"/>
                <a:gd name="T12" fmla="*/ 43197 h 431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140" h="43197" fill="none" extrusionOk="0">
                  <a:moveTo>
                    <a:pt x="23140" y="43142"/>
                  </a:moveTo>
                  <a:cubicBezTo>
                    <a:pt x="22627" y="43178"/>
                    <a:pt x="22113" y="43196"/>
                    <a:pt x="21600" y="43197"/>
                  </a:cubicBezTo>
                  <a:cubicBezTo>
                    <a:pt x="9670" y="43197"/>
                    <a:pt x="0" y="33526"/>
                    <a:pt x="0" y="21597"/>
                  </a:cubicBezTo>
                  <a:cubicBezTo>
                    <a:pt x="-1" y="9800"/>
                    <a:pt x="9464" y="185"/>
                    <a:pt x="21258" y="-1"/>
                  </a:cubicBezTo>
                </a:path>
                <a:path w="23140" h="43197" stroke="0" extrusionOk="0">
                  <a:moveTo>
                    <a:pt x="23140" y="43142"/>
                  </a:moveTo>
                  <a:cubicBezTo>
                    <a:pt x="22627" y="43178"/>
                    <a:pt x="22113" y="43196"/>
                    <a:pt x="21600" y="43197"/>
                  </a:cubicBezTo>
                  <a:cubicBezTo>
                    <a:pt x="9670" y="43197"/>
                    <a:pt x="0" y="33526"/>
                    <a:pt x="0" y="21597"/>
                  </a:cubicBezTo>
                  <a:cubicBezTo>
                    <a:pt x="-1" y="9800"/>
                    <a:pt x="9464" y="185"/>
                    <a:pt x="21258" y="-1"/>
                  </a:cubicBezTo>
                  <a:lnTo>
                    <a:pt x="21600" y="21597"/>
                  </a:lnTo>
                  <a:lnTo>
                    <a:pt x="23140" y="43142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6" name="Line 43"/>
            <p:cNvSpPr>
              <a:spLocks noChangeShapeType="1"/>
            </p:cNvSpPr>
            <p:nvPr/>
          </p:nvSpPr>
          <p:spPr bwMode="auto">
            <a:xfrm>
              <a:off x="3389" y="2509"/>
              <a:ext cx="25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7" name="Line 44"/>
            <p:cNvSpPr>
              <a:spLocks noChangeShapeType="1"/>
            </p:cNvSpPr>
            <p:nvPr/>
          </p:nvSpPr>
          <p:spPr bwMode="auto">
            <a:xfrm>
              <a:off x="4765" y="2509"/>
              <a:ext cx="2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8" name="Line 45"/>
            <p:cNvSpPr>
              <a:spLocks noChangeShapeType="1"/>
            </p:cNvSpPr>
            <p:nvPr/>
          </p:nvSpPr>
          <p:spPr bwMode="auto">
            <a:xfrm>
              <a:off x="4761" y="3085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0" name="Freeform 47"/>
            <p:cNvSpPr/>
            <p:nvPr/>
          </p:nvSpPr>
          <p:spPr bwMode="auto">
            <a:xfrm>
              <a:off x="3327" y="567"/>
              <a:ext cx="1732" cy="1284"/>
            </a:xfrm>
            <a:custGeom>
              <a:avLst/>
              <a:gdLst>
                <a:gd name="T0" fmla="*/ 224 w 1732"/>
                <a:gd name="T1" fmla="*/ 1284 h 1284"/>
                <a:gd name="T2" fmla="*/ 252 w 1732"/>
                <a:gd name="T3" fmla="*/ 1224 h 1284"/>
                <a:gd name="T4" fmla="*/ 140 w 1732"/>
                <a:gd name="T5" fmla="*/ 1252 h 1284"/>
                <a:gd name="T6" fmla="*/ 0 w 1732"/>
                <a:gd name="T7" fmla="*/ 692 h 1284"/>
                <a:gd name="T8" fmla="*/ 608 w 1732"/>
                <a:gd name="T9" fmla="*/ 540 h 1284"/>
                <a:gd name="T10" fmla="*/ 888 w 1732"/>
                <a:gd name="T11" fmla="*/ 0 h 1284"/>
                <a:gd name="T12" fmla="*/ 1104 w 1732"/>
                <a:gd name="T13" fmla="*/ 416 h 1284"/>
                <a:gd name="T14" fmla="*/ 1592 w 1732"/>
                <a:gd name="T15" fmla="*/ 292 h 1284"/>
                <a:gd name="T16" fmla="*/ 1732 w 1732"/>
                <a:gd name="T17" fmla="*/ 852 h 1284"/>
                <a:gd name="T18" fmla="*/ 1376 w 1732"/>
                <a:gd name="T19" fmla="*/ 940 h 1284"/>
                <a:gd name="T20" fmla="*/ 1552 w 1732"/>
                <a:gd name="T21" fmla="*/ 1284 h 1284"/>
                <a:gd name="T22" fmla="*/ 224 w 1732"/>
                <a:gd name="T23" fmla="*/ 1284 h 128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732"/>
                <a:gd name="T37" fmla="*/ 0 h 1284"/>
                <a:gd name="T38" fmla="*/ 1732 w 1732"/>
                <a:gd name="T39" fmla="*/ 1284 h 128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732" h="1284">
                  <a:moveTo>
                    <a:pt x="224" y="1284"/>
                  </a:moveTo>
                  <a:lnTo>
                    <a:pt x="252" y="1224"/>
                  </a:lnTo>
                  <a:lnTo>
                    <a:pt x="140" y="1252"/>
                  </a:lnTo>
                  <a:lnTo>
                    <a:pt x="0" y="692"/>
                  </a:lnTo>
                  <a:lnTo>
                    <a:pt x="608" y="540"/>
                  </a:lnTo>
                  <a:lnTo>
                    <a:pt x="888" y="0"/>
                  </a:lnTo>
                  <a:lnTo>
                    <a:pt x="1104" y="416"/>
                  </a:lnTo>
                  <a:lnTo>
                    <a:pt x="1592" y="292"/>
                  </a:lnTo>
                  <a:lnTo>
                    <a:pt x="1732" y="852"/>
                  </a:lnTo>
                  <a:lnTo>
                    <a:pt x="1376" y="940"/>
                  </a:lnTo>
                  <a:lnTo>
                    <a:pt x="1552" y="1284"/>
                  </a:lnTo>
                  <a:lnTo>
                    <a:pt x="224" y="1284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81" name="Freeform 48"/>
          <p:cNvSpPr/>
          <p:nvPr/>
        </p:nvSpPr>
        <p:spPr bwMode="auto">
          <a:xfrm>
            <a:off x="2048292" y="2288945"/>
            <a:ext cx="536575" cy="835025"/>
          </a:xfrm>
          <a:custGeom>
            <a:avLst/>
            <a:gdLst>
              <a:gd name="T0" fmla="*/ 2147483647 w 338"/>
              <a:gd name="T1" fmla="*/ 0 h 526"/>
              <a:gd name="T2" fmla="*/ 2147483647 w 338"/>
              <a:gd name="T3" fmla="*/ 2147483647 h 526"/>
              <a:gd name="T4" fmla="*/ 2147483647 w 338"/>
              <a:gd name="T5" fmla="*/ 2147483647 h 526"/>
              <a:gd name="T6" fmla="*/ 2147483647 w 338"/>
              <a:gd name="T7" fmla="*/ 2147483647 h 526"/>
              <a:gd name="T8" fmla="*/ 2147483647 w 338"/>
              <a:gd name="T9" fmla="*/ 2147483647 h 526"/>
              <a:gd name="T10" fmla="*/ 2147483647 w 338"/>
              <a:gd name="T11" fmla="*/ 2147483647 h 52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38"/>
              <a:gd name="T19" fmla="*/ 0 h 526"/>
              <a:gd name="T20" fmla="*/ 338 w 338"/>
              <a:gd name="T21" fmla="*/ 526 h 52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38" h="526">
                <a:moveTo>
                  <a:pt x="66" y="0"/>
                </a:moveTo>
                <a:cubicBezTo>
                  <a:pt x="57" y="6"/>
                  <a:pt x="49" y="13"/>
                  <a:pt x="40" y="44"/>
                </a:cubicBezTo>
                <a:cubicBezTo>
                  <a:pt x="31" y="75"/>
                  <a:pt x="0" y="139"/>
                  <a:pt x="12" y="188"/>
                </a:cubicBezTo>
                <a:cubicBezTo>
                  <a:pt x="24" y="237"/>
                  <a:pt x="76" y="298"/>
                  <a:pt x="112" y="340"/>
                </a:cubicBezTo>
                <a:cubicBezTo>
                  <a:pt x="148" y="382"/>
                  <a:pt x="190" y="407"/>
                  <a:pt x="228" y="438"/>
                </a:cubicBezTo>
                <a:cubicBezTo>
                  <a:pt x="266" y="469"/>
                  <a:pt x="302" y="497"/>
                  <a:pt x="338" y="526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" name="Line 49"/>
          <p:cNvSpPr>
            <a:spLocks noChangeShapeType="1"/>
          </p:cNvSpPr>
          <p:nvPr/>
        </p:nvSpPr>
        <p:spPr bwMode="auto">
          <a:xfrm>
            <a:off x="811630" y="3566883"/>
            <a:ext cx="0" cy="16002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3" name="Line 50"/>
          <p:cNvSpPr>
            <a:spLocks noChangeShapeType="1"/>
          </p:cNvSpPr>
          <p:nvPr/>
        </p:nvSpPr>
        <p:spPr bwMode="auto">
          <a:xfrm>
            <a:off x="2588042" y="3128733"/>
            <a:ext cx="0" cy="204787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4" name="Oval 51"/>
          <p:cNvSpPr>
            <a:spLocks noChangeArrowheads="1"/>
          </p:cNvSpPr>
          <p:nvPr/>
        </p:nvSpPr>
        <p:spPr bwMode="auto">
          <a:xfrm>
            <a:off x="983080" y="4343170"/>
            <a:ext cx="1652587" cy="165258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5" name="Line 52"/>
          <p:cNvSpPr>
            <a:spLocks noChangeShapeType="1"/>
          </p:cNvSpPr>
          <p:nvPr/>
        </p:nvSpPr>
        <p:spPr bwMode="auto">
          <a:xfrm>
            <a:off x="914817" y="4707978"/>
            <a:ext cx="3889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6" name="Line 53"/>
          <p:cNvSpPr>
            <a:spLocks noChangeShapeType="1"/>
          </p:cNvSpPr>
          <p:nvPr/>
        </p:nvSpPr>
        <p:spPr bwMode="auto">
          <a:xfrm>
            <a:off x="905292" y="5633808"/>
            <a:ext cx="398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7" name="Freeform 54"/>
          <p:cNvSpPr/>
          <p:nvPr/>
        </p:nvSpPr>
        <p:spPr bwMode="auto">
          <a:xfrm>
            <a:off x="1310105" y="4714645"/>
            <a:ext cx="144462" cy="919163"/>
          </a:xfrm>
          <a:custGeom>
            <a:avLst/>
            <a:gdLst>
              <a:gd name="T0" fmla="*/ 0 w 91"/>
              <a:gd name="T1" fmla="*/ 0 h 579"/>
              <a:gd name="T2" fmla="*/ 2147483647 w 91"/>
              <a:gd name="T3" fmla="*/ 2147483647 h 579"/>
              <a:gd name="T4" fmla="*/ 2147483647 w 91"/>
              <a:gd name="T5" fmla="*/ 2147483647 h 579"/>
              <a:gd name="T6" fmla="*/ 2147483647 w 91"/>
              <a:gd name="T7" fmla="*/ 2147483647 h 579"/>
              <a:gd name="T8" fmla="*/ 0 w 91"/>
              <a:gd name="T9" fmla="*/ 2147483647 h 5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1"/>
              <a:gd name="T16" fmla="*/ 0 h 579"/>
              <a:gd name="T17" fmla="*/ 91 w 91"/>
              <a:gd name="T18" fmla="*/ 579 h 5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1" h="579">
                <a:moveTo>
                  <a:pt x="0" y="0"/>
                </a:moveTo>
                <a:cubicBezTo>
                  <a:pt x="38" y="15"/>
                  <a:pt x="77" y="31"/>
                  <a:pt x="84" y="78"/>
                </a:cubicBezTo>
                <a:cubicBezTo>
                  <a:pt x="91" y="125"/>
                  <a:pt x="45" y="217"/>
                  <a:pt x="45" y="285"/>
                </a:cubicBezTo>
                <a:cubicBezTo>
                  <a:pt x="45" y="353"/>
                  <a:pt x="91" y="440"/>
                  <a:pt x="84" y="489"/>
                </a:cubicBezTo>
                <a:cubicBezTo>
                  <a:pt x="77" y="538"/>
                  <a:pt x="38" y="558"/>
                  <a:pt x="0" y="579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8" name="Freeform 55"/>
          <p:cNvSpPr/>
          <p:nvPr/>
        </p:nvSpPr>
        <p:spPr bwMode="auto">
          <a:xfrm>
            <a:off x="813217" y="4714645"/>
            <a:ext cx="495300" cy="914400"/>
          </a:xfrm>
          <a:custGeom>
            <a:avLst/>
            <a:gdLst>
              <a:gd name="T0" fmla="*/ 2147483647 w 312"/>
              <a:gd name="T1" fmla="*/ 0 h 576"/>
              <a:gd name="T2" fmla="*/ 2147483647 w 312"/>
              <a:gd name="T3" fmla="*/ 2147483647 h 576"/>
              <a:gd name="T4" fmla="*/ 2147483647 w 312"/>
              <a:gd name="T5" fmla="*/ 2147483647 h 576"/>
              <a:gd name="T6" fmla="*/ 0 w 312"/>
              <a:gd name="T7" fmla="*/ 2147483647 h 576"/>
              <a:gd name="T8" fmla="*/ 2147483647 w 312"/>
              <a:gd name="T9" fmla="*/ 2147483647 h 576"/>
              <a:gd name="T10" fmla="*/ 2147483647 w 312"/>
              <a:gd name="T11" fmla="*/ 2147483647 h 576"/>
              <a:gd name="T12" fmla="*/ 2147483647 w 312"/>
              <a:gd name="T13" fmla="*/ 2147483647 h 57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2"/>
              <a:gd name="T22" fmla="*/ 0 h 576"/>
              <a:gd name="T23" fmla="*/ 312 w 312"/>
              <a:gd name="T24" fmla="*/ 576 h 57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2" h="576">
                <a:moveTo>
                  <a:pt x="312" y="0"/>
                </a:moveTo>
                <a:cubicBezTo>
                  <a:pt x="267" y="2"/>
                  <a:pt x="223" y="5"/>
                  <a:pt x="183" y="21"/>
                </a:cubicBezTo>
                <a:cubicBezTo>
                  <a:pt x="143" y="37"/>
                  <a:pt x="102" y="49"/>
                  <a:pt x="72" y="93"/>
                </a:cubicBezTo>
                <a:cubicBezTo>
                  <a:pt x="42" y="137"/>
                  <a:pt x="0" y="221"/>
                  <a:pt x="0" y="285"/>
                </a:cubicBezTo>
                <a:cubicBezTo>
                  <a:pt x="0" y="349"/>
                  <a:pt x="42" y="433"/>
                  <a:pt x="72" y="477"/>
                </a:cubicBezTo>
                <a:cubicBezTo>
                  <a:pt x="102" y="521"/>
                  <a:pt x="144" y="533"/>
                  <a:pt x="183" y="549"/>
                </a:cubicBezTo>
                <a:cubicBezTo>
                  <a:pt x="222" y="565"/>
                  <a:pt x="265" y="570"/>
                  <a:pt x="309" y="576"/>
                </a:cubicBezTo>
              </a:path>
            </a:pathLst>
          </a:custGeom>
          <a:noFill/>
          <a:ln w="12700">
            <a:solidFill>
              <a:schemeClr val="tx1"/>
            </a:solidFill>
            <a:prstDash val="lgDash"/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9" name="Freeform 56"/>
          <p:cNvSpPr/>
          <p:nvPr/>
        </p:nvSpPr>
        <p:spPr bwMode="auto">
          <a:xfrm>
            <a:off x="2056230" y="4714645"/>
            <a:ext cx="107950" cy="909638"/>
          </a:xfrm>
          <a:custGeom>
            <a:avLst/>
            <a:gdLst>
              <a:gd name="T0" fmla="*/ 2147483647 w 68"/>
              <a:gd name="T1" fmla="*/ 0 h 573"/>
              <a:gd name="T2" fmla="*/ 2147483647 w 68"/>
              <a:gd name="T3" fmla="*/ 2147483647 h 573"/>
              <a:gd name="T4" fmla="*/ 2147483647 w 68"/>
              <a:gd name="T5" fmla="*/ 2147483647 h 573"/>
              <a:gd name="T6" fmla="*/ 2147483647 w 68"/>
              <a:gd name="T7" fmla="*/ 2147483647 h 573"/>
              <a:gd name="T8" fmla="*/ 2147483647 w 68"/>
              <a:gd name="T9" fmla="*/ 2147483647 h 5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8"/>
              <a:gd name="T16" fmla="*/ 0 h 573"/>
              <a:gd name="T17" fmla="*/ 68 w 68"/>
              <a:gd name="T18" fmla="*/ 573 h 5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8" h="573">
                <a:moveTo>
                  <a:pt x="68" y="0"/>
                </a:moveTo>
                <a:cubicBezTo>
                  <a:pt x="35" y="5"/>
                  <a:pt x="3" y="10"/>
                  <a:pt x="2" y="57"/>
                </a:cubicBezTo>
                <a:cubicBezTo>
                  <a:pt x="1" y="104"/>
                  <a:pt x="59" y="208"/>
                  <a:pt x="59" y="285"/>
                </a:cubicBezTo>
                <a:cubicBezTo>
                  <a:pt x="59" y="362"/>
                  <a:pt x="0" y="471"/>
                  <a:pt x="2" y="519"/>
                </a:cubicBezTo>
                <a:cubicBezTo>
                  <a:pt x="4" y="567"/>
                  <a:pt x="36" y="570"/>
                  <a:pt x="68" y="573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0" name="Freeform 57"/>
          <p:cNvSpPr/>
          <p:nvPr/>
        </p:nvSpPr>
        <p:spPr bwMode="auto">
          <a:xfrm>
            <a:off x="2164180" y="4714645"/>
            <a:ext cx="423862" cy="909638"/>
          </a:xfrm>
          <a:custGeom>
            <a:avLst/>
            <a:gdLst>
              <a:gd name="T0" fmla="*/ 0 w 267"/>
              <a:gd name="T1" fmla="*/ 0 h 573"/>
              <a:gd name="T2" fmla="*/ 2147483647 w 267"/>
              <a:gd name="T3" fmla="*/ 2147483647 h 573"/>
              <a:gd name="T4" fmla="*/ 2147483647 w 267"/>
              <a:gd name="T5" fmla="*/ 2147483647 h 573"/>
              <a:gd name="T6" fmla="*/ 2147483647 w 267"/>
              <a:gd name="T7" fmla="*/ 2147483647 h 573"/>
              <a:gd name="T8" fmla="*/ 0 w 267"/>
              <a:gd name="T9" fmla="*/ 2147483647 h 5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573"/>
              <a:gd name="T17" fmla="*/ 267 w 267"/>
              <a:gd name="T18" fmla="*/ 573 h 5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573">
                <a:moveTo>
                  <a:pt x="0" y="0"/>
                </a:moveTo>
                <a:cubicBezTo>
                  <a:pt x="57" y="3"/>
                  <a:pt x="115" y="7"/>
                  <a:pt x="159" y="54"/>
                </a:cubicBezTo>
                <a:cubicBezTo>
                  <a:pt x="203" y="101"/>
                  <a:pt x="267" y="209"/>
                  <a:pt x="267" y="285"/>
                </a:cubicBezTo>
                <a:cubicBezTo>
                  <a:pt x="267" y="361"/>
                  <a:pt x="203" y="462"/>
                  <a:pt x="159" y="510"/>
                </a:cubicBezTo>
                <a:cubicBezTo>
                  <a:pt x="115" y="558"/>
                  <a:pt x="57" y="565"/>
                  <a:pt x="0" y="573"/>
                </a:cubicBezTo>
              </a:path>
            </a:pathLst>
          </a:custGeom>
          <a:noFill/>
          <a:ln w="12700">
            <a:solidFill>
              <a:schemeClr val="tx1"/>
            </a:solidFill>
            <a:prstDash val="lgDash"/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" name="Line 58"/>
          <p:cNvSpPr>
            <a:spLocks noChangeShapeType="1"/>
          </p:cNvSpPr>
          <p:nvPr/>
        </p:nvSpPr>
        <p:spPr bwMode="auto">
          <a:xfrm>
            <a:off x="2164180" y="4707978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" name="Line 59"/>
          <p:cNvSpPr>
            <a:spLocks noChangeShapeType="1"/>
          </p:cNvSpPr>
          <p:nvPr/>
        </p:nvSpPr>
        <p:spPr bwMode="auto">
          <a:xfrm>
            <a:off x="2164180" y="5627458"/>
            <a:ext cx="5381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3" name="Oval 60"/>
          <p:cNvSpPr>
            <a:spLocks noChangeAspect="1" noChangeArrowheads="1"/>
          </p:cNvSpPr>
          <p:nvPr/>
        </p:nvSpPr>
        <p:spPr bwMode="auto">
          <a:xfrm>
            <a:off x="1786355" y="2822345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" name="Oval 61"/>
          <p:cNvSpPr>
            <a:spLocks noChangeAspect="1" noChangeArrowheads="1"/>
          </p:cNvSpPr>
          <p:nvPr/>
        </p:nvSpPr>
        <p:spPr bwMode="auto">
          <a:xfrm>
            <a:off x="1348205" y="2455633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5" name="Oval 63"/>
          <p:cNvSpPr>
            <a:spLocks noChangeAspect="1" noChangeArrowheads="1"/>
          </p:cNvSpPr>
          <p:nvPr/>
        </p:nvSpPr>
        <p:spPr bwMode="auto">
          <a:xfrm>
            <a:off x="1071980" y="3198583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" name="Oval 64"/>
          <p:cNvSpPr>
            <a:spLocks noChangeAspect="1" noChangeArrowheads="1"/>
          </p:cNvSpPr>
          <p:nvPr/>
        </p:nvSpPr>
        <p:spPr bwMode="auto">
          <a:xfrm>
            <a:off x="2124492" y="2260370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7" name="Oval 65"/>
          <p:cNvSpPr>
            <a:spLocks noChangeAspect="1" noChangeArrowheads="1"/>
          </p:cNvSpPr>
          <p:nvPr/>
        </p:nvSpPr>
        <p:spPr bwMode="auto">
          <a:xfrm>
            <a:off x="2562642" y="3093808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8" name="Oval 66"/>
          <p:cNvSpPr>
            <a:spLocks noChangeAspect="1" noChangeArrowheads="1"/>
          </p:cNvSpPr>
          <p:nvPr/>
        </p:nvSpPr>
        <p:spPr bwMode="auto">
          <a:xfrm>
            <a:off x="2045117" y="2568345"/>
            <a:ext cx="46038" cy="46038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9" name="Oval 67"/>
          <p:cNvSpPr>
            <a:spLocks noChangeAspect="1" noChangeArrowheads="1"/>
          </p:cNvSpPr>
          <p:nvPr/>
        </p:nvSpPr>
        <p:spPr bwMode="auto">
          <a:xfrm>
            <a:off x="2205455" y="2803295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0" name="Oval 68"/>
          <p:cNvSpPr>
            <a:spLocks noChangeAspect="1" noChangeArrowheads="1"/>
          </p:cNvSpPr>
          <p:nvPr/>
        </p:nvSpPr>
        <p:spPr bwMode="auto">
          <a:xfrm>
            <a:off x="1357730" y="2798533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1" name="Oval 69"/>
          <p:cNvSpPr>
            <a:spLocks noChangeAspect="1" noChangeArrowheads="1"/>
          </p:cNvSpPr>
          <p:nvPr/>
        </p:nvSpPr>
        <p:spPr bwMode="auto">
          <a:xfrm>
            <a:off x="2091155" y="2331808"/>
            <a:ext cx="46037" cy="46037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" name="Line 70"/>
          <p:cNvSpPr>
            <a:spLocks noChangeShapeType="1"/>
          </p:cNvSpPr>
          <p:nvPr/>
        </p:nvSpPr>
        <p:spPr bwMode="auto">
          <a:xfrm flipH="1" flipV="1">
            <a:off x="1297405" y="2973158"/>
            <a:ext cx="209550" cy="142875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" name="Line 71"/>
          <p:cNvSpPr>
            <a:spLocks noChangeShapeType="1"/>
          </p:cNvSpPr>
          <p:nvPr/>
        </p:nvSpPr>
        <p:spPr bwMode="auto">
          <a:xfrm flipV="1">
            <a:off x="2018130" y="2757258"/>
            <a:ext cx="152400" cy="19050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4" name="Oval 72"/>
          <p:cNvSpPr>
            <a:spLocks noChangeAspect="1" noChangeArrowheads="1"/>
          </p:cNvSpPr>
          <p:nvPr/>
        </p:nvSpPr>
        <p:spPr bwMode="auto">
          <a:xfrm>
            <a:off x="787817" y="5141683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5" name="Oval 73"/>
          <p:cNvSpPr>
            <a:spLocks noChangeAspect="1" noChangeArrowheads="1"/>
          </p:cNvSpPr>
          <p:nvPr/>
        </p:nvSpPr>
        <p:spPr bwMode="auto">
          <a:xfrm>
            <a:off x="1343442" y="5141683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6" name="Oval 74"/>
          <p:cNvSpPr>
            <a:spLocks noChangeAspect="1" noChangeArrowheads="1"/>
          </p:cNvSpPr>
          <p:nvPr/>
        </p:nvSpPr>
        <p:spPr bwMode="auto">
          <a:xfrm>
            <a:off x="1071980" y="4727345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7" name="Oval 75"/>
          <p:cNvSpPr>
            <a:spLocks noChangeAspect="1" noChangeArrowheads="1"/>
          </p:cNvSpPr>
          <p:nvPr/>
        </p:nvSpPr>
        <p:spPr bwMode="auto">
          <a:xfrm>
            <a:off x="1071980" y="5556020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8" name="Oval 76"/>
          <p:cNvSpPr>
            <a:spLocks noChangeAspect="1" noChangeArrowheads="1"/>
          </p:cNvSpPr>
          <p:nvPr/>
        </p:nvSpPr>
        <p:spPr bwMode="auto">
          <a:xfrm>
            <a:off x="1416467" y="4832120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9" name="Oval 77"/>
          <p:cNvSpPr>
            <a:spLocks noChangeAspect="1" noChangeArrowheads="1"/>
          </p:cNvSpPr>
          <p:nvPr/>
        </p:nvSpPr>
        <p:spPr bwMode="auto">
          <a:xfrm>
            <a:off x="1257717" y="4684483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0" name="Oval 78"/>
          <p:cNvSpPr>
            <a:spLocks noChangeAspect="1" noChangeArrowheads="1"/>
          </p:cNvSpPr>
          <p:nvPr/>
        </p:nvSpPr>
        <p:spPr bwMode="auto">
          <a:xfrm>
            <a:off x="1272005" y="5603645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1" name="Oval 79"/>
          <p:cNvSpPr>
            <a:spLocks noChangeAspect="1" noChangeArrowheads="1"/>
          </p:cNvSpPr>
          <p:nvPr/>
        </p:nvSpPr>
        <p:spPr bwMode="auto">
          <a:xfrm>
            <a:off x="1416467" y="5436958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" name="Oval 80"/>
          <p:cNvSpPr>
            <a:spLocks noChangeAspect="1" noChangeArrowheads="1"/>
          </p:cNvSpPr>
          <p:nvPr/>
        </p:nvSpPr>
        <p:spPr bwMode="auto">
          <a:xfrm>
            <a:off x="2138780" y="4689245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3" name="Oval 81"/>
          <p:cNvSpPr>
            <a:spLocks noChangeAspect="1" noChangeArrowheads="1"/>
          </p:cNvSpPr>
          <p:nvPr/>
        </p:nvSpPr>
        <p:spPr bwMode="auto">
          <a:xfrm>
            <a:off x="2024480" y="4774970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4" name="Oval 82"/>
          <p:cNvSpPr>
            <a:spLocks noChangeAspect="1" noChangeArrowheads="1"/>
          </p:cNvSpPr>
          <p:nvPr/>
        </p:nvSpPr>
        <p:spPr bwMode="auto">
          <a:xfrm>
            <a:off x="2119730" y="5141683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5" name="Oval 83"/>
          <p:cNvSpPr>
            <a:spLocks noChangeAspect="1" noChangeArrowheads="1"/>
          </p:cNvSpPr>
          <p:nvPr/>
        </p:nvSpPr>
        <p:spPr bwMode="auto">
          <a:xfrm>
            <a:off x="2138780" y="5598883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6" name="Oval 84"/>
          <p:cNvSpPr>
            <a:spLocks noChangeAspect="1" noChangeArrowheads="1"/>
          </p:cNvSpPr>
          <p:nvPr/>
        </p:nvSpPr>
        <p:spPr bwMode="auto">
          <a:xfrm>
            <a:off x="2562642" y="5136920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7" name="Oval 85"/>
          <p:cNvSpPr>
            <a:spLocks noChangeAspect="1" noChangeArrowheads="1"/>
          </p:cNvSpPr>
          <p:nvPr/>
        </p:nvSpPr>
        <p:spPr bwMode="auto">
          <a:xfrm>
            <a:off x="2024480" y="5494108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18" name="Group 86"/>
          <p:cNvGrpSpPr/>
          <p:nvPr/>
        </p:nvGrpSpPr>
        <p:grpSpPr bwMode="auto">
          <a:xfrm>
            <a:off x="356017" y="1309457"/>
            <a:ext cx="2693988" cy="2778125"/>
            <a:chOff x="3292" y="365"/>
            <a:chExt cx="1697" cy="1750"/>
          </a:xfrm>
        </p:grpSpPr>
        <p:sp>
          <p:nvSpPr>
            <p:cNvPr id="119" name="Oval 87"/>
            <p:cNvSpPr>
              <a:spLocks noChangeArrowheads="1"/>
            </p:cNvSpPr>
            <p:nvPr/>
          </p:nvSpPr>
          <p:spPr bwMode="auto">
            <a:xfrm>
              <a:off x="3429" y="555"/>
              <a:ext cx="1560" cy="156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0" name="Text Box 88"/>
            <p:cNvSpPr txBox="1">
              <a:spLocks noChangeArrowheads="1"/>
            </p:cNvSpPr>
            <p:nvPr/>
          </p:nvSpPr>
          <p:spPr bwMode="auto">
            <a:xfrm>
              <a:off x="3292" y="365"/>
              <a:ext cx="604" cy="252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i="0" dirty="0"/>
                <a:t>最大球</a:t>
              </a:r>
            </a:p>
          </p:txBody>
        </p:sp>
      </p:grpSp>
      <p:sp>
        <p:nvSpPr>
          <p:cNvPr id="121" name="Text Box 89"/>
          <p:cNvSpPr txBox="1">
            <a:spLocks noChangeArrowheads="1"/>
          </p:cNvSpPr>
          <p:nvPr/>
        </p:nvSpPr>
        <p:spPr bwMode="auto">
          <a:xfrm>
            <a:off x="2986916" y="3707328"/>
            <a:ext cx="1524795" cy="70788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i="0" dirty="0">
                <a:latin typeface="黑体" panose="02010609060101010101" pitchFamily="49" charset="-122"/>
                <a:ea typeface="黑体" panose="02010609060101010101" pitchFamily="49" charset="-122"/>
              </a:rPr>
              <a:t>最内点无法直接求得</a:t>
            </a:r>
          </a:p>
        </p:txBody>
      </p:sp>
      <p:sp>
        <p:nvSpPr>
          <p:cNvPr id="122" name="Line 92"/>
          <p:cNvSpPr>
            <a:spLocks noChangeShapeType="1"/>
          </p:cNvSpPr>
          <p:nvPr/>
        </p:nvSpPr>
        <p:spPr bwMode="auto">
          <a:xfrm>
            <a:off x="1654592" y="1953983"/>
            <a:ext cx="328613" cy="0"/>
          </a:xfrm>
          <a:prstGeom prst="line">
            <a:avLst/>
          </a:prstGeom>
          <a:noFill/>
          <a:ln w="6350">
            <a:solidFill>
              <a:srgbClr val="0000FF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3" name="Oval 94"/>
          <p:cNvSpPr>
            <a:spLocks noChangeArrowheads="1"/>
          </p:cNvSpPr>
          <p:nvPr/>
        </p:nvSpPr>
        <p:spPr bwMode="auto">
          <a:xfrm>
            <a:off x="2034005" y="2517545"/>
            <a:ext cx="42862" cy="428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4" name="Oval 95"/>
          <p:cNvSpPr>
            <a:spLocks noChangeAspect="1" noChangeArrowheads="1"/>
          </p:cNvSpPr>
          <p:nvPr/>
        </p:nvSpPr>
        <p:spPr bwMode="auto">
          <a:xfrm>
            <a:off x="786230" y="3536720"/>
            <a:ext cx="50800" cy="50800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wrap="none"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25" name="Group 98"/>
          <p:cNvGrpSpPr/>
          <p:nvPr/>
        </p:nvGrpSpPr>
        <p:grpSpPr bwMode="auto">
          <a:xfrm>
            <a:off x="1094205" y="798283"/>
            <a:ext cx="1714500" cy="1766887"/>
            <a:chOff x="3762" y="64"/>
            <a:chExt cx="1080" cy="1113"/>
          </a:xfrm>
        </p:grpSpPr>
        <p:sp>
          <p:nvSpPr>
            <p:cNvPr id="126" name="Line 99"/>
            <p:cNvSpPr>
              <a:spLocks noChangeShapeType="1"/>
            </p:cNvSpPr>
            <p:nvPr/>
          </p:nvSpPr>
          <p:spPr bwMode="auto">
            <a:xfrm flipH="1">
              <a:off x="3974" y="315"/>
              <a:ext cx="42" cy="86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7" name="Line 100"/>
            <p:cNvSpPr>
              <a:spLocks noChangeShapeType="1"/>
            </p:cNvSpPr>
            <p:nvPr/>
          </p:nvSpPr>
          <p:spPr bwMode="auto">
            <a:xfrm>
              <a:off x="4011" y="309"/>
              <a:ext cx="361" cy="868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8" name="Text Box 101"/>
            <p:cNvSpPr txBox="1">
              <a:spLocks noChangeArrowheads="1"/>
            </p:cNvSpPr>
            <p:nvPr/>
          </p:nvSpPr>
          <p:spPr bwMode="auto">
            <a:xfrm>
              <a:off x="3762" y="64"/>
              <a:ext cx="1080" cy="258"/>
            </a:xfrm>
            <a:prstGeom prst="rect">
              <a:avLst/>
            </a:prstGeom>
            <a:noFill/>
            <a:ln w="12700">
              <a:solidFill>
                <a:srgbClr val="C00000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i="0" dirty="0">
                  <a:latin typeface="黑体" panose="02010609060101010101" pitchFamily="49" charset="-122"/>
                  <a:ea typeface="黑体" panose="02010609060101010101" pitchFamily="49" charset="-122"/>
                </a:rPr>
                <a:t>不是最内点</a:t>
              </a:r>
            </a:p>
          </p:txBody>
        </p:sp>
      </p:grpSp>
      <p:grpSp>
        <p:nvGrpSpPr>
          <p:cNvPr id="134" name="Group 105"/>
          <p:cNvGrpSpPr/>
          <p:nvPr/>
        </p:nvGrpSpPr>
        <p:grpSpPr bwMode="auto">
          <a:xfrm>
            <a:off x="1878430" y="1384071"/>
            <a:ext cx="2052637" cy="915988"/>
            <a:chOff x="4251" y="412"/>
            <a:chExt cx="1293" cy="577"/>
          </a:xfrm>
        </p:grpSpPr>
        <p:sp>
          <p:nvSpPr>
            <p:cNvPr id="135" name="Line 106"/>
            <p:cNvSpPr>
              <a:spLocks noChangeShapeType="1"/>
            </p:cNvSpPr>
            <p:nvPr/>
          </p:nvSpPr>
          <p:spPr bwMode="auto">
            <a:xfrm flipH="1">
              <a:off x="4251" y="665"/>
              <a:ext cx="609" cy="32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6" name="Text Box 107"/>
            <p:cNvSpPr txBox="1">
              <a:spLocks noChangeArrowheads="1"/>
            </p:cNvSpPr>
            <p:nvPr/>
          </p:nvSpPr>
          <p:spPr bwMode="auto">
            <a:xfrm>
              <a:off x="4940" y="412"/>
              <a:ext cx="604" cy="252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i="0" dirty="0">
                  <a:latin typeface="黑体" panose="02010609060101010101" pitchFamily="49" charset="-122"/>
                  <a:ea typeface="黑体" panose="02010609060101010101" pitchFamily="49" charset="-122"/>
                </a:rPr>
                <a:t>最小球</a:t>
              </a:r>
            </a:p>
          </p:txBody>
        </p:sp>
      </p:grpSp>
      <p:sp>
        <p:nvSpPr>
          <p:cNvPr id="137" name="Oval 62"/>
          <p:cNvSpPr>
            <a:spLocks noChangeAspect="1" noChangeArrowheads="1"/>
          </p:cNvSpPr>
          <p:nvPr/>
        </p:nvSpPr>
        <p:spPr bwMode="auto">
          <a:xfrm>
            <a:off x="1410117" y="2565170"/>
            <a:ext cx="46038" cy="46038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8" name="Oval 93"/>
          <p:cNvSpPr>
            <a:spLocks noChangeArrowheads="1"/>
          </p:cNvSpPr>
          <p:nvPr/>
        </p:nvSpPr>
        <p:spPr bwMode="auto">
          <a:xfrm>
            <a:off x="1427580" y="2641370"/>
            <a:ext cx="44450" cy="42863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8" name="Text Box 69"/>
          <p:cNvSpPr txBox="1">
            <a:spLocks noChangeArrowheads="1"/>
          </p:cNvSpPr>
          <p:nvPr/>
        </p:nvSpPr>
        <p:spPr bwMode="auto">
          <a:xfrm>
            <a:off x="4023941" y="774581"/>
            <a:ext cx="11049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分析：</a:t>
            </a:r>
          </a:p>
        </p:txBody>
      </p:sp>
      <p:sp>
        <p:nvSpPr>
          <p:cNvPr id="149" name="Text Box 70"/>
          <p:cNvSpPr txBox="1">
            <a:spLocks noChangeArrowheads="1"/>
          </p:cNvSpPr>
          <p:nvPr/>
        </p:nvSpPr>
        <p:spPr bwMode="auto">
          <a:xfrm>
            <a:off x="4098552" y="1189574"/>
            <a:ext cx="5047780" cy="781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dirty="0"/>
              <a:t>  圆柱与圆锥斜交，相贯线没有已知投影；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  </a:t>
            </a:r>
            <a:r>
              <a:rPr lang="zh-CN" altLang="en-US" dirty="0"/>
              <a:t>利用辅助球面作出相贯线上的点。</a:t>
            </a:r>
          </a:p>
        </p:txBody>
      </p:sp>
      <p:sp>
        <p:nvSpPr>
          <p:cNvPr id="150" name="Text Box 71"/>
          <p:cNvSpPr txBox="1">
            <a:spLocks noChangeArrowheads="1"/>
          </p:cNvSpPr>
          <p:nvPr/>
        </p:nvSpPr>
        <p:spPr bwMode="auto">
          <a:xfrm>
            <a:off x="4023941" y="2109055"/>
            <a:ext cx="19684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作图步骤：</a:t>
            </a:r>
          </a:p>
        </p:txBody>
      </p:sp>
      <p:sp>
        <p:nvSpPr>
          <p:cNvPr id="151" name="Text Box 72"/>
          <p:cNvSpPr txBox="1">
            <a:spLocks noChangeArrowheads="1"/>
          </p:cNvSpPr>
          <p:nvPr/>
        </p:nvSpPr>
        <p:spPr bwMode="auto">
          <a:xfrm>
            <a:off x="4414058" y="2654400"/>
            <a:ext cx="473227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* 作出可直接利用面上找点法作出的点</a:t>
            </a:r>
            <a:r>
              <a:rPr lang="en-US" altLang="zh-CN" dirty="0"/>
              <a:t>;</a:t>
            </a:r>
          </a:p>
        </p:txBody>
      </p:sp>
      <p:sp>
        <p:nvSpPr>
          <p:cNvPr id="152" name="Text Box 73"/>
          <p:cNvSpPr txBox="1">
            <a:spLocks noChangeArrowheads="1"/>
          </p:cNvSpPr>
          <p:nvPr/>
        </p:nvSpPr>
        <p:spPr bwMode="auto">
          <a:xfrm>
            <a:off x="4414059" y="4674224"/>
            <a:ext cx="463152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主视图中光滑连接绘制相贯线；</a:t>
            </a:r>
          </a:p>
        </p:txBody>
      </p:sp>
      <p:sp>
        <p:nvSpPr>
          <p:cNvPr id="153" name="Text Box 215"/>
          <p:cNvSpPr txBox="1">
            <a:spLocks noChangeArrowheads="1"/>
          </p:cNvSpPr>
          <p:nvPr/>
        </p:nvSpPr>
        <p:spPr bwMode="auto">
          <a:xfrm>
            <a:off x="4414059" y="3046464"/>
            <a:ext cx="30067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利用辅助球面法作点：</a:t>
            </a:r>
          </a:p>
        </p:txBody>
      </p:sp>
      <p:sp>
        <p:nvSpPr>
          <p:cNvPr id="154" name="Text Box 228"/>
          <p:cNvSpPr txBox="1">
            <a:spLocks noChangeArrowheads="1"/>
          </p:cNvSpPr>
          <p:nvPr/>
        </p:nvSpPr>
        <p:spPr bwMode="auto">
          <a:xfrm>
            <a:off x="4414059" y="5405154"/>
            <a:ext cx="30067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检查轮廓线。</a:t>
            </a:r>
          </a:p>
        </p:txBody>
      </p:sp>
      <p:grpSp>
        <p:nvGrpSpPr>
          <p:cNvPr id="188" name="Group 420"/>
          <p:cNvGrpSpPr/>
          <p:nvPr/>
        </p:nvGrpSpPr>
        <p:grpSpPr bwMode="auto">
          <a:xfrm>
            <a:off x="3051592" y="4675958"/>
            <a:ext cx="4" cy="1023524"/>
            <a:chOff x="4571" y="626"/>
            <a:chExt cx="4" cy="575"/>
          </a:xfrm>
        </p:grpSpPr>
        <p:sp>
          <p:nvSpPr>
            <p:cNvPr id="192" name="Line 421"/>
            <p:cNvSpPr>
              <a:spLocks noChangeShapeType="1"/>
            </p:cNvSpPr>
            <p:nvPr/>
          </p:nvSpPr>
          <p:spPr bwMode="auto">
            <a:xfrm rot="16200000" flipV="1">
              <a:off x="4494" y="1122"/>
              <a:ext cx="156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Line 422"/>
            <p:cNvSpPr>
              <a:spLocks noChangeShapeType="1"/>
            </p:cNvSpPr>
            <p:nvPr/>
          </p:nvSpPr>
          <p:spPr bwMode="auto">
            <a:xfrm rot="16200000">
              <a:off x="4408" y="791"/>
              <a:ext cx="331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Line 423"/>
            <p:cNvSpPr>
              <a:spLocks noChangeShapeType="1"/>
            </p:cNvSpPr>
            <p:nvPr/>
          </p:nvSpPr>
          <p:spPr bwMode="auto">
            <a:xfrm rot="-5400000">
              <a:off x="4559" y="1002"/>
              <a:ext cx="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5" name="Group 420"/>
          <p:cNvGrpSpPr/>
          <p:nvPr/>
        </p:nvGrpSpPr>
        <p:grpSpPr bwMode="auto">
          <a:xfrm>
            <a:off x="508416" y="4625158"/>
            <a:ext cx="7601" cy="1094726"/>
            <a:chOff x="-3026" y="626"/>
            <a:chExt cx="7601" cy="615"/>
          </a:xfrm>
        </p:grpSpPr>
        <p:sp>
          <p:nvSpPr>
            <p:cNvPr id="196" name="Line 421"/>
            <p:cNvSpPr>
              <a:spLocks noChangeShapeType="1"/>
            </p:cNvSpPr>
            <p:nvPr/>
          </p:nvSpPr>
          <p:spPr bwMode="auto">
            <a:xfrm rot="16200000">
              <a:off x="675" y="-2656"/>
              <a:ext cx="196" cy="759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422"/>
            <p:cNvSpPr>
              <a:spLocks noChangeShapeType="1"/>
            </p:cNvSpPr>
            <p:nvPr/>
          </p:nvSpPr>
          <p:spPr bwMode="auto">
            <a:xfrm rot="16200000">
              <a:off x="4408" y="791"/>
              <a:ext cx="331" cy="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423"/>
            <p:cNvSpPr>
              <a:spLocks noChangeShapeType="1"/>
            </p:cNvSpPr>
            <p:nvPr/>
          </p:nvSpPr>
          <p:spPr bwMode="auto">
            <a:xfrm rot="-5400000">
              <a:off x="4559" y="1002"/>
              <a:ext cx="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9" name="Text Box 73"/>
          <p:cNvSpPr txBox="1">
            <a:spLocks noChangeArrowheads="1"/>
          </p:cNvSpPr>
          <p:nvPr/>
        </p:nvSpPr>
        <p:spPr bwMode="auto">
          <a:xfrm>
            <a:off x="4883487" y="3358916"/>
            <a:ext cx="415158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确定辅助球的球心于两回转体轴线的交点；</a:t>
            </a:r>
          </a:p>
        </p:txBody>
      </p:sp>
      <p:sp>
        <p:nvSpPr>
          <p:cNvPr id="200" name="Text Box 73"/>
          <p:cNvSpPr txBox="1">
            <a:spLocks noChangeArrowheads="1"/>
          </p:cNvSpPr>
          <p:nvPr/>
        </p:nvSpPr>
        <p:spPr bwMode="auto">
          <a:xfrm>
            <a:off x="4883487" y="3986105"/>
            <a:ext cx="463152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分别确定最大球和最小球的半径；</a:t>
            </a:r>
          </a:p>
        </p:txBody>
      </p:sp>
      <p:sp>
        <p:nvSpPr>
          <p:cNvPr id="201" name="Text Box 73"/>
          <p:cNvSpPr txBox="1">
            <a:spLocks noChangeArrowheads="1"/>
          </p:cNvSpPr>
          <p:nvPr/>
        </p:nvSpPr>
        <p:spPr bwMode="auto">
          <a:xfrm>
            <a:off x="4893996" y="4355940"/>
            <a:ext cx="415158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作出一系列点；</a:t>
            </a:r>
          </a:p>
        </p:txBody>
      </p:sp>
      <p:sp>
        <p:nvSpPr>
          <p:cNvPr id="6" name="矩形 5"/>
          <p:cNvSpPr/>
          <p:nvPr/>
        </p:nvSpPr>
        <p:spPr>
          <a:xfrm>
            <a:off x="4414059" y="5049783"/>
            <a:ext cx="472518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* 利用面上找点法完成俯视图的交线；</a:t>
            </a:r>
          </a:p>
        </p:txBody>
      </p:sp>
      <p:sp>
        <p:nvSpPr>
          <p:cNvPr id="204" name="Text Box 71"/>
          <p:cNvSpPr txBox="1">
            <a:spLocks noChangeArrowheads="1"/>
          </p:cNvSpPr>
          <p:nvPr/>
        </p:nvSpPr>
        <p:spPr bwMode="auto">
          <a:xfrm>
            <a:off x="3186167" y="5753167"/>
            <a:ext cx="59601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4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注意：</a:t>
            </a:r>
            <a:r>
              <a:rPr lang="zh-CN" altLang="en-US" sz="2000" dirty="0">
                <a:solidFill>
                  <a:schemeClr val="tx1"/>
                </a:solidFill>
              </a:rPr>
              <a:t>若不能直接求得特殊点，应保证二投影对正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500"/>
                            </p:stCondLst>
                            <p:childTnLst>
                              <p:par>
                                <p:cTn id="2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500"/>
                            </p:stCondLst>
                            <p:childTnLst>
                              <p:par>
                                <p:cTn id="2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1000"/>
                            </p:stCondLst>
                            <p:childTnLst>
                              <p:par>
                                <p:cTn id="2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500"/>
                            </p:stCondLst>
                            <p:childTnLst>
                              <p:par>
                                <p:cTn id="2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500"/>
                            </p:stCondLst>
                            <p:childTnLst>
                              <p:par>
                                <p:cTn id="2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500"/>
                            </p:stCondLst>
                            <p:childTnLst>
                              <p:par>
                                <p:cTn id="3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500"/>
                            </p:stCondLst>
                            <p:childTnLst>
                              <p:par>
                                <p:cTn id="3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8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>
                            <p:stCondLst>
                              <p:cond delay="500"/>
                            </p:stCondLst>
                            <p:childTnLst>
                              <p:par>
                                <p:cTn id="3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3" fill="hold">
                            <p:stCondLst>
                              <p:cond delay="500"/>
                            </p:stCondLst>
                            <p:childTnLst>
                              <p:par>
                                <p:cTn id="38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3" grpId="0" autoUpdateAnimBg="0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21" grpId="0" animBg="1"/>
      <p:bldP spid="122" grpId="0" animBg="1"/>
      <p:bldP spid="123" grpId="0" animBg="1"/>
      <p:bldP spid="124" grpId="0" animBg="1"/>
      <p:bldP spid="137" grpId="0" animBg="1"/>
      <p:bldP spid="138" grpId="0" animBg="1"/>
      <p:bldP spid="148" grpId="0"/>
      <p:bldP spid="149" grpId="0"/>
      <p:bldP spid="150" grpId="0"/>
      <p:bldP spid="151" grpId="0"/>
      <p:bldP spid="152" grpId="0"/>
      <p:bldP spid="153" grpId="0"/>
      <p:bldP spid="154" grpId="0"/>
      <p:bldP spid="199" grpId="0"/>
      <p:bldP spid="200" grpId="0"/>
      <p:bldP spid="201" grpId="0"/>
      <p:bldP spid="6" grpId="0"/>
      <p:bldP spid="20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07504" y="1098976"/>
            <a:ext cx="9145016" cy="919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蒙日定理：若</a:t>
            </a: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两个二次曲面同时相切于第三个二次曲面，则这两个二次曲面的交线为平面曲线。</a:t>
            </a:r>
            <a:r>
              <a:rPr kumimoji="1"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椭圆其正面投影为两相交直线。</a:t>
            </a:r>
            <a:endParaRPr kumimoji="1"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4014" y="1972262"/>
            <a:ext cx="1279339" cy="1196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1968911"/>
            <a:ext cx="1306474" cy="110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699792" y="1970788"/>
            <a:ext cx="1202328" cy="1197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图片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307" y="3147732"/>
            <a:ext cx="6655180" cy="3169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76737"/>
            <a:ext cx="1271239" cy="1283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0" y="547133"/>
            <a:ext cx="8775700" cy="609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kern="0" dirty="0">
                <a:latin typeface="Times New Roman" panose="02020603050405020304" pitchFamily="18" charset="0"/>
              </a:rPr>
              <a:t>9.2.5 </a:t>
            </a:r>
            <a:r>
              <a:rPr lang="zh-CN" altLang="en-US" kern="0" dirty="0">
                <a:latin typeface="Times New Roman" panose="02020603050405020304" pitchFamily="18" charset="0"/>
              </a:rPr>
              <a:t>相贯线的特点及形状分析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43508" y="1196752"/>
            <a:ext cx="885698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993300"/>
                </a:solidFill>
                <a:latin typeface="宋体" panose="02010600030101010101" pitchFamily="2" charset="-122"/>
              </a:rPr>
              <a:t>同轴回转体相贯，其相贯线为垂直于轴线的圆；当轴线平行于某一投影面时，相贯线在该投影面上的投影为垂直于轴线的线段。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32" t="23416" r="24724" b="19487"/>
          <a:stretch>
            <a:fillRect/>
          </a:stretch>
        </p:blipFill>
        <p:spPr bwMode="auto">
          <a:xfrm>
            <a:off x="3059832" y="2578787"/>
            <a:ext cx="1963737" cy="342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185863" y="1046163"/>
            <a:ext cx="6524625" cy="3271837"/>
            <a:chOff x="0" y="0"/>
            <a:chExt cx="4512" cy="2400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4512" cy="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pic>
          <p:nvPicPr>
            <p:cNvPr id="6" name="Picture 5" descr="8-40c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72" y="96"/>
              <a:ext cx="1380" cy="2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6" descr="8-40b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8" y="48"/>
              <a:ext cx="1362" cy="2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7" descr="8-40a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" y="144"/>
              <a:ext cx="1470" cy="2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9" name="Picture 11" descr="图片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28" b="8833"/>
          <a:stretch>
            <a:fillRect/>
          </a:stretch>
        </p:blipFill>
        <p:spPr bwMode="auto">
          <a:xfrm>
            <a:off x="1214438" y="4324350"/>
            <a:ext cx="1490662" cy="187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2" descr="图片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800" y="4384675"/>
            <a:ext cx="1700213" cy="180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3" descr="图片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700" y="4406900"/>
            <a:ext cx="1674813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6"/>
          <p:cNvSpPr>
            <a:spLocks noChangeShapeType="1"/>
          </p:cNvSpPr>
          <p:nvPr/>
        </p:nvSpPr>
        <p:spPr bwMode="auto">
          <a:xfrm flipH="1" flipV="1">
            <a:off x="3589337" y="2355923"/>
            <a:ext cx="9525" cy="1333500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>
            <a:off x="3571875" y="2355923"/>
            <a:ext cx="1714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 flipV="1">
            <a:off x="3351212" y="2351160"/>
            <a:ext cx="0" cy="1343025"/>
          </a:xfrm>
          <a:prstGeom prst="line">
            <a:avLst/>
          </a:prstGeom>
          <a:noFill/>
          <a:ln w="9525">
            <a:solidFill>
              <a:srgbClr val="FF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3332162" y="2354335"/>
            <a:ext cx="371475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" name="Group 11"/>
          <p:cNvGrpSpPr/>
          <p:nvPr/>
        </p:nvGrpSpPr>
        <p:grpSpPr bwMode="auto">
          <a:xfrm>
            <a:off x="1522412" y="1520898"/>
            <a:ext cx="3290888" cy="4789487"/>
            <a:chOff x="0" y="0"/>
            <a:chExt cx="2073" cy="3017"/>
          </a:xfrm>
        </p:grpSpPr>
        <p:sp>
          <p:nvSpPr>
            <p:cNvPr id="9" name="Line 12"/>
            <p:cNvSpPr>
              <a:spLocks noChangeShapeType="1"/>
            </p:cNvSpPr>
            <p:nvPr/>
          </p:nvSpPr>
          <p:spPr bwMode="auto">
            <a:xfrm>
              <a:off x="0" y="2362"/>
              <a:ext cx="15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13"/>
            <p:cNvSpPr>
              <a:spLocks noChangeShapeType="1"/>
            </p:cNvSpPr>
            <p:nvPr/>
          </p:nvSpPr>
          <p:spPr bwMode="auto">
            <a:xfrm>
              <a:off x="772" y="1692"/>
              <a:ext cx="0" cy="13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4"/>
            <p:cNvSpPr>
              <a:spLocks noChangeShapeType="1"/>
            </p:cNvSpPr>
            <p:nvPr/>
          </p:nvSpPr>
          <p:spPr bwMode="auto">
            <a:xfrm flipH="1" flipV="1">
              <a:off x="766" y="0"/>
              <a:ext cx="9" cy="16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5"/>
            <p:cNvSpPr>
              <a:spLocks noChangeShapeType="1"/>
            </p:cNvSpPr>
            <p:nvPr/>
          </p:nvSpPr>
          <p:spPr bwMode="auto">
            <a:xfrm>
              <a:off x="894" y="2227"/>
              <a:ext cx="117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6"/>
            <p:cNvSpPr>
              <a:spLocks noChangeShapeType="1"/>
            </p:cNvSpPr>
            <p:nvPr/>
          </p:nvSpPr>
          <p:spPr bwMode="auto">
            <a:xfrm flipH="1">
              <a:off x="1454" y="1568"/>
              <a:ext cx="9" cy="11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7"/>
            <p:cNvSpPr>
              <a:spLocks noChangeShapeType="1"/>
            </p:cNvSpPr>
            <p:nvPr/>
          </p:nvSpPr>
          <p:spPr bwMode="auto">
            <a:xfrm flipH="1" flipV="1">
              <a:off x="1470" y="456"/>
              <a:ext cx="0" cy="9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146" y="1753"/>
              <a:ext cx="1234" cy="121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997" y="1786"/>
              <a:ext cx="906" cy="87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7" name="Line 20"/>
            <p:cNvSpPr>
              <a:spLocks noChangeShapeType="1"/>
            </p:cNvSpPr>
            <p:nvPr/>
          </p:nvSpPr>
          <p:spPr bwMode="auto">
            <a:xfrm flipV="1">
              <a:off x="124" y="1362"/>
              <a:ext cx="1802" cy="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21"/>
            <p:cNvSpPr>
              <a:spLocks noChangeShapeType="1"/>
            </p:cNvSpPr>
            <p:nvPr/>
          </p:nvSpPr>
          <p:spPr bwMode="auto">
            <a:xfrm flipH="1" flipV="1">
              <a:off x="125" y="137"/>
              <a:ext cx="9" cy="125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22"/>
            <p:cNvSpPr>
              <a:spLocks noChangeShapeType="1"/>
            </p:cNvSpPr>
            <p:nvPr/>
          </p:nvSpPr>
          <p:spPr bwMode="auto">
            <a:xfrm flipV="1">
              <a:off x="116" y="131"/>
              <a:ext cx="1271" cy="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23"/>
            <p:cNvSpPr>
              <a:spLocks noChangeShapeType="1"/>
            </p:cNvSpPr>
            <p:nvPr/>
          </p:nvSpPr>
          <p:spPr bwMode="auto">
            <a:xfrm flipH="1" flipV="1">
              <a:off x="1375" y="121"/>
              <a:ext cx="9" cy="4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24"/>
            <p:cNvSpPr>
              <a:spLocks noChangeShapeType="1"/>
            </p:cNvSpPr>
            <p:nvPr/>
          </p:nvSpPr>
          <p:spPr bwMode="auto">
            <a:xfrm>
              <a:off x="1380" y="526"/>
              <a:ext cx="5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25"/>
            <p:cNvSpPr>
              <a:spLocks noChangeShapeType="1"/>
            </p:cNvSpPr>
            <p:nvPr/>
          </p:nvSpPr>
          <p:spPr bwMode="auto">
            <a:xfrm flipH="1" flipV="1">
              <a:off x="1902" y="527"/>
              <a:ext cx="12" cy="8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Arc 26"/>
            <p:cNvSpPr>
              <a:spLocks noChangeArrowheads="1"/>
            </p:cNvSpPr>
            <p:nvPr/>
          </p:nvSpPr>
          <p:spPr bwMode="auto">
            <a:xfrm flipH="1">
              <a:off x="149" y="1760"/>
              <a:ext cx="1229" cy="1212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w 43200"/>
                <a:gd name="T7" fmla="*/ 0 h 43200"/>
                <a:gd name="T8" fmla="*/ 0 w 43200"/>
                <a:gd name="T9" fmla="*/ 0 h 43200"/>
                <a:gd name="T10" fmla="*/ 0 w 43200"/>
                <a:gd name="T11" fmla="*/ 0 h 43200"/>
                <a:gd name="T12" fmla="*/ 0 w 43200"/>
                <a:gd name="T13" fmla="*/ 0 h 43200"/>
                <a:gd name="T14" fmla="*/ 0 w 43200"/>
                <a:gd name="T15" fmla="*/ 0 h 43200"/>
                <a:gd name="T16" fmla="*/ 0 w 43200"/>
                <a:gd name="T17" fmla="*/ 0 h 43200"/>
                <a:gd name="T18" fmla="*/ 0 w 43200"/>
                <a:gd name="T19" fmla="*/ 0 h 43200"/>
                <a:gd name="T20" fmla="*/ 0 w 43200"/>
                <a:gd name="T21" fmla="*/ 0 h 43200"/>
                <a:gd name="T22" fmla="*/ 0 w 43200"/>
                <a:gd name="T23" fmla="*/ 0 h 43200"/>
                <a:gd name="T24" fmla="*/ 0 w 43200"/>
                <a:gd name="T25" fmla="*/ 0 h 43200"/>
                <a:gd name="T26" fmla="*/ 0 w 43200"/>
                <a:gd name="T27" fmla="*/ 0 h 432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3200"/>
                <a:gd name="T43" fmla="*/ 0 h 43200"/>
                <a:gd name="T44" fmla="*/ 43200 w 43200"/>
                <a:gd name="T45" fmla="*/ 43200 h 432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3200" h="43200" fill="none">
                  <a:moveTo>
                    <a:pt x="2078" y="30846"/>
                  </a:moveTo>
                  <a:cubicBezTo>
                    <a:pt x="710" y="27955"/>
                    <a:pt x="0" y="24797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13499" y="43200"/>
                    <a:pt x="6079" y="38667"/>
                    <a:pt x="2381" y="31460"/>
                  </a:cubicBezTo>
                </a:path>
                <a:path w="43200" h="43200" stroke="0">
                  <a:moveTo>
                    <a:pt x="2078" y="30846"/>
                  </a:moveTo>
                  <a:cubicBezTo>
                    <a:pt x="710" y="27955"/>
                    <a:pt x="0" y="24797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13499" y="43200"/>
                    <a:pt x="6079" y="38667"/>
                    <a:pt x="2381" y="31460"/>
                  </a:cubicBezTo>
                  <a:lnTo>
                    <a:pt x="21600" y="21600"/>
                  </a:lnTo>
                  <a:lnTo>
                    <a:pt x="2078" y="3084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Arc 27"/>
            <p:cNvSpPr>
              <a:spLocks noChangeArrowheads="1"/>
            </p:cNvSpPr>
            <p:nvPr/>
          </p:nvSpPr>
          <p:spPr bwMode="auto">
            <a:xfrm>
              <a:off x="1157" y="1789"/>
              <a:ext cx="739" cy="876"/>
            </a:xfrm>
            <a:custGeom>
              <a:avLst/>
              <a:gdLst>
                <a:gd name="T0" fmla="*/ 0 w 36424"/>
                <a:gd name="T1" fmla="*/ 0 h 43200"/>
                <a:gd name="T2" fmla="*/ 0 w 36424"/>
                <a:gd name="T3" fmla="*/ 0 h 43200"/>
                <a:gd name="T4" fmla="*/ 0 w 36424"/>
                <a:gd name="T5" fmla="*/ 0 h 43200"/>
                <a:gd name="T6" fmla="*/ 0 w 36424"/>
                <a:gd name="T7" fmla="*/ 0 h 43200"/>
                <a:gd name="T8" fmla="*/ 0 w 36424"/>
                <a:gd name="T9" fmla="*/ 0 h 43200"/>
                <a:gd name="T10" fmla="*/ 0 w 36424"/>
                <a:gd name="T11" fmla="*/ 0 h 43200"/>
                <a:gd name="T12" fmla="*/ 0 w 36424"/>
                <a:gd name="T13" fmla="*/ 0 h 43200"/>
                <a:gd name="T14" fmla="*/ 0 w 36424"/>
                <a:gd name="T15" fmla="*/ 0 h 43200"/>
                <a:gd name="T16" fmla="*/ 0 w 36424"/>
                <a:gd name="T17" fmla="*/ 0 h 43200"/>
                <a:gd name="T18" fmla="*/ 0 w 36424"/>
                <a:gd name="T19" fmla="*/ 0 h 43200"/>
                <a:gd name="T20" fmla="*/ 0 w 36424"/>
                <a:gd name="T21" fmla="*/ 0 h 43200"/>
                <a:gd name="T22" fmla="*/ 0 w 36424"/>
                <a:gd name="T23" fmla="*/ 0 h 432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6424"/>
                <a:gd name="T37" fmla="*/ 0 h 43200"/>
                <a:gd name="T38" fmla="*/ 36424 w 36424"/>
                <a:gd name="T39" fmla="*/ 43200 h 4320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6424" h="43200" fill="none">
                  <a:moveTo>
                    <a:pt x="-1" y="5889"/>
                  </a:moveTo>
                  <a:cubicBezTo>
                    <a:pt x="4008" y="2107"/>
                    <a:pt x="9312" y="-1"/>
                    <a:pt x="14824" y="0"/>
                  </a:cubicBezTo>
                  <a:cubicBezTo>
                    <a:pt x="26753" y="0"/>
                    <a:pt x="36424" y="9670"/>
                    <a:pt x="36424" y="21600"/>
                  </a:cubicBezTo>
                  <a:cubicBezTo>
                    <a:pt x="36424" y="33529"/>
                    <a:pt x="26753" y="43200"/>
                    <a:pt x="14824" y="43200"/>
                  </a:cubicBezTo>
                  <a:cubicBezTo>
                    <a:pt x="12023" y="43200"/>
                    <a:pt x="9248" y="42655"/>
                    <a:pt x="6655" y="41596"/>
                  </a:cubicBezTo>
                </a:path>
                <a:path w="36424" h="43200" stroke="0">
                  <a:moveTo>
                    <a:pt x="-1" y="5889"/>
                  </a:moveTo>
                  <a:cubicBezTo>
                    <a:pt x="4008" y="2107"/>
                    <a:pt x="9312" y="-1"/>
                    <a:pt x="14824" y="0"/>
                  </a:cubicBezTo>
                  <a:cubicBezTo>
                    <a:pt x="26753" y="0"/>
                    <a:pt x="36424" y="9670"/>
                    <a:pt x="36424" y="21600"/>
                  </a:cubicBezTo>
                  <a:cubicBezTo>
                    <a:pt x="36424" y="33529"/>
                    <a:pt x="26753" y="43200"/>
                    <a:pt x="14824" y="43200"/>
                  </a:cubicBezTo>
                  <a:cubicBezTo>
                    <a:pt x="12023" y="43200"/>
                    <a:pt x="9248" y="42655"/>
                    <a:pt x="6655" y="41596"/>
                  </a:cubicBezTo>
                  <a:lnTo>
                    <a:pt x="14824" y="21600"/>
                  </a:lnTo>
                  <a:lnTo>
                    <a:pt x="-1" y="5889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5" name="Picture 28" descr="图片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914" b="3510"/>
          <a:stretch>
            <a:fillRect/>
          </a:stretch>
        </p:blipFill>
        <p:spPr bwMode="auto">
          <a:xfrm>
            <a:off x="6534150" y="3351285"/>
            <a:ext cx="1931987" cy="244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 Box 2"/>
          <p:cNvSpPr txBox="1">
            <a:spLocks noChangeArrowheads="1"/>
          </p:cNvSpPr>
          <p:nvPr/>
        </p:nvSpPr>
        <p:spPr bwMode="auto">
          <a:xfrm>
            <a:off x="565752" y="770080"/>
            <a:ext cx="849509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sz="1600" b="1" dirty="0">
                <a:latin typeface="仿宋_GB2312" pitchFamily="49" charset="-122"/>
                <a:ea typeface="仿宋_GB2312" pitchFamily="49" charset="-122"/>
              </a:rPr>
              <a:t>  </a:t>
            </a:r>
            <a:r>
              <a:rPr lang="zh-CN" altLang="zh-CN" sz="2000" b="1" dirty="0">
                <a:latin typeface="宋体" panose="02010600030101010101" pitchFamily="2" charset="-122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</a:rPr>
              <a:t>同轴回转体相贯，其相贯线为垂直于轴线的圆；当轴线平行于某一投影面时，相贯线在该投影面上的投影为垂直于轴线的线段。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表8-4"/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9" t="1689" r="1279" b="1689"/>
          <a:stretch>
            <a:fillRect/>
          </a:stretch>
        </p:blipFill>
        <p:spPr bwMode="auto">
          <a:xfrm>
            <a:off x="1007604" y="716756"/>
            <a:ext cx="7529512" cy="5424487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217404" y="831056"/>
            <a:ext cx="4086225" cy="368300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  <a:miter lim="800000"/>
          </a:ln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宋体" panose="02010600030101010101" pitchFamily="2" charset="-122"/>
              </a:rPr>
              <a:t>当圆柱直径变化时，相贯线的变化趋势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84150" y="692696"/>
            <a:ext cx="8775700" cy="609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kern="0" dirty="0">
                <a:latin typeface="Times New Roman" panose="02020603050405020304" pitchFamily="18" charset="0"/>
              </a:rPr>
              <a:t>9.2.6 </a:t>
            </a:r>
            <a:r>
              <a:rPr lang="zh-CN" altLang="en-US" sz="4000" kern="0" dirty="0">
                <a:latin typeface="Times New Roman" panose="02020603050405020304" pitchFamily="18" charset="0"/>
              </a:rPr>
              <a:t>知识拓展与创新训练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876" y="1376772"/>
            <a:ext cx="4926378" cy="49263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7564" y="1700808"/>
            <a:ext cx="16921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克莱因瓶</a:t>
            </a:r>
            <a:endParaRPr lang="en-US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84150" y="692696"/>
            <a:ext cx="8775700" cy="609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FF3300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kern="0" dirty="0">
                <a:latin typeface="Times New Roman" panose="02020603050405020304" pitchFamily="18" charset="0"/>
              </a:rPr>
              <a:t>9.2.6 </a:t>
            </a:r>
            <a:r>
              <a:rPr lang="zh-CN" altLang="en-US" sz="4000" kern="0" dirty="0">
                <a:latin typeface="Times New Roman" panose="02020603050405020304" pitchFamily="18" charset="0"/>
              </a:rPr>
              <a:t>知识拓展与创新训练</a:t>
            </a:r>
          </a:p>
        </p:txBody>
      </p:sp>
      <p:pic>
        <p:nvPicPr>
          <p:cNvPr id="2050" name="Picture 2" descr="See the source image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932" y="2230966"/>
            <a:ext cx="5076564" cy="4061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ee the source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6" y="1880828"/>
            <a:ext cx="3978041" cy="2647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83568" y="5166710"/>
            <a:ext cx="1872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莫比乌斯带</a:t>
            </a:r>
            <a:endParaRPr lang="en-US" b="1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JmODlmNzRmZmM0YzE5OTAwYmIxZmJjZWFhMTdhMjIifQ=="/>
</p:tagLst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0066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582</TotalTime>
  <Words>1545</Words>
  <Application>Microsoft Office PowerPoint</Application>
  <PresentationFormat>全屏显示(4:3)</PresentationFormat>
  <Paragraphs>222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5" baseType="lpstr">
      <vt:lpstr>ISOCP</vt:lpstr>
      <vt:lpstr>ISOCPEUR</vt:lpstr>
      <vt:lpstr>等线</vt:lpstr>
      <vt:lpstr>仿宋_GB2312</vt:lpstr>
      <vt:lpstr>黑体</vt:lpstr>
      <vt:lpstr>华文楷体</vt:lpstr>
      <vt:lpstr>华文隶书</vt:lpstr>
      <vt:lpstr>华文新魏</vt:lpstr>
      <vt:lpstr>楷体_GB2312</vt:lpstr>
      <vt:lpstr>宋体</vt:lpstr>
      <vt:lpstr>Arial</vt:lpstr>
      <vt:lpstr>Marlett</vt:lpstr>
      <vt:lpstr>Symbol</vt:lpstr>
      <vt:lpstr>Tahoma</vt:lpstr>
      <vt:lpstr>Times New Roman</vt:lpstr>
      <vt:lpstr>Verdana</vt:lpstr>
      <vt:lpstr>Wingdings</vt:lpstr>
      <vt:lpstr>Blends</vt:lpstr>
      <vt:lpstr>立体与立体相交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 Visual Basic程序开发环境</dc:title>
  <dc:creator>ya6</dc:creator>
  <cp:lastModifiedBy>msn</cp:lastModifiedBy>
  <cp:revision>313</cp:revision>
  <dcterms:created xsi:type="dcterms:W3CDTF">2003-03-08T08:18:00Z</dcterms:created>
  <dcterms:modified xsi:type="dcterms:W3CDTF">2022-10-27T14:52:46Z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2052-11.1.0.12358</vt:lpwstr>
  </property>
  <property fmtid="{D5CDD505-2E9C-101B-9397-08002B2CF9AE}" pid="3" name="ICV">
    <vt:lpwstr>1E341955EAD04927BDC661C152E0D76D</vt:lpwstr>
  </property>
</Properties>
</file>