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519" r:id="rId2"/>
    <p:sldId id="532" r:id="rId3"/>
    <p:sldId id="531" r:id="rId4"/>
    <p:sldId id="572" r:id="rId5"/>
    <p:sldId id="534" r:id="rId6"/>
    <p:sldId id="535" r:id="rId7"/>
    <p:sldId id="536" r:id="rId8"/>
    <p:sldId id="537" r:id="rId9"/>
    <p:sldId id="538" r:id="rId10"/>
    <p:sldId id="573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269" r:id="rId19"/>
    <p:sldId id="270" r:id="rId20"/>
    <p:sldId id="271" r:id="rId21"/>
    <p:sldId id="361" r:id="rId22"/>
    <p:sldId id="272" r:id="rId23"/>
    <p:sldId id="273" r:id="rId24"/>
    <p:sldId id="274" r:id="rId25"/>
    <p:sldId id="275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276" r:id="rId37"/>
    <p:sldId id="355" r:id="rId38"/>
    <p:sldId id="356" r:id="rId39"/>
    <p:sldId id="357" r:id="rId40"/>
    <p:sldId id="358" r:id="rId41"/>
    <p:sldId id="359" r:id="rId42"/>
    <p:sldId id="360" r:id="rId43"/>
    <p:sldId id="381" r:id="rId44"/>
    <p:sldId id="278" r:id="rId45"/>
    <p:sldId id="279" r:id="rId46"/>
    <p:sldId id="280" r:id="rId47"/>
    <p:sldId id="281" r:id="rId48"/>
    <p:sldId id="282" r:id="rId49"/>
    <p:sldId id="378" r:id="rId50"/>
    <p:sldId id="283" r:id="rId51"/>
    <p:sldId id="284" r:id="rId52"/>
    <p:sldId id="574" r:id="rId53"/>
    <p:sldId id="548" r:id="rId54"/>
    <p:sldId id="549" r:id="rId55"/>
    <p:sldId id="550" r:id="rId56"/>
    <p:sldId id="551" r:id="rId57"/>
    <p:sldId id="552" r:id="rId58"/>
    <p:sldId id="553" r:id="rId59"/>
    <p:sldId id="554" r:id="rId60"/>
    <p:sldId id="555" r:id="rId61"/>
    <p:sldId id="556" r:id="rId62"/>
    <p:sldId id="557" r:id="rId63"/>
    <p:sldId id="558" r:id="rId64"/>
    <p:sldId id="559" r:id="rId65"/>
    <p:sldId id="560" r:id="rId66"/>
    <p:sldId id="561" r:id="rId67"/>
    <p:sldId id="562" r:id="rId68"/>
    <p:sldId id="563" r:id="rId69"/>
    <p:sldId id="564" r:id="rId70"/>
    <p:sldId id="565" r:id="rId71"/>
    <p:sldId id="575" r:id="rId72"/>
    <p:sldId id="577" r:id="rId73"/>
    <p:sldId id="285" r:id="rId74"/>
    <p:sldId id="286" r:id="rId75"/>
    <p:sldId id="566" r:id="rId76"/>
    <p:sldId id="567" r:id="rId77"/>
    <p:sldId id="568" r:id="rId78"/>
    <p:sldId id="569" r:id="rId79"/>
    <p:sldId id="570" r:id="rId80"/>
    <p:sldId id="571" r:id="rId81"/>
  </p:sldIdLst>
  <p:sldSz cx="9144000" cy="6858000" type="screen4x3"/>
  <p:notesSz cx="6858000" cy="9144000"/>
  <p:custDataLst>
    <p:tags r:id="rId8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EEDF"/>
    <a:srgbClr val="C7FFF0"/>
    <a:srgbClr val="006600"/>
    <a:srgbClr val="FF3300"/>
    <a:srgbClr val="996633"/>
    <a:srgbClr val="0000CC"/>
    <a:srgbClr val="66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78" autoAdjust="0"/>
    <p:restoredTop sz="95256" autoAdjust="0"/>
  </p:normalViewPr>
  <p:slideViewPr>
    <p:cSldViewPr>
      <p:cViewPr varScale="1">
        <p:scale>
          <a:sx n="114" d="100"/>
          <a:sy n="114" d="100"/>
        </p:scale>
        <p:origin x="13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9649596-3726-4FD2-9481-1422EB872FEE}" type="datetimeFigureOut">
              <a:rPr lang="zh-CN" altLang="en-US"/>
              <a:t>2022/11/16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A437BDA-18B6-4800-9AD2-B1F8A8F6F35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1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371BD7-5CCE-4FC5-82FD-30ED6D402CA5}" type="slidenum">
              <a:rPr lang="zh-CN" altLang="en-US" sz="1200">
                <a:latin typeface="Times New Roman" panose="02020603050405020304" pitchFamily="18" charset="0"/>
              </a:rPr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E5F8B-D653-47E1-B1AA-FBC474FCCD0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Rectangle 7">
            <a:extLst>
              <a:ext uri="{FF2B5EF4-FFF2-40B4-BE49-F238E27FC236}">
                <a16:creationId xmlns:a16="http://schemas.microsoft.com/office/drawing/2014/main" id="{A224AF6E-D833-4E2B-A8FC-EFAE0737B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E69AC9F-8701-48C7-8E80-1D0A6D223E97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21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12" name="Rectangle 2">
            <a:extLst>
              <a:ext uri="{FF2B5EF4-FFF2-40B4-BE49-F238E27FC236}">
                <a16:creationId xmlns:a16="http://schemas.microsoft.com/office/drawing/2014/main" id="{B6A76F9F-3909-44B2-BD01-1D8741AFC79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13" name="Rectangle 3">
            <a:extLst>
              <a:ext uri="{FF2B5EF4-FFF2-40B4-BE49-F238E27FC236}">
                <a16:creationId xmlns:a16="http://schemas.microsoft.com/office/drawing/2014/main" id="{45C1A09A-7F20-4EB9-B076-A84DECE940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Rectangle 7">
            <a:extLst>
              <a:ext uri="{FF2B5EF4-FFF2-40B4-BE49-F238E27FC236}">
                <a16:creationId xmlns:a16="http://schemas.microsoft.com/office/drawing/2014/main" id="{15C50918-CA24-470F-9D68-455983582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5534290-1EDD-467A-97DF-D56B9B2E0B22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37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32" name="Rectangle 2">
            <a:extLst>
              <a:ext uri="{FF2B5EF4-FFF2-40B4-BE49-F238E27FC236}">
                <a16:creationId xmlns:a16="http://schemas.microsoft.com/office/drawing/2014/main" id="{E1211921-B067-4B8E-9EB2-5606687F6AF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33" name="Rectangle 3">
            <a:extLst>
              <a:ext uri="{FF2B5EF4-FFF2-40B4-BE49-F238E27FC236}">
                <a16:creationId xmlns:a16="http://schemas.microsoft.com/office/drawing/2014/main" id="{45C6A4E1-9F5F-49DC-806D-0DB4C1865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Rectangle 7">
            <a:extLst>
              <a:ext uri="{FF2B5EF4-FFF2-40B4-BE49-F238E27FC236}">
                <a16:creationId xmlns:a16="http://schemas.microsoft.com/office/drawing/2014/main" id="{86AD305E-7C01-494E-9875-9D28EC738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8721900-E2B4-4AED-86C6-7DADAA357F76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38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37" name="Rectangle 2">
            <a:extLst>
              <a:ext uri="{FF2B5EF4-FFF2-40B4-BE49-F238E27FC236}">
                <a16:creationId xmlns:a16="http://schemas.microsoft.com/office/drawing/2014/main" id="{718D8443-4F48-4BA0-BEB8-78C0EBFCFF9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38" name="Rectangle 3">
            <a:extLst>
              <a:ext uri="{FF2B5EF4-FFF2-40B4-BE49-F238E27FC236}">
                <a16:creationId xmlns:a16="http://schemas.microsoft.com/office/drawing/2014/main" id="{3DC03CC5-D429-4732-A82E-11F7BFFDA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1" name="Rectangle 7">
            <a:extLst>
              <a:ext uri="{FF2B5EF4-FFF2-40B4-BE49-F238E27FC236}">
                <a16:creationId xmlns:a16="http://schemas.microsoft.com/office/drawing/2014/main" id="{B8C65D0F-246E-459D-B5B0-14392FE2C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EB1E0441-2546-4054-BABB-2E6E906CCA0A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39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42" name="Rectangle 2">
            <a:extLst>
              <a:ext uri="{FF2B5EF4-FFF2-40B4-BE49-F238E27FC236}">
                <a16:creationId xmlns:a16="http://schemas.microsoft.com/office/drawing/2014/main" id="{233316D7-422A-4B5B-8B8E-946A1C0F28B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43" name="Rectangle 3">
            <a:extLst>
              <a:ext uri="{FF2B5EF4-FFF2-40B4-BE49-F238E27FC236}">
                <a16:creationId xmlns:a16="http://schemas.microsoft.com/office/drawing/2014/main" id="{520E2D6A-689D-4F84-BD2F-937CA0868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6" name="Rectangle 7">
            <a:extLst>
              <a:ext uri="{FF2B5EF4-FFF2-40B4-BE49-F238E27FC236}">
                <a16:creationId xmlns:a16="http://schemas.microsoft.com/office/drawing/2014/main" id="{F7AFDD92-6D58-401F-8958-B2CB1D948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EC0349F-6847-4F80-B278-E1F81D5AEA3A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40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47" name="Rectangle 2">
            <a:extLst>
              <a:ext uri="{FF2B5EF4-FFF2-40B4-BE49-F238E27FC236}">
                <a16:creationId xmlns:a16="http://schemas.microsoft.com/office/drawing/2014/main" id="{E4B64D17-8BDB-45E2-8B2C-3D931407FAA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48" name="Rectangle 3">
            <a:extLst>
              <a:ext uri="{FF2B5EF4-FFF2-40B4-BE49-F238E27FC236}">
                <a16:creationId xmlns:a16="http://schemas.microsoft.com/office/drawing/2014/main" id="{C724F74C-0B3F-425A-B873-47E46E924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Rectangle 7">
            <a:extLst>
              <a:ext uri="{FF2B5EF4-FFF2-40B4-BE49-F238E27FC236}">
                <a16:creationId xmlns:a16="http://schemas.microsoft.com/office/drawing/2014/main" id="{256874AC-52CA-4B52-B655-2FB876309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B60DFE5-9CFF-42EB-917E-23BF2103DF92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41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52" name="Rectangle 2">
            <a:extLst>
              <a:ext uri="{FF2B5EF4-FFF2-40B4-BE49-F238E27FC236}">
                <a16:creationId xmlns:a16="http://schemas.microsoft.com/office/drawing/2014/main" id="{84FE481E-1BA9-4FDA-91DF-2C3BE5C5527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53" name="Rectangle 3">
            <a:extLst>
              <a:ext uri="{FF2B5EF4-FFF2-40B4-BE49-F238E27FC236}">
                <a16:creationId xmlns:a16="http://schemas.microsoft.com/office/drawing/2014/main" id="{9768E921-DF52-4F9B-B5ED-A07B5358C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6" name="Rectangle 7">
            <a:extLst>
              <a:ext uri="{FF2B5EF4-FFF2-40B4-BE49-F238E27FC236}">
                <a16:creationId xmlns:a16="http://schemas.microsoft.com/office/drawing/2014/main" id="{E23C7EDE-6A62-47BC-86B2-096A680EA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04B88F9-93F5-4F61-A125-86A554D4A792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42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57" name="Rectangle 2">
            <a:extLst>
              <a:ext uri="{FF2B5EF4-FFF2-40B4-BE49-F238E27FC236}">
                <a16:creationId xmlns:a16="http://schemas.microsoft.com/office/drawing/2014/main" id="{FEF97EF2-3B0A-4326-82AF-93E8B9AAA35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58" name="Rectangle 3">
            <a:extLst>
              <a:ext uri="{FF2B5EF4-FFF2-40B4-BE49-F238E27FC236}">
                <a16:creationId xmlns:a16="http://schemas.microsoft.com/office/drawing/2014/main" id="{F1AF6CB4-1F7B-4A33-8EC9-65743B03D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Rectangle 7">
            <a:extLst>
              <a:ext uri="{FF2B5EF4-FFF2-40B4-BE49-F238E27FC236}">
                <a16:creationId xmlns:a16="http://schemas.microsoft.com/office/drawing/2014/main" id="{3A66F798-CC65-45D2-B9CF-050275EC1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FE9C6C-3CA8-401E-9018-EC181C623BFF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43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62" name="Rectangle 2">
            <a:extLst>
              <a:ext uri="{FF2B5EF4-FFF2-40B4-BE49-F238E27FC236}">
                <a16:creationId xmlns:a16="http://schemas.microsoft.com/office/drawing/2014/main" id="{0BF027DB-AC81-47B9-8A4F-35B69E56306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63" name="Rectangle 3">
            <a:extLst>
              <a:ext uri="{FF2B5EF4-FFF2-40B4-BE49-F238E27FC236}">
                <a16:creationId xmlns:a16="http://schemas.microsoft.com/office/drawing/2014/main" id="{7D3D3E97-1CCD-4DC5-AE80-E4BBDAC8D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6" name="Rectangle 7">
            <a:extLst>
              <a:ext uri="{FF2B5EF4-FFF2-40B4-BE49-F238E27FC236}">
                <a16:creationId xmlns:a16="http://schemas.microsoft.com/office/drawing/2014/main" id="{BBA950C0-88F3-43DA-8991-0847DCCE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869363"/>
            <a:ext cx="2974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FE6B04C-DA66-4438-BCB2-A28BDD069634}" type="slidenum">
              <a:rPr kumimoji="0" lang="en-US" altLang="zh-CN" sz="1200" b="0">
                <a:solidFill>
                  <a:schemeClr val="tx1"/>
                </a:solidFill>
              </a:rPr>
              <a:pPr algn="r" eaLnBrk="1" hangingPunct="1"/>
              <a:t>49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167" name="Rectangle 2">
            <a:extLst>
              <a:ext uri="{FF2B5EF4-FFF2-40B4-BE49-F238E27FC236}">
                <a16:creationId xmlns:a16="http://schemas.microsoft.com/office/drawing/2014/main" id="{4F6DCD21-E9FF-4802-AC2B-BA46C130647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cap="flat" algn="ctr">
            <a:solidFill>
              <a:srgbClr val="000000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68" name="Rectangle 3">
            <a:extLst>
              <a:ext uri="{FF2B5EF4-FFF2-40B4-BE49-F238E27FC236}">
                <a16:creationId xmlns:a16="http://schemas.microsoft.com/office/drawing/2014/main" id="{898329E4-E7C7-44AD-83C5-267E54AD7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6262688"/>
            <a:ext cx="5029200" cy="274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</p:grpSp>
      <p:sp>
        <p:nvSpPr>
          <p:cNvPr id="286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86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16926D8-0944-483C-8B82-E3B7978A74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F94EDF-8DED-4345-B662-22013E651B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231FA2-BADA-44EA-BFCA-40A50926D3D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4AB2F0-443E-4693-89DA-BF6FFD317A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011F1F-6D85-433C-9D83-DD4E733FE5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94235E-2EE6-4CA8-8B2B-2DEC468B34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DF0F48-16A0-4253-8D0A-58B802DDE7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D8BBB4-77A1-42E4-ACFF-6C56CA156C4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B77EA2-7F69-4F40-B1F8-45F6EB9043A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124CAB-2FE9-4776-A7C7-C1A5645DB4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9B35E2-5991-4272-95A5-4570C433D7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0" y="-1588"/>
            <a:ext cx="9144000" cy="585788"/>
          </a:xfrm>
          <a:prstGeom prst="rect">
            <a:avLst/>
          </a:prstGeom>
          <a:gradFill>
            <a:gsLst>
              <a:gs pos="43000">
                <a:srgbClr val="003300"/>
              </a:gs>
              <a:gs pos="90000">
                <a:srgbClr val="3F7C49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</p:spPr>
        <p:txBody>
          <a:bodyPr>
            <a:spAutoFit/>
          </a:bodyPr>
          <a:lstStyle>
            <a:lvl1pPr marL="365125" indent="-365125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7" name="文本框 13"/>
          <p:cNvSpPr txBox="1">
            <a:spLocks noChangeArrowheads="1"/>
          </p:cNvSpPr>
          <p:nvPr userDrawn="1"/>
        </p:nvSpPr>
        <p:spPr bwMode="auto">
          <a:xfrm>
            <a:off x="-3175" y="6303963"/>
            <a:ext cx="9144000" cy="585787"/>
          </a:xfrm>
          <a:prstGeom prst="rect">
            <a:avLst/>
          </a:prstGeom>
          <a:gradFill rotWithShape="0">
            <a:gsLst>
              <a:gs pos="0">
                <a:srgbClr val="003300"/>
              </a:gs>
              <a:gs pos="100000">
                <a:srgbClr val="003300"/>
              </a:gs>
            </a:gsLst>
            <a:lin ang="0" scaled="1"/>
          </a:gra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5248" b="-2402"/>
          <a:stretch>
            <a:fillRect/>
          </a:stretch>
        </p:blipFill>
        <p:spPr bwMode="auto">
          <a:xfrm>
            <a:off x="79375" y="87313"/>
            <a:ext cx="15684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17795" y="2839830"/>
            <a:ext cx="6477000" cy="1362075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3200" b="0" cap="none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1330858" y="1333223"/>
            <a:ext cx="64770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en-US" sz="2400" b="0" cap="none" dirty="0" smtClean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710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工程制图与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CAD》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Rectangle 7"/>
          <p:cNvSpPr/>
          <p:nvPr userDrawn="1"/>
        </p:nvSpPr>
        <p:spPr>
          <a:xfrm>
            <a:off x="3357554" y="6429396"/>
            <a:ext cx="24929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周  组合体的画法和阅读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9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7670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fld id="{CFA0C3B6-206E-4BAD-A757-CE26AEF9AD2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文本框 14"/>
          <p:cNvSpPr txBox="1"/>
          <p:nvPr userDrawn="1"/>
        </p:nvSpPr>
        <p:spPr>
          <a:xfrm>
            <a:off x="1588" y="-15875"/>
            <a:ext cx="9144000" cy="585788"/>
          </a:xfrm>
          <a:prstGeom prst="rect">
            <a:avLst/>
          </a:prstGeom>
          <a:gradFill>
            <a:gsLst>
              <a:gs pos="43000">
                <a:srgbClr val="003300"/>
              </a:gs>
              <a:gs pos="90000">
                <a:srgbClr val="3F7C49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</p:spPr>
        <p:txBody>
          <a:bodyPr>
            <a:spAutoFit/>
          </a:bodyPr>
          <a:lstStyle>
            <a:lvl1pPr marL="365125" indent="-365125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pic>
        <p:nvPicPr>
          <p:cNvPr id="1031" name="图片 10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5248" b="-2402"/>
          <a:stretch>
            <a:fillRect/>
          </a:stretch>
        </p:blipFill>
        <p:spPr bwMode="auto">
          <a:xfrm>
            <a:off x="80963" y="73025"/>
            <a:ext cx="15684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Blip>
          <a:blip r:embed="rId16"/>
        </a:buBlip>
        <a:defRPr sz="2800" b="1">
          <a:solidFill>
            <a:srgbClr val="008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•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52.png"/><Relationship Id="rId7" Type="http://schemas.openxmlformats.org/officeDocument/2006/relationships/image" Target="../media/image55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7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2"/>
          <p:cNvSpPr>
            <a:spLocks noGrp="1" noChangeArrowheads="1"/>
          </p:cNvSpPr>
          <p:nvPr>
            <p:ph type="title"/>
          </p:nvPr>
        </p:nvSpPr>
        <p:spPr>
          <a:xfrm>
            <a:off x="1277938" y="2214563"/>
            <a:ext cx="7038478" cy="395605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组合体的画法和阅读</a:t>
            </a: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endParaRPr lang="zh-CN" altLang="en-US" dirty="0"/>
          </a:p>
        </p:txBody>
      </p:sp>
      <p:sp>
        <p:nvSpPr>
          <p:cNvPr id="5123" name="文本占位符 3"/>
          <p:cNvSpPr>
            <a:spLocks noGrp="1" noChangeArrowheads="1"/>
          </p:cNvSpPr>
          <p:nvPr>
            <p:ph type="body" idx="1"/>
          </p:nvPr>
        </p:nvSpPr>
        <p:spPr>
          <a:xfrm>
            <a:off x="1277938" y="687388"/>
            <a:ext cx="6477000" cy="1190625"/>
          </a:xfrm>
        </p:spPr>
        <p:txBody>
          <a:bodyPr/>
          <a:lstStyle/>
          <a:p>
            <a:pPr eaLnBrk="1" hangingPunct="1"/>
            <a:r>
              <a:rPr lang="zh-CN" altLang="en-US" sz="3600"/>
              <a:t>工程制图</a:t>
            </a:r>
            <a:r>
              <a:rPr altLang="zh-CN" sz="3600"/>
              <a:t>CAD</a:t>
            </a:r>
            <a:endParaRPr lang="zh-CN" altLang="en-US" sz="360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44500" y="908050"/>
            <a:ext cx="82550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 kern="0" dirty="0">
                <a:latin typeface="Times New Roman" panose="02020603050405020304" pitchFamily="18" charset="0"/>
              </a:rPr>
              <a:t>第十章  组合体的画法和阅读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92163" y="1857400"/>
            <a:ext cx="7772400" cy="4379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chemeClr val="tx1"/>
                </a:solidFill>
              </a:rPr>
              <a:t>10.1  </a:t>
            </a:r>
            <a:r>
              <a:rPr lang="zh-CN" altLang="en-US" sz="2400" kern="0" dirty="0">
                <a:solidFill>
                  <a:schemeClr val="tx1"/>
                </a:solidFill>
              </a:rPr>
              <a:t>组合体的组合方式和表面关系</a:t>
            </a:r>
            <a:endParaRPr lang="en-US" altLang="zh-CN" sz="2400" kern="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10.1.1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组合方式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10.1.2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表面关系</a:t>
            </a:r>
            <a:endParaRPr lang="zh-CN" altLang="en-US" sz="2400" kern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chemeClr val="tx1"/>
                </a:solidFill>
              </a:rPr>
              <a:t>10.2  </a:t>
            </a:r>
            <a:r>
              <a:rPr lang="zh-CN" altLang="en-US" sz="2400" kern="0" dirty="0">
                <a:solidFill>
                  <a:schemeClr val="tx1"/>
                </a:solidFill>
              </a:rPr>
              <a:t>组合体的绘图方法</a:t>
            </a:r>
            <a:endParaRPr lang="en-US" altLang="zh-CN" sz="2400" kern="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10.2.1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叠加式组合体的绘图方法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10.2.2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切割式组合体的绘图方法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chemeClr val="tx1"/>
                </a:solidFill>
              </a:rPr>
              <a:t>10.3  </a:t>
            </a:r>
            <a:r>
              <a:rPr lang="zh-CN" altLang="en-US" sz="2400" kern="0" dirty="0">
                <a:solidFill>
                  <a:schemeClr val="tx1"/>
                </a:solidFill>
              </a:rPr>
              <a:t>组合体的读图方法</a:t>
            </a:r>
            <a:endParaRPr lang="en-US" altLang="zh-CN" sz="2400" kern="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10.3.1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读图时需注意的问题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10.3.2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组合体读图的方法和步骤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15900" y="977279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kern="0">
                <a:latin typeface="Times New Roman" panose="02020603050405020304" pitchFamily="18" charset="0"/>
              </a:rPr>
              <a:t>本章学习目标</a:t>
            </a:r>
            <a:endParaRPr lang="zh-CN" altLang="en-US" sz="4000" kern="0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47564" y="2000435"/>
            <a:ext cx="8153400" cy="388843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组合体的组合方式：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叠加式、切割式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组合体的表面关系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贴合、共面、相切、相交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组合体绘图和读图的基本方法：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形体分析法、面形分析法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70675" y="6356350"/>
            <a:ext cx="2133600" cy="365125"/>
          </a:xfrm>
        </p:spPr>
        <p:txBody>
          <a:bodyPr/>
          <a:lstStyle/>
          <a:p>
            <a:pPr>
              <a:defRPr/>
            </a:pPr>
            <a:fld id="{AF58D94A-0A87-4356-B40A-F3E795841877}" type="slidenum"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fld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320343" y="607540"/>
            <a:ext cx="6984776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en-US" altLang="zh-CN" sz="3400" b="1" dirty="0">
                <a:latin typeface="黑体" panose="02010609060101010101" pitchFamily="49" charset="-122"/>
                <a:ea typeface="黑体" panose="02010609060101010101" pitchFamily="49" charset="-122"/>
              </a:rPr>
              <a:t>10.1 </a:t>
            </a:r>
            <a:r>
              <a:rPr kumimoji="1" lang="zh-CN" altLang="en-US" sz="3400" b="1" dirty="0">
                <a:latin typeface="黑体" panose="02010609060101010101" pitchFamily="49" charset="-122"/>
                <a:ea typeface="黑体" panose="02010609060101010101" pitchFamily="49" charset="-122"/>
              </a:rPr>
              <a:t>组合体的组合方式和表面关系</a:t>
            </a:r>
          </a:p>
        </p:txBody>
      </p:sp>
      <p:sp>
        <p:nvSpPr>
          <p:cNvPr id="10" name="Rectangle 101"/>
          <p:cNvSpPr>
            <a:spLocks noChangeArrowheads="1"/>
          </p:cNvSpPr>
          <p:nvPr/>
        </p:nvSpPr>
        <p:spPr bwMode="auto">
          <a:xfrm>
            <a:off x="320343" y="1301706"/>
            <a:ext cx="8466943" cy="9198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组合体：由若干个简单的基本体经一定的布尔运算组合而成，形体通常比较复杂。</a:t>
            </a:r>
          </a:p>
        </p:txBody>
      </p:sp>
      <p:sp>
        <p:nvSpPr>
          <p:cNvPr id="13" name="Text Box 107"/>
          <p:cNvSpPr txBox="1">
            <a:spLocks noChangeArrowheads="1"/>
          </p:cNvSpPr>
          <p:nvPr/>
        </p:nvSpPr>
        <p:spPr bwMode="auto">
          <a:xfrm>
            <a:off x="219944" y="2298938"/>
            <a:ext cx="6000066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3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10.1.1 </a:t>
            </a:r>
            <a:r>
              <a:rPr lang="zh-CN" altLang="en-US" dirty="0"/>
              <a:t>组合方式</a:t>
            </a:r>
          </a:p>
        </p:txBody>
      </p:sp>
      <p:sp>
        <p:nvSpPr>
          <p:cNvPr id="14" name="Rectangle 63"/>
          <p:cNvSpPr/>
          <p:nvPr/>
        </p:nvSpPr>
        <p:spPr>
          <a:xfrm>
            <a:off x="336129" y="2848858"/>
            <a:ext cx="16129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叠加式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1"/>
          <p:cNvSpPr>
            <a:spLocks noChangeArrowheads="1"/>
          </p:cNvSpPr>
          <p:nvPr/>
        </p:nvSpPr>
        <p:spPr bwMode="auto">
          <a:xfrm>
            <a:off x="1331640" y="3429000"/>
            <a:ext cx="6912768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主要由基本体相互叠加而成。</a:t>
            </a:r>
          </a:p>
        </p:txBody>
      </p:sp>
      <p:pic>
        <p:nvPicPr>
          <p:cNvPr id="1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109223"/>
            <a:ext cx="2082428" cy="2040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35" y="3937420"/>
            <a:ext cx="2277271" cy="231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右箭头 3"/>
          <p:cNvSpPr/>
          <p:nvPr/>
        </p:nvSpPr>
        <p:spPr>
          <a:xfrm>
            <a:off x="3851920" y="4957599"/>
            <a:ext cx="826275" cy="3436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70675" y="6412247"/>
            <a:ext cx="2133600" cy="365125"/>
          </a:xfrm>
        </p:spPr>
        <p:txBody>
          <a:bodyPr/>
          <a:lstStyle/>
          <a:p>
            <a:pPr>
              <a:defRPr/>
            </a:pPr>
            <a:fld id="{AF58D94A-0A87-4356-B40A-F3E795841877}" type="slidenum"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fld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ectangle 63"/>
          <p:cNvSpPr/>
          <p:nvPr/>
        </p:nvSpPr>
        <p:spPr>
          <a:xfrm>
            <a:off x="367805" y="836712"/>
            <a:ext cx="16129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切割式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01"/>
          <p:cNvSpPr>
            <a:spLocks noChangeArrowheads="1"/>
          </p:cNvSpPr>
          <p:nvPr/>
        </p:nvSpPr>
        <p:spPr bwMode="auto">
          <a:xfrm>
            <a:off x="899592" y="1484784"/>
            <a:ext cx="7992888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主要由基本体相互切挖，或用平面将基本体截断而成。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875" y="1968498"/>
            <a:ext cx="2843882" cy="243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90944"/>
            <a:ext cx="2933040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037" y="3817938"/>
            <a:ext cx="2531968" cy="97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右箭头 16"/>
          <p:cNvSpPr/>
          <p:nvPr/>
        </p:nvSpPr>
        <p:spPr>
          <a:xfrm>
            <a:off x="3438782" y="3371064"/>
            <a:ext cx="826275" cy="3436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07"/>
          <p:cNvSpPr txBox="1">
            <a:spLocks noChangeArrowheads="1"/>
          </p:cNvSpPr>
          <p:nvPr/>
        </p:nvSpPr>
        <p:spPr bwMode="auto">
          <a:xfrm>
            <a:off x="270531" y="618962"/>
            <a:ext cx="4992688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3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10.1.2 </a:t>
            </a:r>
            <a:r>
              <a:rPr lang="zh-CN" altLang="en-US" dirty="0"/>
              <a:t>表面关系</a:t>
            </a:r>
          </a:p>
        </p:txBody>
      </p:sp>
      <p:sp>
        <p:nvSpPr>
          <p:cNvPr id="8" name="Rectangle 63"/>
          <p:cNvSpPr/>
          <p:nvPr/>
        </p:nvSpPr>
        <p:spPr>
          <a:xfrm>
            <a:off x="367805" y="1098322"/>
            <a:ext cx="1252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贴合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441" y="3343904"/>
            <a:ext cx="1885561" cy="1687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833" y="2100850"/>
            <a:ext cx="2235356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946" y="4581795"/>
            <a:ext cx="2161130" cy="1729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右箭头 12"/>
          <p:cNvSpPr/>
          <p:nvPr/>
        </p:nvSpPr>
        <p:spPr>
          <a:xfrm rot="20348808">
            <a:off x="4852143" y="3585229"/>
            <a:ext cx="826275" cy="3436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008812">
            <a:off x="4850082" y="4590888"/>
            <a:ext cx="826275" cy="34360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1927" y="1621542"/>
            <a:ext cx="5340587" cy="18651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当两个形体的表面相互贴合在一起时，其共有的部分已不再是组合体的表面，新的表面应该是两个表面中没有贴合的部分。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5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3"/>
          <p:cNvSpPr/>
          <p:nvPr/>
        </p:nvSpPr>
        <p:spPr>
          <a:xfrm>
            <a:off x="360612" y="575142"/>
            <a:ext cx="1252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共面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980728"/>
            <a:ext cx="7560840" cy="9787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当两个形体相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邻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的表面处于共面状态时，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原边界线共有的部分不应画出。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2" y="2276872"/>
            <a:ext cx="1353005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858" y="2677970"/>
            <a:ext cx="1610283" cy="1208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072" y="2276872"/>
            <a:ext cx="1287845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1" y="2740507"/>
            <a:ext cx="1583529" cy="999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11" y="4509040"/>
            <a:ext cx="1367307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305" y="4777835"/>
            <a:ext cx="1643015" cy="1091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060" y="4509040"/>
            <a:ext cx="1395869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12" y="4833884"/>
            <a:ext cx="1462987" cy="103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40"/>
          <p:cNvGrpSpPr/>
          <p:nvPr/>
        </p:nvGrpSpPr>
        <p:grpSpPr bwMode="auto">
          <a:xfrm>
            <a:off x="1612878" y="1943061"/>
            <a:ext cx="1476375" cy="781050"/>
            <a:chOff x="958" y="2078"/>
            <a:chExt cx="930" cy="492"/>
          </a:xfrm>
        </p:grpSpPr>
        <p:sp>
          <p:nvSpPr>
            <p:cNvPr id="13" name="Line 119"/>
            <p:cNvSpPr>
              <a:spLocks noChangeShapeType="1"/>
            </p:cNvSpPr>
            <p:nvPr/>
          </p:nvSpPr>
          <p:spPr bwMode="auto">
            <a:xfrm flipH="1">
              <a:off x="958" y="2220"/>
              <a:ext cx="324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Text Box 120"/>
            <p:cNvSpPr txBox="1">
              <a:spLocks noChangeArrowheads="1"/>
            </p:cNvSpPr>
            <p:nvPr/>
          </p:nvSpPr>
          <p:spPr bwMode="auto">
            <a:xfrm>
              <a:off x="1238" y="2078"/>
              <a:ext cx="6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无线</a:t>
              </a:r>
            </a:p>
          </p:txBody>
        </p:sp>
      </p:grpSp>
      <p:grpSp>
        <p:nvGrpSpPr>
          <p:cNvPr id="15" name="Group 141"/>
          <p:cNvGrpSpPr/>
          <p:nvPr/>
        </p:nvGrpSpPr>
        <p:grpSpPr bwMode="auto">
          <a:xfrm>
            <a:off x="1605684" y="4221088"/>
            <a:ext cx="1476375" cy="781050"/>
            <a:chOff x="2070" y="2080"/>
            <a:chExt cx="930" cy="492"/>
          </a:xfrm>
        </p:grpSpPr>
        <p:sp>
          <p:nvSpPr>
            <p:cNvPr id="16" name="Line 127"/>
            <p:cNvSpPr>
              <a:spLocks noChangeShapeType="1"/>
            </p:cNvSpPr>
            <p:nvPr/>
          </p:nvSpPr>
          <p:spPr bwMode="auto">
            <a:xfrm flipH="1">
              <a:off x="2070" y="2222"/>
              <a:ext cx="324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Text Box 128"/>
            <p:cNvSpPr txBox="1">
              <a:spLocks noChangeArrowheads="1"/>
            </p:cNvSpPr>
            <p:nvPr/>
          </p:nvSpPr>
          <p:spPr bwMode="auto">
            <a:xfrm>
              <a:off x="2350" y="2080"/>
              <a:ext cx="6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实线</a:t>
              </a:r>
            </a:p>
          </p:txBody>
        </p:sp>
      </p:grpSp>
      <p:grpSp>
        <p:nvGrpSpPr>
          <p:cNvPr id="18" name="Group 142"/>
          <p:cNvGrpSpPr/>
          <p:nvPr/>
        </p:nvGrpSpPr>
        <p:grpSpPr bwMode="auto">
          <a:xfrm>
            <a:off x="5809994" y="4200451"/>
            <a:ext cx="1476375" cy="781050"/>
            <a:chOff x="2070" y="2080"/>
            <a:chExt cx="930" cy="492"/>
          </a:xfrm>
        </p:grpSpPr>
        <p:sp>
          <p:nvSpPr>
            <p:cNvPr id="19" name="Line 143"/>
            <p:cNvSpPr>
              <a:spLocks noChangeShapeType="1"/>
            </p:cNvSpPr>
            <p:nvPr/>
          </p:nvSpPr>
          <p:spPr bwMode="auto">
            <a:xfrm flipH="1">
              <a:off x="2070" y="2222"/>
              <a:ext cx="324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Text Box 144"/>
            <p:cNvSpPr txBox="1">
              <a:spLocks noChangeArrowheads="1"/>
            </p:cNvSpPr>
            <p:nvPr/>
          </p:nvSpPr>
          <p:spPr bwMode="auto">
            <a:xfrm>
              <a:off x="2350" y="2080"/>
              <a:ext cx="6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实线</a:t>
              </a:r>
            </a:p>
          </p:txBody>
        </p:sp>
      </p:grpSp>
      <p:grpSp>
        <p:nvGrpSpPr>
          <p:cNvPr id="21" name="Group 145"/>
          <p:cNvGrpSpPr/>
          <p:nvPr/>
        </p:nvGrpSpPr>
        <p:grpSpPr bwMode="auto">
          <a:xfrm>
            <a:off x="5809994" y="1959457"/>
            <a:ext cx="1476375" cy="781050"/>
            <a:chOff x="2070" y="2080"/>
            <a:chExt cx="930" cy="492"/>
          </a:xfrm>
        </p:grpSpPr>
        <p:sp>
          <p:nvSpPr>
            <p:cNvPr id="22" name="Line 146"/>
            <p:cNvSpPr>
              <a:spLocks noChangeShapeType="1"/>
            </p:cNvSpPr>
            <p:nvPr/>
          </p:nvSpPr>
          <p:spPr bwMode="auto">
            <a:xfrm flipH="1">
              <a:off x="2070" y="2222"/>
              <a:ext cx="324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Text Box 147"/>
            <p:cNvSpPr txBox="1">
              <a:spLocks noChangeArrowheads="1"/>
            </p:cNvSpPr>
            <p:nvPr/>
          </p:nvSpPr>
          <p:spPr bwMode="auto">
            <a:xfrm>
              <a:off x="2350" y="2080"/>
              <a:ext cx="6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虚线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3"/>
          <p:cNvSpPr/>
          <p:nvPr/>
        </p:nvSpPr>
        <p:spPr>
          <a:xfrm>
            <a:off x="352802" y="561604"/>
            <a:ext cx="1252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相切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980728"/>
            <a:ext cx="756084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当两个表面相切光滑过渡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，不应画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出切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线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12" name="Group 140"/>
          <p:cNvGrpSpPr/>
          <p:nvPr/>
        </p:nvGrpSpPr>
        <p:grpSpPr bwMode="auto">
          <a:xfrm>
            <a:off x="2300981" y="3089507"/>
            <a:ext cx="2235200" cy="887413"/>
            <a:chOff x="340" y="1635"/>
            <a:chExt cx="1408" cy="559"/>
          </a:xfrm>
        </p:grpSpPr>
        <p:sp>
          <p:nvSpPr>
            <p:cNvPr id="13" name="Line 119"/>
            <p:cNvSpPr>
              <a:spLocks noChangeShapeType="1"/>
            </p:cNvSpPr>
            <p:nvPr/>
          </p:nvSpPr>
          <p:spPr bwMode="auto">
            <a:xfrm flipH="1" flipV="1">
              <a:off x="340" y="1635"/>
              <a:ext cx="669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Text Box 120"/>
            <p:cNvSpPr txBox="1">
              <a:spLocks noChangeArrowheads="1"/>
            </p:cNvSpPr>
            <p:nvPr/>
          </p:nvSpPr>
          <p:spPr bwMode="auto">
            <a:xfrm>
              <a:off x="1009" y="1961"/>
              <a:ext cx="73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不画切线</a:t>
              </a: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807" y="2312949"/>
            <a:ext cx="3013905" cy="2313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655" y="2246350"/>
            <a:ext cx="3024336" cy="238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397"/>
          <p:cNvGrpSpPr/>
          <p:nvPr/>
        </p:nvGrpSpPr>
        <p:grpSpPr bwMode="auto">
          <a:xfrm>
            <a:off x="7235727" y="4004967"/>
            <a:ext cx="1660526" cy="1787526"/>
            <a:chOff x="1199" y="1221"/>
            <a:chExt cx="1046" cy="1126"/>
          </a:xfrm>
        </p:grpSpPr>
        <p:grpSp>
          <p:nvGrpSpPr>
            <p:cNvPr id="26" name="Group 396"/>
            <p:cNvGrpSpPr/>
            <p:nvPr/>
          </p:nvGrpSpPr>
          <p:grpSpPr bwMode="auto">
            <a:xfrm>
              <a:off x="1199" y="1221"/>
              <a:ext cx="499" cy="623"/>
              <a:chOff x="1199" y="1221"/>
              <a:chExt cx="499" cy="623"/>
            </a:xfrm>
          </p:grpSpPr>
          <p:sp>
            <p:nvSpPr>
              <p:cNvPr id="28" name="Line 257"/>
              <p:cNvSpPr>
                <a:spLocks noChangeShapeType="1"/>
              </p:cNvSpPr>
              <p:nvPr/>
            </p:nvSpPr>
            <p:spPr bwMode="auto">
              <a:xfrm flipH="1" flipV="1">
                <a:off x="1199" y="1357"/>
                <a:ext cx="371" cy="4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Line 382"/>
              <p:cNvSpPr>
                <a:spLocks noChangeShapeType="1"/>
              </p:cNvSpPr>
              <p:nvPr/>
            </p:nvSpPr>
            <p:spPr bwMode="auto">
              <a:xfrm flipH="1">
                <a:off x="1573" y="1221"/>
                <a:ext cx="125" cy="6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7" name="Text Box 387"/>
            <p:cNvSpPr txBox="1">
              <a:spLocks noChangeArrowheads="1"/>
            </p:cNvSpPr>
            <p:nvPr/>
          </p:nvSpPr>
          <p:spPr bwMode="auto">
            <a:xfrm>
              <a:off x="1310" y="1824"/>
              <a:ext cx="93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平面与圆</a:t>
              </a:r>
            </a:p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柱面相切</a:t>
              </a:r>
            </a:p>
          </p:txBody>
        </p:sp>
      </p:grpSp>
      <p:grpSp>
        <p:nvGrpSpPr>
          <p:cNvPr id="30" name="Group 392"/>
          <p:cNvGrpSpPr/>
          <p:nvPr/>
        </p:nvGrpSpPr>
        <p:grpSpPr bwMode="auto">
          <a:xfrm>
            <a:off x="5575201" y="4220867"/>
            <a:ext cx="1660525" cy="1289049"/>
            <a:chOff x="617" y="1805"/>
            <a:chExt cx="1046" cy="812"/>
          </a:xfrm>
        </p:grpSpPr>
        <p:grpSp>
          <p:nvGrpSpPr>
            <p:cNvPr id="31" name="Group 390"/>
            <p:cNvGrpSpPr/>
            <p:nvPr/>
          </p:nvGrpSpPr>
          <p:grpSpPr bwMode="auto">
            <a:xfrm>
              <a:off x="617" y="1805"/>
              <a:ext cx="366" cy="432"/>
              <a:chOff x="617" y="1805"/>
              <a:chExt cx="366" cy="432"/>
            </a:xfrm>
          </p:grpSpPr>
          <p:sp>
            <p:nvSpPr>
              <p:cNvPr id="33" name="Line 383"/>
              <p:cNvSpPr>
                <a:spLocks noChangeShapeType="1"/>
              </p:cNvSpPr>
              <p:nvPr/>
            </p:nvSpPr>
            <p:spPr bwMode="auto">
              <a:xfrm>
                <a:off x="617" y="1805"/>
                <a:ext cx="318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Line 384"/>
              <p:cNvSpPr>
                <a:spLocks noChangeShapeType="1"/>
              </p:cNvSpPr>
              <p:nvPr/>
            </p:nvSpPr>
            <p:spPr bwMode="auto">
              <a:xfrm flipH="1">
                <a:off x="935" y="1805"/>
                <a:ext cx="48" cy="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2" name="Text Box 391"/>
            <p:cNvSpPr txBox="1">
              <a:spLocks noChangeArrowheads="1"/>
            </p:cNvSpPr>
            <p:nvPr/>
          </p:nvSpPr>
          <p:spPr bwMode="auto">
            <a:xfrm>
              <a:off x="617" y="2210"/>
              <a:ext cx="104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平面与圆</a:t>
              </a:r>
            </a:p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柱面相切</a:t>
              </a:r>
            </a:p>
          </p:txBody>
        </p:sp>
      </p:grpSp>
      <p:sp>
        <p:nvSpPr>
          <p:cNvPr id="94" name="Line 379"/>
          <p:cNvSpPr>
            <a:spLocks noChangeShapeType="1"/>
          </p:cNvSpPr>
          <p:nvPr/>
        </p:nvSpPr>
        <p:spPr bwMode="auto">
          <a:xfrm flipH="1">
            <a:off x="2304610" y="4146074"/>
            <a:ext cx="133350" cy="55562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380"/>
          <p:cNvSpPr>
            <a:spLocks noChangeShapeType="1"/>
          </p:cNvSpPr>
          <p:nvPr/>
        </p:nvSpPr>
        <p:spPr bwMode="auto">
          <a:xfrm flipV="1">
            <a:off x="2304610" y="2847499"/>
            <a:ext cx="0" cy="18542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385"/>
          <p:cNvSpPr>
            <a:spLocks noChangeShapeType="1"/>
          </p:cNvSpPr>
          <p:nvPr/>
        </p:nvSpPr>
        <p:spPr bwMode="auto">
          <a:xfrm>
            <a:off x="1861698" y="2837919"/>
            <a:ext cx="4397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7" name="组合 96"/>
          <p:cNvGrpSpPr/>
          <p:nvPr/>
        </p:nvGrpSpPr>
        <p:grpSpPr>
          <a:xfrm>
            <a:off x="524551" y="1881646"/>
            <a:ext cx="2575397" cy="2923682"/>
            <a:chOff x="2483768" y="1817035"/>
            <a:chExt cx="2575397" cy="2923682"/>
          </a:xfrm>
        </p:grpSpPr>
        <p:sp>
          <p:nvSpPr>
            <p:cNvPr id="98" name="任意多边形 97"/>
            <p:cNvSpPr/>
            <p:nvPr/>
          </p:nvSpPr>
          <p:spPr>
            <a:xfrm>
              <a:off x="2628900" y="1881646"/>
              <a:ext cx="2343150" cy="1291881"/>
            </a:xfrm>
            <a:custGeom>
              <a:avLst/>
              <a:gdLst>
                <a:gd name="connsiteX0" fmla="*/ 2343150 w 2343150"/>
                <a:gd name="connsiteY0" fmla="*/ 1306830 h 1306830"/>
                <a:gd name="connsiteX1" fmla="*/ 2343150 w 2343150"/>
                <a:gd name="connsiteY1" fmla="*/ 3810 h 1306830"/>
                <a:gd name="connsiteX2" fmla="*/ 1200150 w 2343150"/>
                <a:gd name="connsiteY2" fmla="*/ 0 h 1306830"/>
                <a:gd name="connsiteX3" fmla="*/ 1200150 w 2343150"/>
                <a:gd name="connsiteY3" fmla="*/ 902970 h 1306830"/>
                <a:gd name="connsiteX4" fmla="*/ 0 w 2343150"/>
                <a:gd name="connsiteY4" fmla="*/ 906780 h 1306830"/>
                <a:gd name="connsiteX5" fmla="*/ 0 w 2343150"/>
                <a:gd name="connsiteY5" fmla="*/ 1303020 h 1306830"/>
                <a:gd name="connsiteX6" fmla="*/ 2343150 w 2343150"/>
                <a:gd name="connsiteY6" fmla="*/ 1306830 h 1306830"/>
                <a:gd name="connsiteX0-1" fmla="*/ 2343150 w 2343150"/>
                <a:gd name="connsiteY0-2" fmla="*/ 1306830 h 1306830"/>
                <a:gd name="connsiteX1-3" fmla="*/ 2343150 w 2343150"/>
                <a:gd name="connsiteY1-4" fmla="*/ 3810 h 1306830"/>
                <a:gd name="connsiteX2-5" fmla="*/ 1200150 w 2343150"/>
                <a:gd name="connsiteY2-6" fmla="*/ 0 h 1306830"/>
                <a:gd name="connsiteX3-7" fmla="*/ 1200150 w 2343150"/>
                <a:gd name="connsiteY3-8" fmla="*/ 902970 h 1306830"/>
                <a:gd name="connsiteX4-9" fmla="*/ 0 w 2343150"/>
                <a:gd name="connsiteY4-10" fmla="*/ 906780 h 1306830"/>
                <a:gd name="connsiteX5-11" fmla="*/ 0 w 2343150"/>
                <a:gd name="connsiteY5-12" fmla="*/ 1303020 h 1306830"/>
                <a:gd name="connsiteX6-13" fmla="*/ 2343150 w 2343150"/>
                <a:gd name="connsiteY6-14" fmla="*/ 1306830 h 130683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343150" h="1306830">
                  <a:moveTo>
                    <a:pt x="2343150" y="1306830"/>
                  </a:moveTo>
                  <a:lnTo>
                    <a:pt x="2343150" y="3810"/>
                  </a:lnTo>
                  <a:lnTo>
                    <a:pt x="1200150" y="0"/>
                  </a:lnTo>
                  <a:lnTo>
                    <a:pt x="1200150" y="902970"/>
                  </a:lnTo>
                  <a:lnTo>
                    <a:pt x="0" y="906780"/>
                  </a:lnTo>
                  <a:lnTo>
                    <a:pt x="0" y="1303020"/>
                  </a:lnTo>
                  <a:lnTo>
                    <a:pt x="2343150" y="130683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Line 316"/>
            <p:cNvSpPr>
              <a:spLocks noChangeShapeType="1"/>
            </p:cNvSpPr>
            <p:nvPr/>
          </p:nvSpPr>
          <p:spPr bwMode="auto">
            <a:xfrm flipV="1">
              <a:off x="2483768" y="4078293"/>
              <a:ext cx="2575397" cy="7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Oval 317"/>
            <p:cNvSpPr>
              <a:spLocks noChangeArrowheads="1"/>
            </p:cNvSpPr>
            <p:nvPr/>
          </p:nvSpPr>
          <p:spPr bwMode="auto">
            <a:xfrm>
              <a:off x="3830440" y="3521075"/>
              <a:ext cx="1138238" cy="112521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Oval 318"/>
            <p:cNvSpPr>
              <a:spLocks noChangeArrowheads="1"/>
            </p:cNvSpPr>
            <p:nvPr/>
          </p:nvSpPr>
          <p:spPr bwMode="auto">
            <a:xfrm>
              <a:off x="4059040" y="3741086"/>
              <a:ext cx="681038" cy="6732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Arc 320"/>
            <p:cNvSpPr/>
            <p:nvPr/>
          </p:nvSpPr>
          <p:spPr bwMode="auto">
            <a:xfrm flipH="1" flipV="1">
              <a:off x="2699783" y="3793939"/>
              <a:ext cx="293117" cy="579406"/>
            </a:xfrm>
            <a:custGeom>
              <a:avLst/>
              <a:gdLst>
                <a:gd name="G0" fmla="+- 0 0 0"/>
                <a:gd name="G1" fmla="+- 21222 0 0"/>
                <a:gd name="G2" fmla="+- 21600 0 0"/>
                <a:gd name="T0" fmla="*/ 4026 w 21600"/>
                <a:gd name="T1" fmla="*/ 0 h 42542"/>
                <a:gd name="T2" fmla="*/ 3467 w 21600"/>
                <a:gd name="T3" fmla="*/ 42542 h 42542"/>
                <a:gd name="T4" fmla="*/ 0 w 21600"/>
                <a:gd name="T5" fmla="*/ 21222 h 42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2542" fill="none" extrusionOk="0">
                  <a:moveTo>
                    <a:pt x="4025" y="0"/>
                  </a:moveTo>
                  <a:cubicBezTo>
                    <a:pt x="14220" y="1934"/>
                    <a:pt x="21600" y="10845"/>
                    <a:pt x="21600" y="21222"/>
                  </a:cubicBezTo>
                  <a:cubicBezTo>
                    <a:pt x="21600" y="31813"/>
                    <a:pt x="13920" y="40841"/>
                    <a:pt x="3466" y="42541"/>
                  </a:cubicBezTo>
                </a:path>
                <a:path w="21600" h="42542" stroke="0" extrusionOk="0">
                  <a:moveTo>
                    <a:pt x="4025" y="0"/>
                  </a:moveTo>
                  <a:cubicBezTo>
                    <a:pt x="14220" y="1934"/>
                    <a:pt x="21600" y="10845"/>
                    <a:pt x="21600" y="21222"/>
                  </a:cubicBezTo>
                  <a:cubicBezTo>
                    <a:pt x="21600" y="31813"/>
                    <a:pt x="13920" y="40841"/>
                    <a:pt x="3466" y="42541"/>
                  </a:cubicBezTo>
                  <a:lnTo>
                    <a:pt x="0" y="21222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321"/>
            <p:cNvSpPr>
              <a:spLocks noChangeShapeType="1"/>
            </p:cNvSpPr>
            <p:nvPr/>
          </p:nvSpPr>
          <p:spPr bwMode="auto">
            <a:xfrm>
              <a:off x="2915816" y="4377382"/>
              <a:ext cx="1386111" cy="263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322"/>
            <p:cNvSpPr>
              <a:spLocks noChangeShapeType="1"/>
            </p:cNvSpPr>
            <p:nvPr/>
          </p:nvSpPr>
          <p:spPr bwMode="auto">
            <a:xfrm flipV="1">
              <a:off x="2945026" y="3530937"/>
              <a:ext cx="1315944" cy="261098"/>
            </a:xfrm>
            <a:custGeom>
              <a:avLst/>
              <a:gdLst>
                <a:gd name="connsiteX0" fmla="*/ 0 w 1390874"/>
                <a:gd name="connsiteY0" fmla="*/ 0 h 267962"/>
                <a:gd name="connsiteX1" fmla="*/ 1390874 w 1390874"/>
                <a:gd name="connsiteY1" fmla="*/ 267962 h 267962"/>
                <a:gd name="connsiteX0-1" fmla="*/ 0 w 1365474"/>
                <a:gd name="connsiteY0-2" fmla="*/ 0 h 267962"/>
                <a:gd name="connsiteX1-3" fmla="*/ 1365474 w 1365474"/>
                <a:gd name="connsiteY1-4" fmla="*/ 267962 h 267962"/>
                <a:gd name="connsiteX0-5" fmla="*/ 0 w 1319754"/>
                <a:gd name="connsiteY0-6" fmla="*/ 0 h 260278"/>
                <a:gd name="connsiteX1-7" fmla="*/ 1319754 w 1319754"/>
                <a:gd name="connsiteY1-8" fmla="*/ 260278 h 260278"/>
                <a:gd name="connsiteX0-9" fmla="*/ 0 w 1319754"/>
                <a:gd name="connsiteY0-10" fmla="*/ 0 h 275647"/>
                <a:gd name="connsiteX1-11" fmla="*/ 1319754 w 1319754"/>
                <a:gd name="connsiteY1-12" fmla="*/ 275647 h 275647"/>
                <a:gd name="connsiteX0-13" fmla="*/ 0 w 1331184"/>
                <a:gd name="connsiteY0-14" fmla="*/ 0 h 256436"/>
                <a:gd name="connsiteX1-15" fmla="*/ 1331184 w 1331184"/>
                <a:gd name="connsiteY1-16" fmla="*/ 256436 h 256436"/>
                <a:gd name="connsiteX0-17" fmla="*/ 0 w 1315944"/>
                <a:gd name="connsiteY0-18" fmla="*/ 0 h 264120"/>
                <a:gd name="connsiteX1-19" fmla="*/ 1315944 w 1315944"/>
                <a:gd name="connsiteY1-20" fmla="*/ 264120 h 264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315944" h="264120">
                  <a:moveTo>
                    <a:pt x="0" y="0"/>
                  </a:moveTo>
                  <a:lnTo>
                    <a:pt x="1315944" y="26412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323"/>
            <p:cNvSpPr>
              <a:spLocks noChangeShapeType="1"/>
            </p:cNvSpPr>
            <p:nvPr/>
          </p:nvSpPr>
          <p:spPr bwMode="auto">
            <a:xfrm flipV="1">
              <a:off x="3022277" y="3617798"/>
              <a:ext cx="1588" cy="92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325"/>
            <p:cNvSpPr>
              <a:spLocks noChangeShapeType="1"/>
            </p:cNvSpPr>
            <p:nvPr/>
          </p:nvSpPr>
          <p:spPr bwMode="auto">
            <a:xfrm>
              <a:off x="2859465" y="2784316"/>
              <a:ext cx="0" cy="400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26"/>
            <p:cNvSpPr>
              <a:spLocks noChangeShapeType="1"/>
            </p:cNvSpPr>
            <p:nvPr/>
          </p:nvSpPr>
          <p:spPr bwMode="auto">
            <a:xfrm flipV="1">
              <a:off x="3019897" y="2707105"/>
              <a:ext cx="0" cy="612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327"/>
            <p:cNvSpPr>
              <a:spLocks noChangeShapeType="1"/>
            </p:cNvSpPr>
            <p:nvPr/>
          </p:nvSpPr>
          <p:spPr bwMode="auto">
            <a:xfrm flipV="1">
              <a:off x="3157320" y="2784235"/>
              <a:ext cx="0" cy="390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328"/>
            <p:cNvSpPr>
              <a:spLocks noChangeShapeType="1"/>
            </p:cNvSpPr>
            <p:nvPr/>
          </p:nvSpPr>
          <p:spPr bwMode="auto">
            <a:xfrm flipV="1">
              <a:off x="4401940" y="1817035"/>
              <a:ext cx="0" cy="29236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329"/>
            <p:cNvSpPr>
              <a:spLocks noChangeShapeType="1"/>
            </p:cNvSpPr>
            <p:nvPr/>
          </p:nvSpPr>
          <p:spPr bwMode="auto">
            <a:xfrm flipV="1">
              <a:off x="4059040" y="1884090"/>
              <a:ext cx="0" cy="1280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330"/>
            <p:cNvSpPr>
              <a:spLocks noChangeShapeType="1"/>
            </p:cNvSpPr>
            <p:nvPr/>
          </p:nvSpPr>
          <p:spPr bwMode="auto">
            <a:xfrm flipV="1">
              <a:off x="4735315" y="1884050"/>
              <a:ext cx="0" cy="127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2" name="Group 331"/>
            <p:cNvGrpSpPr/>
            <p:nvPr/>
          </p:nvGrpSpPr>
          <p:grpSpPr bwMode="auto">
            <a:xfrm>
              <a:off x="4140002" y="4048656"/>
              <a:ext cx="98425" cy="62774"/>
              <a:chOff x="2739" y="2729"/>
              <a:chExt cx="62" cy="40"/>
            </a:xfrm>
          </p:grpSpPr>
          <p:sp>
            <p:nvSpPr>
              <p:cNvPr id="159" name="Line 332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Line 333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" name="Group 334"/>
            <p:cNvGrpSpPr/>
            <p:nvPr/>
          </p:nvGrpSpPr>
          <p:grpSpPr bwMode="auto">
            <a:xfrm>
              <a:off x="4809927" y="4047068"/>
              <a:ext cx="98425" cy="62774"/>
              <a:chOff x="2739" y="2729"/>
              <a:chExt cx="62" cy="40"/>
            </a:xfrm>
          </p:grpSpPr>
          <p:sp>
            <p:nvSpPr>
              <p:cNvPr id="157" name="Line 335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336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4" name="Group 337"/>
            <p:cNvGrpSpPr/>
            <p:nvPr/>
          </p:nvGrpSpPr>
          <p:grpSpPr bwMode="auto">
            <a:xfrm>
              <a:off x="3393455" y="4040718"/>
              <a:ext cx="98425" cy="62774"/>
              <a:chOff x="2739" y="2729"/>
              <a:chExt cx="62" cy="40"/>
            </a:xfrm>
          </p:grpSpPr>
          <p:sp>
            <p:nvSpPr>
              <p:cNvPr id="155" name="Line 338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339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5" name="Group 340"/>
            <p:cNvGrpSpPr/>
            <p:nvPr/>
          </p:nvGrpSpPr>
          <p:grpSpPr bwMode="auto">
            <a:xfrm rot="16200000">
              <a:off x="2968074" y="4172212"/>
              <a:ext cx="97299" cy="63500"/>
              <a:chOff x="2739" y="2729"/>
              <a:chExt cx="62" cy="40"/>
            </a:xfrm>
          </p:grpSpPr>
          <p:sp>
            <p:nvSpPr>
              <p:cNvPr id="153" name="Line 341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342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6" name="Group 343"/>
            <p:cNvGrpSpPr/>
            <p:nvPr/>
          </p:nvGrpSpPr>
          <p:grpSpPr bwMode="auto">
            <a:xfrm rot="16200000">
              <a:off x="4348530" y="3856299"/>
              <a:ext cx="97299" cy="63500"/>
              <a:chOff x="2739" y="2729"/>
              <a:chExt cx="62" cy="40"/>
            </a:xfrm>
          </p:grpSpPr>
          <p:sp>
            <p:nvSpPr>
              <p:cNvPr id="151" name="Line 344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345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7" name="Group 346"/>
            <p:cNvGrpSpPr/>
            <p:nvPr/>
          </p:nvGrpSpPr>
          <p:grpSpPr bwMode="auto">
            <a:xfrm rot="16200000">
              <a:off x="4351705" y="4516699"/>
              <a:ext cx="97299" cy="63500"/>
              <a:chOff x="2739" y="2729"/>
              <a:chExt cx="62" cy="40"/>
            </a:xfrm>
          </p:grpSpPr>
          <p:sp>
            <p:nvSpPr>
              <p:cNvPr id="149" name="Line 347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348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8" name="Group 349"/>
            <p:cNvGrpSpPr/>
            <p:nvPr/>
          </p:nvGrpSpPr>
          <p:grpSpPr bwMode="auto">
            <a:xfrm rot="16200000">
              <a:off x="2974424" y="2945074"/>
              <a:ext cx="97299" cy="63500"/>
              <a:chOff x="2739" y="2729"/>
              <a:chExt cx="62" cy="40"/>
            </a:xfrm>
          </p:grpSpPr>
          <p:sp>
            <p:nvSpPr>
              <p:cNvPr id="147" name="Line 350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Line 351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9" name="Group 352"/>
            <p:cNvGrpSpPr/>
            <p:nvPr/>
          </p:nvGrpSpPr>
          <p:grpSpPr bwMode="auto">
            <a:xfrm rot="16200000">
              <a:off x="4350117" y="2252924"/>
              <a:ext cx="97299" cy="63500"/>
              <a:chOff x="2739" y="2729"/>
              <a:chExt cx="62" cy="40"/>
            </a:xfrm>
          </p:grpSpPr>
          <p:sp>
            <p:nvSpPr>
              <p:cNvPr id="145" name="Line 353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Line 354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0" name="Group 355"/>
            <p:cNvGrpSpPr/>
            <p:nvPr/>
          </p:nvGrpSpPr>
          <p:grpSpPr bwMode="auto">
            <a:xfrm rot="16200000">
              <a:off x="4348530" y="2756162"/>
              <a:ext cx="97299" cy="63500"/>
              <a:chOff x="2739" y="2729"/>
              <a:chExt cx="62" cy="40"/>
            </a:xfrm>
          </p:grpSpPr>
          <p:sp>
            <p:nvSpPr>
              <p:cNvPr id="143" name="Line 356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Line 357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1" name="Rectangle 358"/>
            <p:cNvSpPr>
              <a:spLocks noChangeArrowheads="1"/>
            </p:cNvSpPr>
            <p:nvPr/>
          </p:nvSpPr>
          <p:spPr bwMode="auto">
            <a:xfrm>
              <a:off x="4273352" y="3293353"/>
              <a:ext cx="238125" cy="1035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2" name="Group 359"/>
            <p:cNvGrpSpPr/>
            <p:nvPr/>
          </p:nvGrpSpPr>
          <p:grpSpPr bwMode="auto">
            <a:xfrm>
              <a:off x="4017765" y="2080941"/>
              <a:ext cx="90488" cy="905510"/>
              <a:chOff x="2650" y="1485"/>
              <a:chExt cx="57" cy="577"/>
            </a:xfrm>
          </p:grpSpPr>
          <p:sp>
            <p:nvSpPr>
              <p:cNvPr id="137" name="Line 360"/>
              <p:cNvSpPr>
                <a:spLocks noChangeShapeType="1"/>
              </p:cNvSpPr>
              <p:nvPr/>
            </p:nvSpPr>
            <p:spPr bwMode="auto">
              <a:xfrm>
                <a:off x="2652" y="1485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361"/>
              <p:cNvSpPr>
                <a:spLocks noChangeShapeType="1"/>
              </p:cNvSpPr>
              <p:nvPr/>
            </p:nvSpPr>
            <p:spPr bwMode="auto">
              <a:xfrm>
                <a:off x="2651" y="1604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362"/>
              <p:cNvSpPr>
                <a:spLocks noChangeShapeType="1"/>
              </p:cNvSpPr>
              <p:nvPr/>
            </p:nvSpPr>
            <p:spPr bwMode="auto">
              <a:xfrm>
                <a:off x="2651" y="172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363"/>
              <p:cNvSpPr>
                <a:spLocks noChangeShapeType="1"/>
              </p:cNvSpPr>
              <p:nvPr/>
            </p:nvSpPr>
            <p:spPr bwMode="auto">
              <a:xfrm>
                <a:off x="2650" y="184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364"/>
              <p:cNvSpPr>
                <a:spLocks noChangeShapeType="1"/>
              </p:cNvSpPr>
              <p:nvPr/>
            </p:nvSpPr>
            <p:spPr bwMode="auto">
              <a:xfrm>
                <a:off x="2656" y="1950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365"/>
              <p:cNvSpPr>
                <a:spLocks noChangeShapeType="1"/>
              </p:cNvSpPr>
              <p:nvPr/>
            </p:nvSpPr>
            <p:spPr bwMode="auto">
              <a:xfrm>
                <a:off x="2655" y="206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" name="Group 366"/>
            <p:cNvGrpSpPr/>
            <p:nvPr/>
          </p:nvGrpSpPr>
          <p:grpSpPr bwMode="auto">
            <a:xfrm>
              <a:off x="4682927" y="2088878"/>
              <a:ext cx="90488" cy="905510"/>
              <a:chOff x="2650" y="1485"/>
              <a:chExt cx="57" cy="577"/>
            </a:xfrm>
          </p:grpSpPr>
          <p:sp>
            <p:nvSpPr>
              <p:cNvPr id="131" name="Line 367"/>
              <p:cNvSpPr>
                <a:spLocks noChangeShapeType="1"/>
              </p:cNvSpPr>
              <p:nvPr/>
            </p:nvSpPr>
            <p:spPr bwMode="auto">
              <a:xfrm>
                <a:off x="2652" y="1485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368"/>
              <p:cNvSpPr>
                <a:spLocks noChangeShapeType="1"/>
              </p:cNvSpPr>
              <p:nvPr/>
            </p:nvSpPr>
            <p:spPr bwMode="auto">
              <a:xfrm>
                <a:off x="2651" y="1604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369"/>
              <p:cNvSpPr>
                <a:spLocks noChangeShapeType="1"/>
              </p:cNvSpPr>
              <p:nvPr/>
            </p:nvSpPr>
            <p:spPr bwMode="auto">
              <a:xfrm>
                <a:off x="2651" y="172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370"/>
              <p:cNvSpPr>
                <a:spLocks noChangeShapeType="1"/>
              </p:cNvSpPr>
              <p:nvPr/>
            </p:nvSpPr>
            <p:spPr bwMode="auto">
              <a:xfrm>
                <a:off x="2650" y="184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371"/>
              <p:cNvSpPr>
                <a:spLocks noChangeShapeType="1"/>
              </p:cNvSpPr>
              <p:nvPr/>
            </p:nvSpPr>
            <p:spPr bwMode="auto">
              <a:xfrm>
                <a:off x="2656" y="1950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Line 372"/>
              <p:cNvSpPr>
                <a:spLocks noChangeShapeType="1"/>
              </p:cNvSpPr>
              <p:nvPr/>
            </p:nvSpPr>
            <p:spPr bwMode="auto">
              <a:xfrm>
                <a:off x="2655" y="206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4" name="Group 373"/>
            <p:cNvGrpSpPr/>
            <p:nvPr/>
          </p:nvGrpSpPr>
          <p:grpSpPr bwMode="auto">
            <a:xfrm>
              <a:off x="2829302" y="2928187"/>
              <a:ext cx="52388" cy="142810"/>
              <a:chOff x="2195" y="2018"/>
              <a:chExt cx="33" cy="91"/>
            </a:xfrm>
          </p:grpSpPr>
          <p:sp>
            <p:nvSpPr>
              <p:cNvPr id="129" name="Line 374"/>
              <p:cNvSpPr>
                <a:spLocks noChangeShapeType="1"/>
              </p:cNvSpPr>
              <p:nvPr/>
            </p:nvSpPr>
            <p:spPr bwMode="auto">
              <a:xfrm>
                <a:off x="2196" y="2018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375"/>
              <p:cNvSpPr>
                <a:spLocks noChangeShapeType="1"/>
              </p:cNvSpPr>
              <p:nvPr/>
            </p:nvSpPr>
            <p:spPr bwMode="auto">
              <a:xfrm>
                <a:off x="2195" y="2109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5" name="Group 376"/>
            <p:cNvGrpSpPr/>
            <p:nvPr/>
          </p:nvGrpSpPr>
          <p:grpSpPr bwMode="auto">
            <a:xfrm>
              <a:off x="3130333" y="2925012"/>
              <a:ext cx="52388" cy="142810"/>
              <a:chOff x="2195" y="2018"/>
              <a:chExt cx="33" cy="91"/>
            </a:xfrm>
          </p:grpSpPr>
          <p:sp>
            <p:nvSpPr>
              <p:cNvPr id="127" name="Line 377"/>
              <p:cNvSpPr>
                <a:spLocks noChangeShapeType="1"/>
              </p:cNvSpPr>
              <p:nvPr/>
            </p:nvSpPr>
            <p:spPr bwMode="auto">
              <a:xfrm>
                <a:off x="2196" y="2018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378"/>
              <p:cNvSpPr>
                <a:spLocks noChangeShapeType="1"/>
              </p:cNvSpPr>
              <p:nvPr/>
            </p:nvSpPr>
            <p:spPr bwMode="auto">
              <a:xfrm>
                <a:off x="2195" y="2109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6" name="Oval 319"/>
            <p:cNvSpPr>
              <a:spLocks noChangeArrowheads="1"/>
            </p:cNvSpPr>
            <p:nvPr/>
          </p:nvSpPr>
          <p:spPr bwMode="auto">
            <a:xfrm>
              <a:off x="2855496" y="3939527"/>
              <a:ext cx="301824" cy="29837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1" name="Oval 400"/>
          <p:cNvSpPr>
            <a:spLocks noChangeArrowheads="1"/>
          </p:cNvSpPr>
          <p:nvPr/>
        </p:nvSpPr>
        <p:spPr bwMode="auto">
          <a:xfrm>
            <a:off x="2277623" y="4669949"/>
            <a:ext cx="63500" cy="635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" name="Oval 402"/>
          <p:cNvSpPr>
            <a:spLocks noChangeArrowheads="1"/>
          </p:cNvSpPr>
          <p:nvPr/>
        </p:nvSpPr>
        <p:spPr bwMode="auto">
          <a:xfrm>
            <a:off x="2269685" y="2807812"/>
            <a:ext cx="63500" cy="635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63" name="直接连接符 162"/>
          <p:cNvCxnSpPr/>
          <p:nvPr/>
        </p:nvCxnSpPr>
        <p:spPr>
          <a:xfrm>
            <a:off x="3623958" y="2837919"/>
            <a:ext cx="10380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358"/>
          <p:cNvSpPr>
            <a:spLocks noChangeArrowheads="1"/>
          </p:cNvSpPr>
          <p:nvPr/>
        </p:nvSpPr>
        <p:spPr bwMode="auto">
          <a:xfrm>
            <a:off x="4017318" y="3357964"/>
            <a:ext cx="238125" cy="10357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5" name="组合 164"/>
          <p:cNvGrpSpPr/>
          <p:nvPr/>
        </p:nvGrpSpPr>
        <p:grpSpPr>
          <a:xfrm>
            <a:off x="3566666" y="1881646"/>
            <a:ext cx="1149350" cy="1461841"/>
            <a:chOff x="6084168" y="1817035"/>
            <a:chExt cx="1149350" cy="1461841"/>
          </a:xfrm>
        </p:grpSpPr>
        <p:sp>
          <p:nvSpPr>
            <p:cNvPr id="166" name="任意多边形 165"/>
            <p:cNvSpPr/>
            <p:nvPr/>
          </p:nvSpPr>
          <p:spPr>
            <a:xfrm>
              <a:off x="6084168" y="1881646"/>
              <a:ext cx="1149350" cy="1298275"/>
            </a:xfrm>
            <a:custGeom>
              <a:avLst/>
              <a:gdLst>
                <a:gd name="connsiteX0" fmla="*/ 2343150 w 2343150"/>
                <a:gd name="connsiteY0" fmla="*/ 1306830 h 1306830"/>
                <a:gd name="connsiteX1" fmla="*/ 2343150 w 2343150"/>
                <a:gd name="connsiteY1" fmla="*/ 3810 h 1306830"/>
                <a:gd name="connsiteX2" fmla="*/ 1200150 w 2343150"/>
                <a:gd name="connsiteY2" fmla="*/ 0 h 1306830"/>
                <a:gd name="connsiteX3" fmla="*/ 1200150 w 2343150"/>
                <a:gd name="connsiteY3" fmla="*/ 902970 h 1306830"/>
                <a:gd name="connsiteX4" fmla="*/ 0 w 2343150"/>
                <a:gd name="connsiteY4" fmla="*/ 906780 h 1306830"/>
                <a:gd name="connsiteX5" fmla="*/ 0 w 2343150"/>
                <a:gd name="connsiteY5" fmla="*/ 1303020 h 1306830"/>
                <a:gd name="connsiteX6" fmla="*/ 2343150 w 2343150"/>
                <a:gd name="connsiteY6" fmla="*/ 1306830 h 1306830"/>
                <a:gd name="connsiteX0-1" fmla="*/ 2343150 w 2343150"/>
                <a:gd name="connsiteY0-2" fmla="*/ 1306830 h 1306830"/>
                <a:gd name="connsiteX1-3" fmla="*/ 2343150 w 2343150"/>
                <a:gd name="connsiteY1-4" fmla="*/ 3810 h 1306830"/>
                <a:gd name="connsiteX2-5" fmla="*/ 1200150 w 2343150"/>
                <a:gd name="connsiteY2-6" fmla="*/ 0 h 1306830"/>
                <a:gd name="connsiteX3-7" fmla="*/ 1200150 w 2343150"/>
                <a:gd name="connsiteY3-8" fmla="*/ 902970 h 1306830"/>
                <a:gd name="connsiteX4-9" fmla="*/ 0 w 2343150"/>
                <a:gd name="connsiteY4-10" fmla="*/ 906780 h 1306830"/>
                <a:gd name="connsiteX5-11" fmla="*/ 0 w 2343150"/>
                <a:gd name="connsiteY5-12" fmla="*/ 1303020 h 1306830"/>
                <a:gd name="connsiteX6-13" fmla="*/ 2343150 w 2343150"/>
                <a:gd name="connsiteY6-14" fmla="*/ 1306830 h 1306830"/>
                <a:gd name="connsiteX0-15" fmla="*/ 2343150 w 2343150"/>
                <a:gd name="connsiteY0-16" fmla="*/ 1306830 h 1306830"/>
                <a:gd name="connsiteX1-17" fmla="*/ 2343150 w 2343150"/>
                <a:gd name="connsiteY1-18" fmla="*/ 3810 h 1306830"/>
                <a:gd name="connsiteX2-19" fmla="*/ 1200150 w 2343150"/>
                <a:gd name="connsiteY2-20" fmla="*/ 0 h 1306830"/>
                <a:gd name="connsiteX3-21" fmla="*/ 1200150 w 2343150"/>
                <a:gd name="connsiteY3-22" fmla="*/ 902970 h 1306830"/>
                <a:gd name="connsiteX4-23" fmla="*/ 0 w 2343150"/>
                <a:gd name="connsiteY4-24" fmla="*/ 906780 h 1306830"/>
                <a:gd name="connsiteX5-25" fmla="*/ 0 w 2343150"/>
                <a:gd name="connsiteY5-26" fmla="*/ 1303020 h 1306830"/>
                <a:gd name="connsiteX6-27" fmla="*/ 2343150 w 2343150"/>
                <a:gd name="connsiteY6-28" fmla="*/ 1306830 h 1306830"/>
                <a:gd name="connsiteX0-29" fmla="*/ 2343150 w 2343150"/>
                <a:gd name="connsiteY0-30" fmla="*/ 1306830 h 1306830"/>
                <a:gd name="connsiteX1-31" fmla="*/ 2343150 w 2343150"/>
                <a:gd name="connsiteY1-32" fmla="*/ 3810 h 1306830"/>
                <a:gd name="connsiteX2-33" fmla="*/ 1200150 w 2343150"/>
                <a:gd name="connsiteY2-34" fmla="*/ 0 h 1306830"/>
                <a:gd name="connsiteX3-35" fmla="*/ 1200150 w 2343150"/>
                <a:gd name="connsiteY3-36" fmla="*/ 902970 h 1306830"/>
                <a:gd name="connsiteX4-37" fmla="*/ 0 w 2343150"/>
                <a:gd name="connsiteY4-38" fmla="*/ 1303020 h 1306830"/>
                <a:gd name="connsiteX5-39" fmla="*/ 2343150 w 2343150"/>
                <a:gd name="connsiteY5-40" fmla="*/ 1306830 h 1306830"/>
                <a:gd name="connsiteX0-41" fmla="*/ 2343150 w 2343150"/>
                <a:gd name="connsiteY0-42" fmla="*/ 1306830 h 1306830"/>
                <a:gd name="connsiteX1-43" fmla="*/ 2343150 w 2343150"/>
                <a:gd name="connsiteY1-44" fmla="*/ 3810 h 1306830"/>
                <a:gd name="connsiteX2-45" fmla="*/ 1200150 w 2343150"/>
                <a:gd name="connsiteY2-46" fmla="*/ 0 h 1306830"/>
                <a:gd name="connsiteX3-47" fmla="*/ 0 w 2343150"/>
                <a:gd name="connsiteY3-48" fmla="*/ 1303020 h 1306830"/>
                <a:gd name="connsiteX4-49" fmla="*/ 2343150 w 2343150"/>
                <a:gd name="connsiteY4-50" fmla="*/ 1306830 h 1306830"/>
                <a:gd name="connsiteX0-51" fmla="*/ 1149350 w 1149350"/>
                <a:gd name="connsiteY0-52" fmla="*/ 1306830 h 1313298"/>
                <a:gd name="connsiteX1-53" fmla="*/ 1149350 w 1149350"/>
                <a:gd name="connsiteY1-54" fmla="*/ 3810 h 1313298"/>
                <a:gd name="connsiteX2-55" fmla="*/ 6350 w 1149350"/>
                <a:gd name="connsiteY2-56" fmla="*/ 0 h 1313298"/>
                <a:gd name="connsiteX3-57" fmla="*/ 0 w 1149350"/>
                <a:gd name="connsiteY3-58" fmla="*/ 1313298 h 1313298"/>
                <a:gd name="connsiteX4-59" fmla="*/ 1149350 w 1149350"/>
                <a:gd name="connsiteY4-60" fmla="*/ 1306830 h 13132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49350" h="1313298">
                  <a:moveTo>
                    <a:pt x="1149350" y="1306830"/>
                  </a:moveTo>
                  <a:lnTo>
                    <a:pt x="1149350" y="3810"/>
                  </a:lnTo>
                  <a:lnTo>
                    <a:pt x="6350" y="0"/>
                  </a:lnTo>
                  <a:cubicBezTo>
                    <a:pt x="4233" y="437766"/>
                    <a:pt x="2117" y="875532"/>
                    <a:pt x="0" y="1313298"/>
                  </a:cubicBezTo>
                  <a:lnTo>
                    <a:pt x="1149350" y="130683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Line 328"/>
            <p:cNvSpPr>
              <a:spLocks noChangeShapeType="1"/>
            </p:cNvSpPr>
            <p:nvPr/>
          </p:nvSpPr>
          <p:spPr bwMode="auto">
            <a:xfrm flipV="1">
              <a:off x="6663408" y="1817035"/>
              <a:ext cx="0" cy="1461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329"/>
            <p:cNvSpPr>
              <a:spLocks noChangeShapeType="1"/>
            </p:cNvSpPr>
            <p:nvPr/>
          </p:nvSpPr>
          <p:spPr bwMode="auto">
            <a:xfrm flipV="1">
              <a:off x="6320508" y="1884090"/>
              <a:ext cx="0" cy="1280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330"/>
            <p:cNvSpPr>
              <a:spLocks noChangeShapeType="1"/>
            </p:cNvSpPr>
            <p:nvPr/>
          </p:nvSpPr>
          <p:spPr bwMode="auto">
            <a:xfrm flipV="1">
              <a:off x="6996783" y="1884050"/>
              <a:ext cx="0" cy="127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0" name="Group 349"/>
            <p:cNvGrpSpPr/>
            <p:nvPr/>
          </p:nvGrpSpPr>
          <p:grpSpPr bwMode="auto">
            <a:xfrm rot="16200000">
              <a:off x="6627192" y="2945074"/>
              <a:ext cx="97299" cy="63500"/>
              <a:chOff x="2739" y="2729"/>
              <a:chExt cx="62" cy="40"/>
            </a:xfrm>
          </p:grpSpPr>
          <p:sp>
            <p:nvSpPr>
              <p:cNvPr id="191" name="Line 350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Line 351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1" name="Group 352"/>
            <p:cNvGrpSpPr/>
            <p:nvPr/>
          </p:nvGrpSpPr>
          <p:grpSpPr bwMode="auto">
            <a:xfrm rot="16200000">
              <a:off x="6611585" y="2252924"/>
              <a:ext cx="97299" cy="63500"/>
              <a:chOff x="2739" y="2729"/>
              <a:chExt cx="62" cy="40"/>
            </a:xfrm>
          </p:grpSpPr>
          <p:sp>
            <p:nvSpPr>
              <p:cNvPr id="189" name="Line 353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Line 354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2" name="Group 355"/>
            <p:cNvGrpSpPr/>
            <p:nvPr/>
          </p:nvGrpSpPr>
          <p:grpSpPr bwMode="auto">
            <a:xfrm rot="16200000">
              <a:off x="6609998" y="2756162"/>
              <a:ext cx="97299" cy="63500"/>
              <a:chOff x="2739" y="2729"/>
              <a:chExt cx="62" cy="40"/>
            </a:xfrm>
          </p:grpSpPr>
          <p:sp>
            <p:nvSpPr>
              <p:cNvPr id="187" name="Line 356"/>
              <p:cNvSpPr>
                <a:spLocks noChangeShapeType="1"/>
              </p:cNvSpPr>
              <p:nvPr/>
            </p:nvSpPr>
            <p:spPr bwMode="auto">
              <a:xfrm>
                <a:off x="2739" y="2730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" name="Line 357"/>
              <p:cNvSpPr>
                <a:spLocks noChangeShapeType="1"/>
              </p:cNvSpPr>
              <p:nvPr/>
            </p:nvSpPr>
            <p:spPr bwMode="auto">
              <a:xfrm>
                <a:off x="2801" y="2729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3" name="Group 359"/>
            <p:cNvGrpSpPr/>
            <p:nvPr/>
          </p:nvGrpSpPr>
          <p:grpSpPr bwMode="auto">
            <a:xfrm>
              <a:off x="6279233" y="2080941"/>
              <a:ext cx="90488" cy="905510"/>
              <a:chOff x="2650" y="1485"/>
              <a:chExt cx="57" cy="577"/>
            </a:xfrm>
          </p:grpSpPr>
          <p:sp>
            <p:nvSpPr>
              <p:cNvPr id="181" name="Line 360"/>
              <p:cNvSpPr>
                <a:spLocks noChangeShapeType="1"/>
              </p:cNvSpPr>
              <p:nvPr/>
            </p:nvSpPr>
            <p:spPr bwMode="auto">
              <a:xfrm>
                <a:off x="2652" y="1485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Line 361"/>
              <p:cNvSpPr>
                <a:spLocks noChangeShapeType="1"/>
              </p:cNvSpPr>
              <p:nvPr/>
            </p:nvSpPr>
            <p:spPr bwMode="auto">
              <a:xfrm>
                <a:off x="2651" y="1604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" name="Line 362"/>
              <p:cNvSpPr>
                <a:spLocks noChangeShapeType="1"/>
              </p:cNvSpPr>
              <p:nvPr/>
            </p:nvSpPr>
            <p:spPr bwMode="auto">
              <a:xfrm>
                <a:off x="2651" y="172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Line 363"/>
              <p:cNvSpPr>
                <a:spLocks noChangeShapeType="1"/>
              </p:cNvSpPr>
              <p:nvPr/>
            </p:nvSpPr>
            <p:spPr bwMode="auto">
              <a:xfrm>
                <a:off x="2650" y="184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Line 364"/>
              <p:cNvSpPr>
                <a:spLocks noChangeShapeType="1"/>
              </p:cNvSpPr>
              <p:nvPr/>
            </p:nvSpPr>
            <p:spPr bwMode="auto">
              <a:xfrm>
                <a:off x="2656" y="1950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Line 365"/>
              <p:cNvSpPr>
                <a:spLocks noChangeShapeType="1"/>
              </p:cNvSpPr>
              <p:nvPr/>
            </p:nvSpPr>
            <p:spPr bwMode="auto">
              <a:xfrm>
                <a:off x="2655" y="206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" name="Group 366"/>
            <p:cNvGrpSpPr/>
            <p:nvPr/>
          </p:nvGrpSpPr>
          <p:grpSpPr bwMode="auto">
            <a:xfrm>
              <a:off x="6944395" y="2088878"/>
              <a:ext cx="90488" cy="905510"/>
              <a:chOff x="2650" y="1485"/>
              <a:chExt cx="57" cy="577"/>
            </a:xfrm>
          </p:grpSpPr>
          <p:sp>
            <p:nvSpPr>
              <p:cNvPr id="175" name="Line 367"/>
              <p:cNvSpPr>
                <a:spLocks noChangeShapeType="1"/>
              </p:cNvSpPr>
              <p:nvPr/>
            </p:nvSpPr>
            <p:spPr bwMode="auto">
              <a:xfrm>
                <a:off x="2652" y="1485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Line 368"/>
              <p:cNvSpPr>
                <a:spLocks noChangeShapeType="1"/>
              </p:cNvSpPr>
              <p:nvPr/>
            </p:nvSpPr>
            <p:spPr bwMode="auto">
              <a:xfrm>
                <a:off x="2651" y="1604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369"/>
              <p:cNvSpPr>
                <a:spLocks noChangeShapeType="1"/>
              </p:cNvSpPr>
              <p:nvPr/>
            </p:nvSpPr>
            <p:spPr bwMode="auto">
              <a:xfrm>
                <a:off x="2651" y="172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370"/>
              <p:cNvSpPr>
                <a:spLocks noChangeShapeType="1"/>
              </p:cNvSpPr>
              <p:nvPr/>
            </p:nvSpPr>
            <p:spPr bwMode="auto">
              <a:xfrm>
                <a:off x="2650" y="184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" name="Line 371"/>
              <p:cNvSpPr>
                <a:spLocks noChangeShapeType="1"/>
              </p:cNvSpPr>
              <p:nvPr/>
            </p:nvSpPr>
            <p:spPr bwMode="auto">
              <a:xfrm>
                <a:off x="2656" y="1950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Line 372"/>
              <p:cNvSpPr>
                <a:spLocks noChangeShapeType="1"/>
              </p:cNvSpPr>
              <p:nvPr/>
            </p:nvSpPr>
            <p:spPr bwMode="auto">
              <a:xfrm>
                <a:off x="2655" y="2062"/>
                <a:ext cx="5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3" name="组合 192"/>
          <p:cNvGrpSpPr/>
          <p:nvPr/>
        </p:nvGrpSpPr>
        <p:grpSpPr>
          <a:xfrm>
            <a:off x="3964568" y="2848846"/>
            <a:ext cx="353419" cy="400262"/>
            <a:chOff x="6482070" y="2784235"/>
            <a:chExt cx="353419" cy="400262"/>
          </a:xfrm>
        </p:grpSpPr>
        <p:sp>
          <p:nvSpPr>
            <p:cNvPr id="194" name="Line 325"/>
            <p:cNvSpPr>
              <a:spLocks noChangeShapeType="1"/>
            </p:cNvSpPr>
            <p:nvPr/>
          </p:nvSpPr>
          <p:spPr bwMode="auto">
            <a:xfrm>
              <a:off x="6512233" y="2784316"/>
              <a:ext cx="0" cy="400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327"/>
            <p:cNvSpPr>
              <a:spLocks noChangeShapeType="1"/>
            </p:cNvSpPr>
            <p:nvPr/>
          </p:nvSpPr>
          <p:spPr bwMode="auto">
            <a:xfrm flipV="1">
              <a:off x="6810088" y="2784235"/>
              <a:ext cx="0" cy="390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6" name="Group 373"/>
            <p:cNvGrpSpPr/>
            <p:nvPr/>
          </p:nvGrpSpPr>
          <p:grpSpPr bwMode="auto">
            <a:xfrm>
              <a:off x="6482070" y="2928187"/>
              <a:ext cx="52388" cy="142810"/>
              <a:chOff x="2195" y="2018"/>
              <a:chExt cx="33" cy="91"/>
            </a:xfrm>
          </p:grpSpPr>
          <p:sp>
            <p:nvSpPr>
              <p:cNvPr id="200" name="Line 374"/>
              <p:cNvSpPr>
                <a:spLocks noChangeShapeType="1"/>
              </p:cNvSpPr>
              <p:nvPr/>
            </p:nvSpPr>
            <p:spPr bwMode="auto">
              <a:xfrm>
                <a:off x="2196" y="2018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Line 375"/>
              <p:cNvSpPr>
                <a:spLocks noChangeShapeType="1"/>
              </p:cNvSpPr>
              <p:nvPr/>
            </p:nvSpPr>
            <p:spPr bwMode="auto">
              <a:xfrm>
                <a:off x="2195" y="2109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7" name="Group 376"/>
            <p:cNvGrpSpPr/>
            <p:nvPr/>
          </p:nvGrpSpPr>
          <p:grpSpPr bwMode="auto">
            <a:xfrm>
              <a:off x="6783101" y="2925012"/>
              <a:ext cx="52388" cy="142810"/>
              <a:chOff x="2195" y="2018"/>
              <a:chExt cx="33" cy="91"/>
            </a:xfrm>
          </p:grpSpPr>
          <p:sp>
            <p:nvSpPr>
              <p:cNvPr id="198" name="Line 377"/>
              <p:cNvSpPr>
                <a:spLocks noChangeShapeType="1"/>
              </p:cNvSpPr>
              <p:nvPr/>
            </p:nvSpPr>
            <p:spPr bwMode="auto">
              <a:xfrm>
                <a:off x="2196" y="2018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378"/>
              <p:cNvSpPr>
                <a:spLocks noChangeShapeType="1"/>
              </p:cNvSpPr>
              <p:nvPr/>
            </p:nvSpPr>
            <p:spPr bwMode="auto">
              <a:xfrm>
                <a:off x="2195" y="2109"/>
                <a:ext cx="3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202" name="直接连接符 201"/>
          <p:cNvCxnSpPr/>
          <p:nvPr/>
        </p:nvCxnSpPr>
        <p:spPr>
          <a:xfrm flipH="1" flipV="1">
            <a:off x="2302034" y="3606606"/>
            <a:ext cx="7938" cy="10747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Line 385"/>
          <p:cNvSpPr>
            <a:spLocks noChangeShapeType="1"/>
          </p:cNvSpPr>
          <p:nvPr/>
        </p:nvSpPr>
        <p:spPr bwMode="auto">
          <a:xfrm>
            <a:off x="3638674" y="2837919"/>
            <a:ext cx="102335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41"/>
          <p:cNvGrpSpPr/>
          <p:nvPr/>
        </p:nvGrpSpPr>
        <p:grpSpPr bwMode="auto">
          <a:xfrm>
            <a:off x="4641752" y="2246350"/>
            <a:ext cx="1658938" cy="781050"/>
            <a:chOff x="2070" y="2080"/>
            <a:chExt cx="1045" cy="492"/>
          </a:xfrm>
        </p:grpSpPr>
        <p:sp>
          <p:nvSpPr>
            <p:cNvPr id="16" name="Line 127"/>
            <p:cNvSpPr>
              <a:spLocks noChangeShapeType="1"/>
            </p:cNvSpPr>
            <p:nvPr/>
          </p:nvSpPr>
          <p:spPr bwMode="auto">
            <a:xfrm flipH="1">
              <a:off x="2070" y="2222"/>
              <a:ext cx="324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Text Box 128"/>
            <p:cNvSpPr txBox="1">
              <a:spLocks noChangeArrowheads="1"/>
            </p:cNvSpPr>
            <p:nvPr/>
          </p:nvSpPr>
          <p:spPr bwMode="auto">
            <a:xfrm>
              <a:off x="2350" y="2080"/>
              <a:ext cx="7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不画切线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4" grpId="0" animBg="1"/>
      <p:bldP spid="94" grpId="1" animBg="1"/>
      <p:bldP spid="95" grpId="0" animBg="1"/>
      <p:bldP spid="95" grpId="1" animBg="1"/>
      <p:bldP spid="96" grpId="0" animBg="1"/>
      <p:bldP spid="161" grpId="0" animBg="1"/>
      <p:bldP spid="162" grpId="0" animBg="1"/>
      <p:bldP spid="20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63"/>
          <p:cNvSpPr/>
          <p:nvPr/>
        </p:nvSpPr>
        <p:spPr>
          <a:xfrm>
            <a:off x="359532" y="584684"/>
            <a:ext cx="1252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相交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755576" y="980728"/>
            <a:ext cx="756084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当两个表面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相交时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，应画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出交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线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75" y="2060848"/>
            <a:ext cx="4043642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 descr="E:\1-制图\教材\机类教材\第2版\第10章\抓图\图10-7a实体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403" y="3062412"/>
            <a:ext cx="2552031" cy="209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0" name="直接连接符 229"/>
          <p:cNvCxnSpPr/>
          <p:nvPr/>
        </p:nvCxnSpPr>
        <p:spPr>
          <a:xfrm flipV="1">
            <a:off x="6679282" y="4408537"/>
            <a:ext cx="0" cy="57606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flipV="1">
            <a:off x="2051720" y="2834648"/>
            <a:ext cx="0" cy="4975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 flipV="1">
            <a:off x="4535996" y="2813658"/>
            <a:ext cx="0" cy="4975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flipV="1">
            <a:off x="3695712" y="2834648"/>
            <a:ext cx="0" cy="4975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140"/>
          <p:cNvGrpSpPr/>
          <p:nvPr/>
        </p:nvGrpSpPr>
        <p:grpSpPr bwMode="auto">
          <a:xfrm>
            <a:off x="5651351" y="4868390"/>
            <a:ext cx="1173163" cy="1204913"/>
            <a:chOff x="22" y="1317"/>
            <a:chExt cx="739" cy="759"/>
          </a:xfrm>
        </p:grpSpPr>
        <p:sp>
          <p:nvSpPr>
            <p:cNvPr id="243" name="Line 119"/>
            <p:cNvSpPr>
              <a:spLocks noChangeShapeType="1"/>
            </p:cNvSpPr>
            <p:nvPr/>
          </p:nvSpPr>
          <p:spPr bwMode="auto">
            <a:xfrm flipV="1">
              <a:off x="249" y="1317"/>
              <a:ext cx="421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4" name="Text Box 120"/>
            <p:cNvSpPr txBox="1">
              <a:spLocks noChangeArrowheads="1"/>
            </p:cNvSpPr>
            <p:nvPr/>
          </p:nvSpPr>
          <p:spPr bwMode="auto">
            <a:xfrm>
              <a:off x="22" y="1843"/>
              <a:ext cx="73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交线</a:t>
              </a:r>
            </a:p>
          </p:txBody>
        </p:sp>
      </p:grpSp>
      <p:sp>
        <p:nvSpPr>
          <p:cNvPr id="245" name="Line 72"/>
          <p:cNvSpPr>
            <a:spLocks noChangeShapeType="1"/>
          </p:cNvSpPr>
          <p:nvPr/>
        </p:nvSpPr>
        <p:spPr bwMode="auto">
          <a:xfrm flipV="1">
            <a:off x="2047148" y="3332156"/>
            <a:ext cx="0" cy="1496952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" name="Oval 204"/>
          <p:cNvSpPr>
            <a:spLocks noChangeArrowheads="1"/>
          </p:cNvSpPr>
          <p:nvPr/>
        </p:nvSpPr>
        <p:spPr bwMode="auto">
          <a:xfrm rot="16200000">
            <a:off x="2009048" y="4791008"/>
            <a:ext cx="60325" cy="60325"/>
          </a:xfrm>
          <a:prstGeom prst="ellipse">
            <a:avLst/>
          </a:prstGeom>
          <a:solidFill>
            <a:schemeClr val="bg1"/>
          </a:solidFill>
          <a:ln w="2857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/>
      <p:bldP spid="232" grpId="0"/>
      <p:bldP spid="245" grpId="0" animBg="1"/>
      <p:bldP spid="2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39552" y="692696"/>
            <a:ext cx="6984776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en-US" altLang="zh-CN" sz="3400" b="1" dirty="0">
                <a:latin typeface="黑体" panose="02010609060101010101" pitchFamily="49" charset="-122"/>
                <a:ea typeface="黑体" panose="02010609060101010101" pitchFamily="49" charset="-122"/>
              </a:rPr>
              <a:t>10.2 </a:t>
            </a:r>
            <a:r>
              <a:rPr kumimoji="1" lang="zh-CN" altLang="en-US" sz="3400" b="1" dirty="0">
                <a:latin typeface="黑体" panose="02010609060101010101" pitchFamily="49" charset="-122"/>
                <a:ea typeface="黑体" panose="02010609060101010101" pitchFamily="49" charset="-122"/>
              </a:rPr>
              <a:t>组合体的绘图方法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353666" y="1412776"/>
            <a:ext cx="8754838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10.2.1 </a:t>
            </a:r>
            <a:r>
              <a:rPr lang="zh-CN" altLang="en-US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叠加式组合体的绘图方法</a:t>
            </a:r>
          </a:p>
        </p:txBody>
      </p:sp>
      <p:sp>
        <p:nvSpPr>
          <p:cNvPr id="17" name="Rectangle 63"/>
          <p:cNvSpPr/>
          <p:nvPr/>
        </p:nvSpPr>
        <p:spPr>
          <a:xfrm>
            <a:off x="353666" y="1946325"/>
            <a:ext cx="2334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形体分析法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2"/>
          <p:cNvSpPr/>
          <p:nvPr/>
        </p:nvSpPr>
        <p:spPr>
          <a:xfrm>
            <a:off x="684000" y="2470314"/>
            <a:ext cx="820848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将组合体分解为若干个简单的形体，分析出这些简单形体各自的形状、组合方式和彼此之间的相对位置，并分析出表面的过渡关系，从而正确理解并表达组合体的结构。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63"/>
          <p:cNvSpPr/>
          <p:nvPr/>
        </p:nvSpPr>
        <p:spPr>
          <a:xfrm>
            <a:off x="353666" y="3857992"/>
            <a:ext cx="1973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绘图步骤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 42"/>
          <p:cNvSpPr/>
          <p:nvPr/>
        </p:nvSpPr>
        <p:spPr>
          <a:xfrm>
            <a:off x="1187624" y="4437112"/>
            <a:ext cx="5670376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形体分析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布置视图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细实线画底稿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描粗结果线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Box 3"/>
          <p:cNvSpPr txBox="1">
            <a:spLocks noChangeArrowheads="1"/>
          </p:cNvSpPr>
          <p:nvPr/>
        </p:nvSpPr>
        <p:spPr bwMode="auto">
          <a:xfrm>
            <a:off x="190517" y="735930"/>
            <a:ext cx="6521450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绘制轴承座的三视图。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6" y="1607615"/>
            <a:ext cx="2533716" cy="246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Text Box 120"/>
          <p:cNvSpPr txBox="1">
            <a:spLocks noChangeArrowheads="1"/>
          </p:cNvSpPr>
          <p:nvPr/>
        </p:nvSpPr>
        <p:spPr bwMode="auto">
          <a:xfrm>
            <a:off x="3563888" y="1407560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形体分析：</a:t>
            </a:r>
          </a:p>
        </p:txBody>
      </p:sp>
      <p:sp>
        <p:nvSpPr>
          <p:cNvPr id="82" name="Rectangle 103"/>
          <p:cNvSpPr>
            <a:spLocks noChangeArrowheads="1"/>
          </p:cNvSpPr>
          <p:nvPr/>
        </p:nvSpPr>
        <p:spPr bwMode="auto">
          <a:xfrm>
            <a:off x="3992163" y="1888058"/>
            <a:ext cx="27248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形体的组成部分</a:t>
            </a:r>
          </a:p>
        </p:txBody>
      </p:sp>
      <p:sp>
        <p:nvSpPr>
          <p:cNvPr id="83" name="Rectangle 103"/>
          <p:cNvSpPr>
            <a:spLocks noChangeArrowheads="1"/>
          </p:cNvSpPr>
          <p:nvPr/>
        </p:nvSpPr>
        <p:spPr bwMode="auto">
          <a:xfrm>
            <a:off x="467542" y="4408338"/>
            <a:ext cx="27248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各组成形体的相对位置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411" y="2320106"/>
            <a:ext cx="2696120" cy="3299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Group 389"/>
          <p:cNvGrpSpPr/>
          <p:nvPr/>
        </p:nvGrpSpPr>
        <p:grpSpPr bwMode="auto">
          <a:xfrm>
            <a:off x="8076459" y="4263872"/>
            <a:ext cx="906463" cy="604838"/>
            <a:chOff x="4174" y="2481"/>
            <a:chExt cx="571" cy="381"/>
          </a:xfrm>
        </p:grpSpPr>
        <p:sp>
          <p:nvSpPr>
            <p:cNvPr id="92" name="Text Box 383"/>
            <p:cNvSpPr txBox="1">
              <a:spLocks noChangeArrowheads="1"/>
            </p:cNvSpPr>
            <p:nvPr/>
          </p:nvSpPr>
          <p:spPr bwMode="auto">
            <a:xfrm>
              <a:off x="4246" y="2649"/>
              <a:ext cx="49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肋板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" name="Line 388"/>
            <p:cNvSpPr>
              <a:spLocks noChangeShapeType="1"/>
            </p:cNvSpPr>
            <p:nvPr/>
          </p:nvSpPr>
          <p:spPr bwMode="auto">
            <a:xfrm flipH="1" flipV="1">
              <a:off x="4174" y="2481"/>
              <a:ext cx="12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7" name="Group 389"/>
          <p:cNvGrpSpPr/>
          <p:nvPr/>
        </p:nvGrpSpPr>
        <p:grpSpPr bwMode="auto">
          <a:xfrm>
            <a:off x="6684483" y="5488458"/>
            <a:ext cx="906463" cy="604838"/>
            <a:chOff x="4174" y="2481"/>
            <a:chExt cx="571" cy="381"/>
          </a:xfrm>
        </p:grpSpPr>
        <p:sp>
          <p:nvSpPr>
            <p:cNvPr id="98" name="Text Box 383"/>
            <p:cNvSpPr txBox="1">
              <a:spLocks noChangeArrowheads="1"/>
            </p:cNvSpPr>
            <p:nvPr/>
          </p:nvSpPr>
          <p:spPr bwMode="auto">
            <a:xfrm>
              <a:off x="4246" y="2649"/>
              <a:ext cx="49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底板</a:t>
              </a:r>
            </a:p>
          </p:txBody>
        </p:sp>
        <p:sp>
          <p:nvSpPr>
            <p:cNvPr id="99" name="Line 388"/>
            <p:cNvSpPr>
              <a:spLocks noChangeShapeType="1"/>
            </p:cNvSpPr>
            <p:nvPr/>
          </p:nvSpPr>
          <p:spPr bwMode="auto">
            <a:xfrm flipH="1" flipV="1">
              <a:off x="4174" y="2481"/>
              <a:ext cx="12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0" name="Group 389"/>
          <p:cNvGrpSpPr/>
          <p:nvPr/>
        </p:nvGrpSpPr>
        <p:grpSpPr bwMode="auto">
          <a:xfrm>
            <a:off x="4568830" y="4192437"/>
            <a:ext cx="1516063" cy="676276"/>
            <a:chOff x="4246" y="2436"/>
            <a:chExt cx="955" cy="426"/>
          </a:xfrm>
        </p:grpSpPr>
        <p:sp>
          <p:nvSpPr>
            <p:cNvPr id="101" name="Text Box 383"/>
            <p:cNvSpPr txBox="1">
              <a:spLocks noChangeArrowheads="1"/>
            </p:cNvSpPr>
            <p:nvPr/>
          </p:nvSpPr>
          <p:spPr bwMode="auto">
            <a:xfrm>
              <a:off x="4246" y="2649"/>
              <a:ext cx="49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肋板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2" name="Line 388"/>
            <p:cNvSpPr>
              <a:spLocks noChangeShapeType="1"/>
            </p:cNvSpPr>
            <p:nvPr/>
          </p:nvSpPr>
          <p:spPr bwMode="auto">
            <a:xfrm flipV="1">
              <a:off x="4656" y="2436"/>
              <a:ext cx="545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" name="Group 389"/>
          <p:cNvGrpSpPr/>
          <p:nvPr/>
        </p:nvGrpSpPr>
        <p:grpSpPr bwMode="auto">
          <a:xfrm>
            <a:off x="4930853" y="2836985"/>
            <a:ext cx="936626" cy="801688"/>
            <a:chOff x="4242" y="2353"/>
            <a:chExt cx="590" cy="505"/>
          </a:xfrm>
        </p:grpSpPr>
        <p:sp>
          <p:nvSpPr>
            <p:cNvPr id="104" name="Text Box 383"/>
            <p:cNvSpPr txBox="1">
              <a:spLocks noChangeArrowheads="1"/>
            </p:cNvSpPr>
            <p:nvPr/>
          </p:nvSpPr>
          <p:spPr bwMode="auto">
            <a:xfrm>
              <a:off x="4242" y="2645"/>
              <a:ext cx="49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圆筒</a:t>
              </a:r>
            </a:p>
          </p:txBody>
        </p:sp>
        <p:sp>
          <p:nvSpPr>
            <p:cNvPr id="105" name="Line 388"/>
            <p:cNvSpPr>
              <a:spLocks noChangeShapeType="1"/>
            </p:cNvSpPr>
            <p:nvPr/>
          </p:nvSpPr>
          <p:spPr bwMode="auto">
            <a:xfrm flipV="1">
              <a:off x="4513" y="2353"/>
              <a:ext cx="319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6" name="Group 389"/>
          <p:cNvGrpSpPr/>
          <p:nvPr/>
        </p:nvGrpSpPr>
        <p:grpSpPr bwMode="auto">
          <a:xfrm>
            <a:off x="7308427" y="2102942"/>
            <a:ext cx="1122363" cy="504825"/>
            <a:chOff x="4038" y="2649"/>
            <a:chExt cx="707" cy="318"/>
          </a:xfrm>
        </p:grpSpPr>
        <p:sp>
          <p:nvSpPr>
            <p:cNvPr id="107" name="Text Box 383"/>
            <p:cNvSpPr txBox="1">
              <a:spLocks noChangeArrowheads="1"/>
            </p:cNvSpPr>
            <p:nvPr/>
          </p:nvSpPr>
          <p:spPr bwMode="auto">
            <a:xfrm>
              <a:off x="4246" y="2649"/>
              <a:ext cx="49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凸台</a:t>
              </a:r>
            </a:p>
          </p:txBody>
        </p:sp>
        <p:sp>
          <p:nvSpPr>
            <p:cNvPr id="108" name="Line 388"/>
            <p:cNvSpPr>
              <a:spLocks noChangeShapeType="1"/>
            </p:cNvSpPr>
            <p:nvPr/>
          </p:nvSpPr>
          <p:spPr bwMode="auto">
            <a:xfrm flipH="1">
              <a:off x="4038" y="2769"/>
              <a:ext cx="258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9" name="Rectangle 103"/>
          <p:cNvSpPr>
            <a:spLocks noChangeArrowheads="1"/>
          </p:cNvSpPr>
          <p:nvPr/>
        </p:nvSpPr>
        <p:spPr bwMode="auto">
          <a:xfrm>
            <a:off x="467542" y="5157192"/>
            <a:ext cx="27248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各表面的过渡关系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1889A-5257-4B91-9352-5A42A3AB2266}"/>
              </a:ext>
            </a:extLst>
          </p:cNvPr>
          <p:cNvSpPr/>
          <p:nvPr/>
        </p:nvSpPr>
        <p:spPr bwMode="auto">
          <a:xfrm>
            <a:off x="6876256" y="2102942"/>
            <a:ext cx="1393878" cy="73404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  <p:bldP spid="10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 hidden="1"/>
          <p:cNvSpPr/>
          <p:nvPr/>
        </p:nvSpPr>
        <p:spPr>
          <a:xfrm>
            <a:off x="3789681" y="3500120"/>
            <a:ext cx="3002280" cy="365760"/>
          </a:xfrm>
          <a:custGeom>
            <a:avLst/>
            <a:gdLst>
              <a:gd name="connsiteX0" fmla="*/ 0 w 2987040"/>
              <a:gd name="connsiteY0" fmla="*/ 10160 h 381000"/>
              <a:gd name="connsiteX1" fmla="*/ 2981960 w 2987040"/>
              <a:gd name="connsiteY1" fmla="*/ 0 h 381000"/>
              <a:gd name="connsiteX2" fmla="*/ 2987040 w 2987040"/>
              <a:gd name="connsiteY2" fmla="*/ 370840 h 381000"/>
              <a:gd name="connsiteX3" fmla="*/ 2123440 w 2987040"/>
              <a:gd name="connsiteY3" fmla="*/ 381000 h 381000"/>
              <a:gd name="connsiteX4" fmla="*/ 2128520 w 2987040"/>
              <a:gd name="connsiteY4" fmla="*/ 213360 h 381000"/>
              <a:gd name="connsiteX5" fmla="*/ 838200 w 2987040"/>
              <a:gd name="connsiteY5" fmla="*/ 208280 h 381000"/>
              <a:gd name="connsiteX6" fmla="*/ 843280 w 2987040"/>
              <a:gd name="connsiteY6" fmla="*/ 365760 h 381000"/>
              <a:gd name="connsiteX7" fmla="*/ 10160 w 2987040"/>
              <a:gd name="connsiteY7" fmla="*/ 370840 h 381000"/>
              <a:gd name="connsiteX8" fmla="*/ 0 w 2987040"/>
              <a:gd name="connsiteY8" fmla="*/ 10160 h 381000"/>
              <a:gd name="connsiteX0-1" fmla="*/ 0 w 2987040"/>
              <a:gd name="connsiteY0-2" fmla="*/ 10160 h 381000"/>
              <a:gd name="connsiteX1-3" fmla="*/ 2981960 w 2987040"/>
              <a:gd name="connsiteY1-4" fmla="*/ 0 h 381000"/>
              <a:gd name="connsiteX2-5" fmla="*/ 2987040 w 2987040"/>
              <a:gd name="connsiteY2-6" fmla="*/ 370840 h 381000"/>
              <a:gd name="connsiteX3-7" fmla="*/ 2123440 w 2987040"/>
              <a:gd name="connsiteY3-8" fmla="*/ 381000 h 381000"/>
              <a:gd name="connsiteX4-9" fmla="*/ 2128520 w 2987040"/>
              <a:gd name="connsiteY4-10" fmla="*/ 213360 h 381000"/>
              <a:gd name="connsiteX5-11" fmla="*/ 838200 w 2987040"/>
              <a:gd name="connsiteY5-12" fmla="*/ 208280 h 381000"/>
              <a:gd name="connsiteX6-13" fmla="*/ 853440 w 2987040"/>
              <a:gd name="connsiteY6-14" fmla="*/ 223520 h 381000"/>
              <a:gd name="connsiteX7-15" fmla="*/ 843280 w 2987040"/>
              <a:gd name="connsiteY7-16" fmla="*/ 365760 h 381000"/>
              <a:gd name="connsiteX8-17" fmla="*/ 10160 w 2987040"/>
              <a:gd name="connsiteY8-18" fmla="*/ 370840 h 381000"/>
              <a:gd name="connsiteX9" fmla="*/ 0 w 2987040"/>
              <a:gd name="connsiteY9" fmla="*/ 10160 h 381000"/>
              <a:gd name="connsiteX0-19" fmla="*/ 0 w 2987040"/>
              <a:gd name="connsiteY0-20" fmla="*/ 10160 h 381000"/>
              <a:gd name="connsiteX1-21" fmla="*/ 2981960 w 2987040"/>
              <a:gd name="connsiteY1-22" fmla="*/ 0 h 381000"/>
              <a:gd name="connsiteX2-23" fmla="*/ 2987040 w 2987040"/>
              <a:gd name="connsiteY2-24" fmla="*/ 370840 h 381000"/>
              <a:gd name="connsiteX3-25" fmla="*/ 2123440 w 2987040"/>
              <a:gd name="connsiteY3-26" fmla="*/ 381000 h 381000"/>
              <a:gd name="connsiteX4-27" fmla="*/ 2128520 w 2987040"/>
              <a:gd name="connsiteY4-28" fmla="*/ 213360 h 381000"/>
              <a:gd name="connsiteX5-29" fmla="*/ 838200 w 2987040"/>
              <a:gd name="connsiteY5-30" fmla="*/ 208280 h 381000"/>
              <a:gd name="connsiteX6-31" fmla="*/ 838200 w 2987040"/>
              <a:gd name="connsiteY6-32" fmla="*/ 223520 h 381000"/>
              <a:gd name="connsiteX7-33" fmla="*/ 843280 w 2987040"/>
              <a:gd name="connsiteY7-34" fmla="*/ 365760 h 381000"/>
              <a:gd name="connsiteX8-35" fmla="*/ 10160 w 2987040"/>
              <a:gd name="connsiteY8-36" fmla="*/ 370840 h 381000"/>
              <a:gd name="connsiteX9-37" fmla="*/ 0 w 2987040"/>
              <a:gd name="connsiteY9-38" fmla="*/ 10160 h 381000"/>
              <a:gd name="connsiteX0-39" fmla="*/ 0 w 2987040"/>
              <a:gd name="connsiteY0-40" fmla="*/ 10160 h 381000"/>
              <a:gd name="connsiteX1-41" fmla="*/ 2981960 w 2987040"/>
              <a:gd name="connsiteY1-42" fmla="*/ 0 h 381000"/>
              <a:gd name="connsiteX2-43" fmla="*/ 2987040 w 2987040"/>
              <a:gd name="connsiteY2-44" fmla="*/ 370840 h 381000"/>
              <a:gd name="connsiteX3-45" fmla="*/ 2123440 w 2987040"/>
              <a:gd name="connsiteY3-46" fmla="*/ 381000 h 381000"/>
              <a:gd name="connsiteX4-47" fmla="*/ 2128520 w 2987040"/>
              <a:gd name="connsiteY4-48" fmla="*/ 213360 h 381000"/>
              <a:gd name="connsiteX5-49" fmla="*/ 838200 w 2987040"/>
              <a:gd name="connsiteY5-50" fmla="*/ 208280 h 381000"/>
              <a:gd name="connsiteX6-51" fmla="*/ 838200 w 2987040"/>
              <a:gd name="connsiteY6-52" fmla="*/ 223520 h 381000"/>
              <a:gd name="connsiteX7-53" fmla="*/ 822960 w 2987040"/>
              <a:gd name="connsiteY7-54" fmla="*/ 365760 h 381000"/>
              <a:gd name="connsiteX8-55" fmla="*/ 10160 w 2987040"/>
              <a:gd name="connsiteY8-56" fmla="*/ 370840 h 381000"/>
              <a:gd name="connsiteX9-57" fmla="*/ 0 w 2987040"/>
              <a:gd name="connsiteY9-58" fmla="*/ 10160 h 381000"/>
              <a:gd name="connsiteX0-59" fmla="*/ 0 w 2987040"/>
              <a:gd name="connsiteY0-60" fmla="*/ 10160 h 381000"/>
              <a:gd name="connsiteX1-61" fmla="*/ 2981960 w 2987040"/>
              <a:gd name="connsiteY1-62" fmla="*/ 0 h 381000"/>
              <a:gd name="connsiteX2-63" fmla="*/ 2987040 w 2987040"/>
              <a:gd name="connsiteY2-64" fmla="*/ 370840 h 381000"/>
              <a:gd name="connsiteX3-65" fmla="*/ 2123440 w 2987040"/>
              <a:gd name="connsiteY3-66" fmla="*/ 381000 h 381000"/>
              <a:gd name="connsiteX4-67" fmla="*/ 2128520 w 2987040"/>
              <a:gd name="connsiteY4-68" fmla="*/ 213360 h 381000"/>
              <a:gd name="connsiteX5-69" fmla="*/ 838200 w 2987040"/>
              <a:gd name="connsiteY5-70" fmla="*/ 208280 h 381000"/>
              <a:gd name="connsiteX6-71" fmla="*/ 838200 w 2987040"/>
              <a:gd name="connsiteY6-72" fmla="*/ 223520 h 381000"/>
              <a:gd name="connsiteX7-73" fmla="*/ 838200 w 2987040"/>
              <a:gd name="connsiteY7-74" fmla="*/ 365760 h 381000"/>
              <a:gd name="connsiteX8-75" fmla="*/ 10160 w 2987040"/>
              <a:gd name="connsiteY8-76" fmla="*/ 370840 h 381000"/>
              <a:gd name="connsiteX9-77" fmla="*/ 0 w 2987040"/>
              <a:gd name="connsiteY9-78" fmla="*/ 10160 h 381000"/>
              <a:gd name="connsiteX0-79" fmla="*/ 10160 w 2997200"/>
              <a:gd name="connsiteY0-80" fmla="*/ 10160 h 381000"/>
              <a:gd name="connsiteX1-81" fmla="*/ 2992120 w 2997200"/>
              <a:gd name="connsiteY1-82" fmla="*/ 0 h 381000"/>
              <a:gd name="connsiteX2-83" fmla="*/ 2997200 w 2997200"/>
              <a:gd name="connsiteY2-84" fmla="*/ 370840 h 381000"/>
              <a:gd name="connsiteX3-85" fmla="*/ 2133600 w 2997200"/>
              <a:gd name="connsiteY3-86" fmla="*/ 381000 h 381000"/>
              <a:gd name="connsiteX4-87" fmla="*/ 2138680 w 2997200"/>
              <a:gd name="connsiteY4-88" fmla="*/ 213360 h 381000"/>
              <a:gd name="connsiteX5-89" fmla="*/ 848360 w 2997200"/>
              <a:gd name="connsiteY5-90" fmla="*/ 208280 h 381000"/>
              <a:gd name="connsiteX6-91" fmla="*/ 848360 w 2997200"/>
              <a:gd name="connsiteY6-92" fmla="*/ 223520 h 381000"/>
              <a:gd name="connsiteX7-93" fmla="*/ 848360 w 2997200"/>
              <a:gd name="connsiteY7-94" fmla="*/ 365760 h 381000"/>
              <a:gd name="connsiteX8-95" fmla="*/ 0 w 2997200"/>
              <a:gd name="connsiteY8-96" fmla="*/ 370840 h 381000"/>
              <a:gd name="connsiteX9-97" fmla="*/ 10160 w 2997200"/>
              <a:gd name="connsiteY9-98" fmla="*/ 10160 h 381000"/>
              <a:gd name="connsiteX0-99" fmla="*/ 0 w 2987040"/>
              <a:gd name="connsiteY0-100" fmla="*/ 10160 h 381000"/>
              <a:gd name="connsiteX1-101" fmla="*/ 2981960 w 2987040"/>
              <a:gd name="connsiteY1-102" fmla="*/ 0 h 381000"/>
              <a:gd name="connsiteX2-103" fmla="*/ 2987040 w 2987040"/>
              <a:gd name="connsiteY2-104" fmla="*/ 370840 h 381000"/>
              <a:gd name="connsiteX3-105" fmla="*/ 2123440 w 2987040"/>
              <a:gd name="connsiteY3-106" fmla="*/ 381000 h 381000"/>
              <a:gd name="connsiteX4-107" fmla="*/ 2128520 w 2987040"/>
              <a:gd name="connsiteY4-108" fmla="*/ 213360 h 381000"/>
              <a:gd name="connsiteX5-109" fmla="*/ 838200 w 2987040"/>
              <a:gd name="connsiteY5-110" fmla="*/ 208280 h 381000"/>
              <a:gd name="connsiteX6-111" fmla="*/ 838200 w 2987040"/>
              <a:gd name="connsiteY6-112" fmla="*/ 223520 h 381000"/>
              <a:gd name="connsiteX7-113" fmla="*/ 838200 w 2987040"/>
              <a:gd name="connsiteY7-114" fmla="*/ 365760 h 381000"/>
              <a:gd name="connsiteX8-115" fmla="*/ 0 w 2987040"/>
              <a:gd name="connsiteY8-116" fmla="*/ 370840 h 381000"/>
              <a:gd name="connsiteX9-117" fmla="*/ 0 w 2987040"/>
              <a:gd name="connsiteY9-118" fmla="*/ 10160 h 381000"/>
              <a:gd name="connsiteX0-119" fmla="*/ 0 w 2987040"/>
              <a:gd name="connsiteY0-120" fmla="*/ 10160 h 381000"/>
              <a:gd name="connsiteX1-121" fmla="*/ 2981960 w 2987040"/>
              <a:gd name="connsiteY1-122" fmla="*/ 0 h 381000"/>
              <a:gd name="connsiteX2-123" fmla="*/ 2987040 w 2987040"/>
              <a:gd name="connsiteY2-124" fmla="*/ 370840 h 381000"/>
              <a:gd name="connsiteX3-125" fmla="*/ 2138680 w 2987040"/>
              <a:gd name="connsiteY3-126" fmla="*/ 381000 h 381000"/>
              <a:gd name="connsiteX4-127" fmla="*/ 2128520 w 2987040"/>
              <a:gd name="connsiteY4-128" fmla="*/ 213360 h 381000"/>
              <a:gd name="connsiteX5-129" fmla="*/ 838200 w 2987040"/>
              <a:gd name="connsiteY5-130" fmla="*/ 208280 h 381000"/>
              <a:gd name="connsiteX6-131" fmla="*/ 838200 w 2987040"/>
              <a:gd name="connsiteY6-132" fmla="*/ 223520 h 381000"/>
              <a:gd name="connsiteX7-133" fmla="*/ 838200 w 2987040"/>
              <a:gd name="connsiteY7-134" fmla="*/ 365760 h 381000"/>
              <a:gd name="connsiteX8-135" fmla="*/ 0 w 2987040"/>
              <a:gd name="connsiteY8-136" fmla="*/ 370840 h 381000"/>
              <a:gd name="connsiteX9-137" fmla="*/ 0 w 2987040"/>
              <a:gd name="connsiteY9-138" fmla="*/ 10160 h 381000"/>
              <a:gd name="connsiteX0-139" fmla="*/ 0 w 2987040"/>
              <a:gd name="connsiteY0-140" fmla="*/ 10160 h 381000"/>
              <a:gd name="connsiteX1-141" fmla="*/ 2981960 w 2987040"/>
              <a:gd name="connsiteY1-142" fmla="*/ 0 h 381000"/>
              <a:gd name="connsiteX2-143" fmla="*/ 2987040 w 2987040"/>
              <a:gd name="connsiteY2-144" fmla="*/ 370840 h 381000"/>
              <a:gd name="connsiteX3-145" fmla="*/ 2118360 w 2987040"/>
              <a:gd name="connsiteY3-146" fmla="*/ 381000 h 381000"/>
              <a:gd name="connsiteX4-147" fmla="*/ 2128520 w 2987040"/>
              <a:gd name="connsiteY4-148" fmla="*/ 213360 h 381000"/>
              <a:gd name="connsiteX5-149" fmla="*/ 838200 w 2987040"/>
              <a:gd name="connsiteY5-150" fmla="*/ 208280 h 381000"/>
              <a:gd name="connsiteX6-151" fmla="*/ 838200 w 2987040"/>
              <a:gd name="connsiteY6-152" fmla="*/ 223520 h 381000"/>
              <a:gd name="connsiteX7-153" fmla="*/ 838200 w 2987040"/>
              <a:gd name="connsiteY7-154" fmla="*/ 365760 h 381000"/>
              <a:gd name="connsiteX8-155" fmla="*/ 0 w 2987040"/>
              <a:gd name="connsiteY8-156" fmla="*/ 370840 h 381000"/>
              <a:gd name="connsiteX9-157" fmla="*/ 0 w 2987040"/>
              <a:gd name="connsiteY9-158" fmla="*/ 10160 h 381000"/>
              <a:gd name="connsiteX0-159" fmla="*/ 0 w 2987040"/>
              <a:gd name="connsiteY0-160" fmla="*/ 10160 h 375920"/>
              <a:gd name="connsiteX1-161" fmla="*/ 2981960 w 2987040"/>
              <a:gd name="connsiteY1-162" fmla="*/ 0 h 375920"/>
              <a:gd name="connsiteX2-163" fmla="*/ 2987040 w 2987040"/>
              <a:gd name="connsiteY2-164" fmla="*/ 370840 h 375920"/>
              <a:gd name="connsiteX3-165" fmla="*/ 2133600 w 2987040"/>
              <a:gd name="connsiteY3-166" fmla="*/ 375920 h 375920"/>
              <a:gd name="connsiteX4-167" fmla="*/ 2128520 w 2987040"/>
              <a:gd name="connsiteY4-168" fmla="*/ 213360 h 375920"/>
              <a:gd name="connsiteX5-169" fmla="*/ 838200 w 2987040"/>
              <a:gd name="connsiteY5-170" fmla="*/ 208280 h 375920"/>
              <a:gd name="connsiteX6-171" fmla="*/ 838200 w 2987040"/>
              <a:gd name="connsiteY6-172" fmla="*/ 223520 h 375920"/>
              <a:gd name="connsiteX7-173" fmla="*/ 838200 w 2987040"/>
              <a:gd name="connsiteY7-174" fmla="*/ 365760 h 375920"/>
              <a:gd name="connsiteX8-175" fmla="*/ 0 w 2987040"/>
              <a:gd name="connsiteY8-176" fmla="*/ 370840 h 375920"/>
              <a:gd name="connsiteX9-177" fmla="*/ 0 w 2987040"/>
              <a:gd name="connsiteY9-178" fmla="*/ 10160 h 375920"/>
              <a:gd name="connsiteX0-179" fmla="*/ 0 w 2987040"/>
              <a:gd name="connsiteY0-180" fmla="*/ 10160 h 375920"/>
              <a:gd name="connsiteX1-181" fmla="*/ 2981960 w 2987040"/>
              <a:gd name="connsiteY1-182" fmla="*/ 0 h 375920"/>
              <a:gd name="connsiteX2-183" fmla="*/ 2987040 w 2987040"/>
              <a:gd name="connsiteY2-184" fmla="*/ 370840 h 375920"/>
              <a:gd name="connsiteX3-185" fmla="*/ 2133600 w 2987040"/>
              <a:gd name="connsiteY3-186" fmla="*/ 375920 h 375920"/>
              <a:gd name="connsiteX4-187" fmla="*/ 2143760 w 2987040"/>
              <a:gd name="connsiteY4-188" fmla="*/ 213360 h 375920"/>
              <a:gd name="connsiteX5-189" fmla="*/ 838200 w 2987040"/>
              <a:gd name="connsiteY5-190" fmla="*/ 208280 h 375920"/>
              <a:gd name="connsiteX6-191" fmla="*/ 838200 w 2987040"/>
              <a:gd name="connsiteY6-192" fmla="*/ 223520 h 375920"/>
              <a:gd name="connsiteX7-193" fmla="*/ 838200 w 2987040"/>
              <a:gd name="connsiteY7-194" fmla="*/ 365760 h 375920"/>
              <a:gd name="connsiteX8-195" fmla="*/ 0 w 2987040"/>
              <a:gd name="connsiteY8-196" fmla="*/ 370840 h 375920"/>
              <a:gd name="connsiteX9-197" fmla="*/ 0 w 2987040"/>
              <a:gd name="connsiteY9-198" fmla="*/ 10160 h 375920"/>
              <a:gd name="connsiteX0-199" fmla="*/ 0 w 2987040"/>
              <a:gd name="connsiteY0-200" fmla="*/ 10160 h 375920"/>
              <a:gd name="connsiteX1-201" fmla="*/ 2981960 w 2987040"/>
              <a:gd name="connsiteY1-202" fmla="*/ 0 h 375920"/>
              <a:gd name="connsiteX2-203" fmla="*/ 2987040 w 2987040"/>
              <a:gd name="connsiteY2-204" fmla="*/ 370840 h 375920"/>
              <a:gd name="connsiteX3-205" fmla="*/ 2133600 w 2987040"/>
              <a:gd name="connsiteY3-206" fmla="*/ 375920 h 375920"/>
              <a:gd name="connsiteX4-207" fmla="*/ 2128520 w 2987040"/>
              <a:gd name="connsiteY4-208" fmla="*/ 213360 h 375920"/>
              <a:gd name="connsiteX5-209" fmla="*/ 838200 w 2987040"/>
              <a:gd name="connsiteY5-210" fmla="*/ 208280 h 375920"/>
              <a:gd name="connsiteX6-211" fmla="*/ 838200 w 2987040"/>
              <a:gd name="connsiteY6-212" fmla="*/ 223520 h 375920"/>
              <a:gd name="connsiteX7-213" fmla="*/ 838200 w 2987040"/>
              <a:gd name="connsiteY7-214" fmla="*/ 365760 h 375920"/>
              <a:gd name="connsiteX8-215" fmla="*/ 0 w 2987040"/>
              <a:gd name="connsiteY8-216" fmla="*/ 370840 h 375920"/>
              <a:gd name="connsiteX9-217" fmla="*/ 0 w 2987040"/>
              <a:gd name="connsiteY9-218" fmla="*/ 10160 h 375920"/>
              <a:gd name="connsiteX0-219" fmla="*/ 0 w 2997346"/>
              <a:gd name="connsiteY0-220" fmla="*/ 10160 h 375920"/>
              <a:gd name="connsiteX1-221" fmla="*/ 2997200 w 2997346"/>
              <a:gd name="connsiteY1-222" fmla="*/ 0 h 375920"/>
              <a:gd name="connsiteX2-223" fmla="*/ 2987040 w 2997346"/>
              <a:gd name="connsiteY2-224" fmla="*/ 370840 h 375920"/>
              <a:gd name="connsiteX3-225" fmla="*/ 2133600 w 2997346"/>
              <a:gd name="connsiteY3-226" fmla="*/ 375920 h 375920"/>
              <a:gd name="connsiteX4-227" fmla="*/ 2128520 w 2997346"/>
              <a:gd name="connsiteY4-228" fmla="*/ 213360 h 375920"/>
              <a:gd name="connsiteX5-229" fmla="*/ 838200 w 2997346"/>
              <a:gd name="connsiteY5-230" fmla="*/ 208280 h 375920"/>
              <a:gd name="connsiteX6-231" fmla="*/ 838200 w 2997346"/>
              <a:gd name="connsiteY6-232" fmla="*/ 223520 h 375920"/>
              <a:gd name="connsiteX7-233" fmla="*/ 838200 w 2997346"/>
              <a:gd name="connsiteY7-234" fmla="*/ 365760 h 375920"/>
              <a:gd name="connsiteX8-235" fmla="*/ 0 w 2997346"/>
              <a:gd name="connsiteY8-236" fmla="*/ 370840 h 375920"/>
              <a:gd name="connsiteX9-237" fmla="*/ 0 w 2997346"/>
              <a:gd name="connsiteY9-238" fmla="*/ 10160 h 375920"/>
              <a:gd name="connsiteX0-239" fmla="*/ 0 w 2987040"/>
              <a:gd name="connsiteY0-240" fmla="*/ 10160 h 375920"/>
              <a:gd name="connsiteX1-241" fmla="*/ 2981960 w 2987040"/>
              <a:gd name="connsiteY1-242" fmla="*/ 0 h 375920"/>
              <a:gd name="connsiteX2-243" fmla="*/ 2987040 w 2987040"/>
              <a:gd name="connsiteY2-244" fmla="*/ 370840 h 375920"/>
              <a:gd name="connsiteX3-245" fmla="*/ 2133600 w 2987040"/>
              <a:gd name="connsiteY3-246" fmla="*/ 375920 h 375920"/>
              <a:gd name="connsiteX4-247" fmla="*/ 2128520 w 2987040"/>
              <a:gd name="connsiteY4-248" fmla="*/ 213360 h 375920"/>
              <a:gd name="connsiteX5-249" fmla="*/ 838200 w 2987040"/>
              <a:gd name="connsiteY5-250" fmla="*/ 208280 h 375920"/>
              <a:gd name="connsiteX6-251" fmla="*/ 838200 w 2987040"/>
              <a:gd name="connsiteY6-252" fmla="*/ 223520 h 375920"/>
              <a:gd name="connsiteX7-253" fmla="*/ 838200 w 2987040"/>
              <a:gd name="connsiteY7-254" fmla="*/ 365760 h 375920"/>
              <a:gd name="connsiteX8-255" fmla="*/ 0 w 2987040"/>
              <a:gd name="connsiteY8-256" fmla="*/ 370840 h 375920"/>
              <a:gd name="connsiteX9-257" fmla="*/ 0 w 2987040"/>
              <a:gd name="connsiteY9-258" fmla="*/ 10160 h 375920"/>
              <a:gd name="connsiteX0-259" fmla="*/ 0 w 2987040"/>
              <a:gd name="connsiteY0-260" fmla="*/ 0 h 365760"/>
              <a:gd name="connsiteX1-261" fmla="*/ 2981960 w 2987040"/>
              <a:gd name="connsiteY1-262" fmla="*/ 5080 h 365760"/>
              <a:gd name="connsiteX2-263" fmla="*/ 2987040 w 2987040"/>
              <a:gd name="connsiteY2-264" fmla="*/ 360680 h 365760"/>
              <a:gd name="connsiteX3-265" fmla="*/ 2133600 w 2987040"/>
              <a:gd name="connsiteY3-266" fmla="*/ 365760 h 365760"/>
              <a:gd name="connsiteX4-267" fmla="*/ 2128520 w 2987040"/>
              <a:gd name="connsiteY4-268" fmla="*/ 203200 h 365760"/>
              <a:gd name="connsiteX5-269" fmla="*/ 838200 w 2987040"/>
              <a:gd name="connsiteY5-270" fmla="*/ 198120 h 365760"/>
              <a:gd name="connsiteX6-271" fmla="*/ 838200 w 2987040"/>
              <a:gd name="connsiteY6-272" fmla="*/ 213360 h 365760"/>
              <a:gd name="connsiteX7-273" fmla="*/ 838200 w 2987040"/>
              <a:gd name="connsiteY7-274" fmla="*/ 355600 h 365760"/>
              <a:gd name="connsiteX8-275" fmla="*/ 0 w 2987040"/>
              <a:gd name="connsiteY8-276" fmla="*/ 360680 h 365760"/>
              <a:gd name="connsiteX9-277" fmla="*/ 0 w 2987040"/>
              <a:gd name="connsiteY9-278" fmla="*/ 0 h 365760"/>
              <a:gd name="connsiteX0-279" fmla="*/ 0 w 2992345"/>
              <a:gd name="connsiteY0-280" fmla="*/ 15240 h 381000"/>
              <a:gd name="connsiteX1-281" fmla="*/ 2992120 w 2992345"/>
              <a:gd name="connsiteY1-282" fmla="*/ 0 h 381000"/>
              <a:gd name="connsiteX2-283" fmla="*/ 2987040 w 2992345"/>
              <a:gd name="connsiteY2-284" fmla="*/ 375920 h 381000"/>
              <a:gd name="connsiteX3-285" fmla="*/ 2133600 w 2992345"/>
              <a:gd name="connsiteY3-286" fmla="*/ 381000 h 381000"/>
              <a:gd name="connsiteX4-287" fmla="*/ 2128520 w 2992345"/>
              <a:gd name="connsiteY4-288" fmla="*/ 218440 h 381000"/>
              <a:gd name="connsiteX5-289" fmla="*/ 838200 w 2992345"/>
              <a:gd name="connsiteY5-290" fmla="*/ 213360 h 381000"/>
              <a:gd name="connsiteX6-291" fmla="*/ 838200 w 2992345"/>
              <a:gd name="connsiteY6-292" fmla="*/ 228600 h 381000"/>
              <a:gd name="connsiteX7-293" fmla="*/ 838200 w 2992345"/>
              <a:gd name="connsiteY7-294" fmla="*/ 370840 h 381000"/>
              <a:gd name="connsiteX8-295" fmla="*/ 0 w 2992345"/>
              <a:gd name="connsiteY8-296" fmla="*/ 375920 h 381000"/>
              <a:gd name="connsiteX9-297" fmla="*/ 0 w 2992345"/>
              <a:gd name="connsiteY9-298" fmla="*/ 15240 h 381000"/>
              <a:gd name="connsiteX0-299" fmla="*/ 0 w 2997346"/>
              <a:gd name="connsiteY0-300" fmla="*/ 0 h 365760"/>
              <a:gd name="connsiteX1-301" fmla="*/ 2997200 w 2997346"/>
              <a:gd name="connsiteY1-302" fmla="*/ 0 h 365760"/>
              <a:gd name="connsiteX2-303" fmla="*/ 2987040 w 2997346"/>
              <a:gd name="connsiteY2-304" fmla="*/ 360680 h 365760"/>
              <a:gd name="connsiteX3-305" fmla="*/ 2133600 w 2997346"/>
              <a:gd name="connsiteY3-306" fmla="*/ 365760 h 365760"/>
              <a:gd name="connsiteX4-307" fmla="*/ 2128520 w 2997346"/>
              <a:gd name="connsiteY4-308" fmla="*/ 203200 h 365760"/>
              <a:gd name="connsiteX5-309" fmla="*/ 838200 w 2997346"/>
              <a:gd name="connsiteY5-310" fmla="*/ 198120 h 365760"/>
              <a:gd name="connsiteX6-311" fmla="*/ 838200 w 2997346"/>
              <a:gd name="connsiteY6-312" fmla="*/ 213360 h 365760"/>
              <a:gd name="connsiteX7-313" fmla="*/ 838200 w 2997346"/>
              <a:gd name="connsiteY7-314" fmla="*/ 355600 h 365760"/>
              <a:gd name="connsiteX8-315" fmla="*/ 0 w 2997346"/>
              <a:gd name="connsiteY8-316" fmla="*/ 360680 h 365760"/>
              <a:gd name="connsiteX9-317" fmla="*/ 0 w 2997346"/>
              <a:gd name="connsiteY9-318" fmla="*/ 0 h 365760"/>
              <a:gd name="connsiteX0-319" fmla="*/ 0 w 3007360"/>
              <a:gd name="connsiteY0-320" fmla="*/ 0 h 365760"/>
              <a:gd name="connsiteX1-321" fmla="*/ 2997200 w 3007360"/>
              <a:gd name="connsiteY1-322" fmla="*/ 0 h 365760"/>
              <a:gd name="connsiteX2-323" fmla="*/ 3007360 w 3007360"/>
              <a:gd name="connsiteY2-324" fmla="*/ 365760 h 365760"/>
              <a:gd name="connsiteX3-325" fmla="*/ 2133600 w 3007360"/>
              <a:gd name="connsiteY3-326" fmla="*/ 365760 h 365760"/>
              <a:gd name="connsiteX4-327" fmla="*/ 2128520 w 3007360"/>
              <a:gd name="connsiteY4-328" fmla="*/ 203200 h 365760"/>
              <a:gd name="connsiteX5-329" fmla="*/ 838200 w 3007360"/>
              <a:gd name="connsiteY5-330" fmla="*/ 198120 h 365760"/>
              <a:gd name="connsiteX6-331" fmla="*/ 838200 w 3007360"/>
              <a:gd name="connsiteY6-332" fmla="*/ 213360 h 365760"/>
              <a:gd name="connsiteX7-333" fmla="*/ 838200 w 3007360"/>
              <a:gd name="connsiteY7-334" fmla="*/ 355600 h 365760"/>
              <a:gd name="connsiteX8-335" fmla="*/ 0 w 3007360"/>
              <a:gd name="connsiteY8-336" fmla="*/ 360680 h 365760"/>
              <a:gd name="connsiteX9-337" fmla="*/ 0 w 3007360"/>
              <a:gd name="connsiteY9-338" fmla="*/ 0 h 365760"/>
              <a:gd name="connsiteX0-339" fmla="*/ 0 w 2997425"/>
              <a:gd name="connsiteY0-340" fmla="*/ 0 h 365760"/>
              <a:gd name="connsiteX1-341" fmla="*/ 2997200 w 2997425"/>
              <a:gd name="connsiteY1-342" fmla="*/ 0 h 365760"/>
              <a:gd name="connsiteX2-343" fmla="*/ 2992120 w 2997425"/>
              <a:gd name="connsiteY2-344" fmla="*/ 365760 h 365760"/>
              <a:gd name="connsiteX3-345" fmla="*/ 2133600 w 2997425"/>
              <a:gd name="connsiteY3-346" fmla="*/ 365760 h 365760"/>
              <a:gd name="connsiteX4-347" fmla="*/ 2128520 w 2997425"/>
              <a:gd name="connsiteY4-348" fmla="*/ 203200 h 365760"/>
              <a:gd name="connsiteX5-349" fmla="*/ 838200 w 2997425"/>
              <a:gd name="connsiteY5-350" fmla="*/ 198120 h 365760"/>
              <a:gd name="connsiteX6-351" fmla="*/ 838200 w 2997425"/>
              <a:gd name="connsiteY6-352" fmla="*/ 213360 h 365760"/>
              <a:gd name="connsiteX7-353" fmla="*/ 838200 w 2997425"/>
              <a:gd name="connsiteY7-354" fmla="*/ 355600 h 365760"/>
              <a:gd name="connsiteX8-355" fmla="*/ 0 w 2997425"/>
              <a:gd name="connsiteY8-356" fmla="*/ 360680 h 365760"/>
              <a:gd name="connsiteX9-357" fmla="*/ 0 w 2997425"/>
              <a:gd name="connsiteY9-358" fmla="*/ 0 h 365760"/>
              <a:gd name="connsiteX0-359" fmla="*/ 0 w 3002280"/>
              <a:gd name="connsiteY0-360" fmla="*/ 0 h 365760"/>
              <a:gd name="connsiteX1-361" fmla="*/ 2997200 w 3002280"/>
              <a:gd name="connsiteY1-362" fmla="*/ 0 h 365760"/>
              <a:gd name="connsiteX2-363" fmla="*/ 3002280 w 3002280"/>
              <a:gd name="connsiteY2-364" fmla="*/ 365760 h 365760"/>
              <a:gd name="connsiteX3-365" fmla="*/ 2133600 w 3002280"/>
              <a:gd name="connsiteY3-366" fmla="*/ 365760 h 365760"/>
              <a:gd name="connsiteX4-367" fmla="*/ 2128520 w 3002280"/>
              <a:gd name="connsiteY4-368" fmla="*/ 203200 h 365760"/>
              <a:gd name="connsiteX5-369" fmla="*/ 838200 w 3002280"/>
              <a:gd name="connsiteY5-370" fmla="*/ 198120 h 365760"/>
              <a:gd name="connsiteX6-371" fmla="*/ 838200 w 3002280"/>
              <a:gd name="connsiteY6-372" fmla="*/ 213360 h 365760"/>
              <a:gd name="connsiteX7-373" fmla="*/ 838200 w 3002280"/>
              <a:gd name="connsiteY7-374" fmla="*/ 355600 h 365760"/>
              <a:gd name="connsiteX8-375" fmla="*/ 0 w 3002280"/>
              <a:gd name="connsiteY8-376" fmla="*/ 360680 h 365760"/>
              <a:gd name="connsiteX9-377" fmla="*/ 0 w 3002280"/>
              <a:gd name="connsiteY9-378" fmla="*/ 0 h 3657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3002280" h="365760">
                <a:moveTo>
                  <a:pt x="0" y="0"/>
                </a:moveTo>
                <a:lnTo>
                  <a:pt x="2997200" y="0"/>
                </a:lnTo>
                <a:cubicBezTo>
                  <a:pt x="2998893" y="123613"/>
                  <a:pt x="3000587" y="242147"/>
                  <a:pt x="3002280" y="365760"/>
                </a:cubicBezTo>
                <a:lnTo>
                  <a:pt x="2133600" y="365760"/>
                </a:lnTo>
                <a:lnTo>
                  <a:pt x="2128520" y="203200"/>
                </a:lnTo>
                <a:lnTo>
                  <a:pt x="838200" y="198120"/>
                </a:lnTo>
                <a:cubicBezTo>
                  <a:pt x="836507" y="203200"/>
                  <a:pt x="839893" y="208280"/>
                  <a:pt x="838200" y="213360"/>
                </a:cubicBezTo>
                <a:lnTo>
                  <a:pt x="838200" y="355600"/>
                </a:lnTo>
                <a:lnTo>
                  <a:pt x="0" y="36068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5229264" y="1412776"/>
            <a:ext cx="100489" cy="2520280"/>
            <a:chOff x="5229264" y="1412776"/>
            <a:chExt cx="100489" cy="2520280"/>
          </a:xfrm>
        </p:grpSpPr>
        <p:grpSp>
          <p:nvGrpSpPr>
            <p:cNvPr id="26" name="组合 25"/>
            <p:cNvGrpSpPr/>
            <p:nvPr/>
          </p:nvGrpSpPr>
          <p:grpSpPr>
            <a:xfrm>
              <a:off x="5234501" y="1412776"/>
              <a:ext cx="95252" cy="2520280"/>
              <a:chOff x="2366653" y="1268760"/>
              <a:chExt cx="95252" cy="2520280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2411760" y="1268760"/>
                <a:ext cx="1444" cy="2457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0" name="Line 1062"/>
              <p:cNvSpPr>
                <a:spLocks noChangeShapeType="1"/>
              </p:cNvSpPr>
              <p:nvPr/>
            </p:nvSpPr>
            <p:spPr bwMode="auto">
              <a:xfrm>
                <a:off x="2371417" y="317862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1063"/>
              <p:cNvSpPr>
                <a:spLocks noChangeShapeType="1"/>
              </p:cNvSpPr>
              <p:nvPr/>
            </p:nvSpPr>
            <p:spPr bwMode="auto">
              <a:xfrm>
                <a:off x="2376180" y="328498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1066"/>
              <p:cNvSpPr>
                <a:spLocks noChangeShapeType="1"/>
              </p:cNvSpPr>
              <p:nvPr/>
            </p:nvSpPr>
            <p:spPr bwMode="auto">
              <a:xfrm>
                <a:off x="2371417" y="3789040"/>
                <a:ext cx="7129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1062"/>
              <p:cNvSpPr>
                <a:spLocks noChangeShapeType="1"/>
              </p:cNvSpPr>
              <p:nvPr/>
            </p:nvSpPr>
            <p:spPr bwMode="auto">
              <a:xfrm>
                <a:off x="2366653" y="181853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1063"/>
              <p:cNvSpPr>
                <a:spLocks noChangeShapeType="1"/>
              </p:cNvSpPr>
              <p:nvPr/>
            </p:nvSpPr>
            <p:spPr bwMode="auto">
              <a:xfrm>
                <a:off x="2371416" y="192489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" name="Line 1062"/>
            <p:cNvSpPr>
              <a:spLocks noChangeShapeType="1"/>
            </p:cNvSpPr>
            <p:nvPr/>
          </p:nvSpPr>
          <p:spPr bwMode="auto">
            <a:xfrm>
              <a:off x="5229264" y="278092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063"/>
            <p:cNvSpPr>
              <a:spLocks noChangeShapeType="1"/>
            </p:cNvSpPr>
            <p:nvPr/>
          </p:nvSpPr>
          <p:spPr bwMode="auto">
            <a:xfrm>
              <a:off x="5234027" y="288729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3798158" y="3861048"/>
            <a:ext cx="30022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/>
          <p:cNvCxnSpPr/>
          <p:nvPr/>
        </p:nvCxnSpPr>
        <p:spPr>
          <a:xfrm>
            <a:off x="3779912" y="4725144"/>
            <a:ext cx="30022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/>
          <p:cNvCxnSpPr/>
          <p:nvPr/>
        </p:nvCxnSpPr>
        <p:spPr>
          <a:xfrm>
            <a:off x="7740352" y="3861048"/>
            <a:ext cx="11165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/>
          <p:cNvGrpSpPr/>
          <p:nvPr/>
        </p:nvGrpSpPr>
        <p:grpSpPr>
          <a:xfrm>
            <a:off x="4572000" y="2112789"/>
            <a:ext cx="4248154" cy="92091"/>
            <a:chOff x="4572000" y="2112789"/>
            <a:chExt cx="4248154" cy="92091"/>
          </a:xfrm>
        </p:grpSpPr>
        <p:grpSp>
          <p:nvGrpSpPr>
            <p:cNvPr id="8" name="Group 54"/>
            <p:cNvGrpSpPr/>
            <p:nvPr/>
          </p:nvGrpSpPr>
          <p:grpSpPr bwMode="auto">
            <a:xfrm>
              <a:off x="4572000" y="2114392"/>
              <a:ext cx="4248154" cy="90488"/>
              <a:chOff x="978" y="1764"/>
              <a:chExt cx="2676" cy="57"/>
            </a:xfrm>
          </p:grpSpPr>
          <p:grpSp>
            <p:nvGrpSpPr>
              <p:cNvPr id="9" name="Group 49"/>
              <p:cNvGrpSpPr/>
              <p:nvPr/>
            </p:nvGrpSpPr>
            <p:grpSpPr bwMode="auto">
              <a:xfrm>
                <a:off x="978" y="1764"/>
                <a:ext cx="808" cy="57"/>
                <a:chOff x="978" y="1764"/>
                <a:chExt cx="808" cy="57"/>
              </a:xfrm>
            </p:grpSpPr>
            <p:sp>
              <p:nvSpPr>
                <p:cNvPr id="1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978" y="1794"/>
                  <a:ext cx="8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" name="Group 39"/>
                <p:cNvGrpSpPr/>
                <p:nvPr/>
              </p:nvGrpSpPr>
              <p:grpSpPr bwMode="auto">
                <a:xfrm rot="-5400000">
                  <a:off x="1302" y="1759"/>
                  <a:ext cx="57" cy="67"/>
                  <a:chOff x="1276" y="2969"/>
                  <a:chExt cx="57" cy="67"/>
                </a:xfrm>
              </p:grpSpPr>
              <p:sp>
                <p:nvSpPr>
                  <p:cNvPr id="17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276" y="2969"/>
                    <a:ext cx="5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279" y="3036"/>
                    <a:ext cx="5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" name="Group 48"/>
              <p:cNvGrpSpPr/>
              <p:nvPr/>
            </p:nvGrpSpPr>
            <p:grpSpPr bwMode="auto">
              <a:xfrm>
                <a:off x="2492" y="1764"/>
                <a:ext cx="1162" cy="57"/>
                <a:chOff x="2492" y="1764"/>
                <a:chExt cx="1162" cy="57"/>
              </a:xfrm>
            </p:grpSpPr>
            <p:sp>
              <p:nvSpPr>
                <p:cNvPr id="11" name="Line 14"/>
                <p:cNvSpPr>
                  <a:spLocks noChangeShapeType="1"/>
                </p:cNvSpPr>
                <p:nvPr/>
              </p:nvSpPr>
              <p:spPr bwMode="auto">
                <a:xfrm>
                  <a:off x="2747" y="1794"/>
                  <a:ext cx="9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2" name="Group 42"/>
                <p:cNvGrpSpPr/>
                <p:nvPr/>
              </p:nvGrpSpPr>
              <p:grpSpPr bwMode="auto">
                <a:xfrm rot="-5400000">
                  <a:off x="2497" y="1759"/>
                  <a:ext cx="57" cy="67"/>
                  <a:chOff x="1276" y="3040"/>
                  <a:chExt cx="57" cy="67"/>
                </a:xfrm>
              </p:grpSpPr>
              <p:sp>
                <p:nvSpPr>
                  <p:cNvPr id="13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276" y="3040"/>
                    <a:ext cx="5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1279" y="3107"/>
                    <a:ext cx="5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38" name="Group 45"/>
            <p:cNvGrpSpPr/>
            <p:nvPr/>
          </p:nvGrpSpPr>
          <p:grpSpPr bwMode="auto">
            <a:xfrm rot="-5400000">
              <a:off x="8145982" y="2104851"/>
              <a:ext cx="90488" cy="106363"/>
              <a:chOff x="1276" y="3040"/>
              <a:chExt cx="57" cy="67"/>
            </a:xfrm>
          </p:grpSpPr>
          <p:sp>
            <p:nvSpPr>
              <p:cNvPr id="39" name="Line 46"/>
              <p:cNvSpPr>
                <a:spLocks noChangeShapeType="1"/>
              </p:cNvSpPr>
              <p:nvPr/>
            </p:nvSpPr>
            <p:spPr bwMode="auto">
              <a:xfrm>
                <a:off x="1276" y="3040"/>
                <a:ext cx="54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47"/>
              <p:cNvSpPr>
                <a:spLocks noChangeShapeType="1"/>
              </p:cNvSpPr>
              <p:nvPr/>
            </p:nvSpPr>
            <p:spPr bwMode="auto">
              <a:xfrm>
                <a:off x="1279" y="3107"/>
                <a:ext cx="54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45" name="直接连接符 44"/>
          <p:cNvCxnSpPr/>
          <p:nvPr/>
        </p:nvCxnSpPr>
        <p:spPr>
          <a:xfrm flipV="1">
            <a:off x="7740352" y="3500120"/>
            <a:ext cx="0" cy="3657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1" name="组合 70"/>
          <p:cNvGrpSpPr/>
          <p:nvPr/>
        </p:nvGrpSpPr>
        <p:grpSpPr>
          <a:xfrm>
            <a:off x="3834591" y="1413279"/>
            <a:ext cx="3847323" cy="742951"/>
            <a:chOff x="3834591" y="1413279"/>
            <a:chExt cx="3847323" cy="742951"/>
          </a:xfrm>
        </p:grpSpPr>
        <p:grpSp>
          <p:nvGrpSpPr>
            <p:cNvPr id="51" name="Group 389"/>
            <p:cNvGrpSpPr/>
            <p:nvPr/>
          </p:nvGrpSpPr>
          <p:grpSpPr bwMode="auto">
            <a:xfrm>
              <a:off x="3834591" y="1413279"/>
              <a:ext cx="936626" cy="742951"/>
              <a:chOff x="4466" y="2512"/>
              <a:chExt cx="590" cy="468"/>
            </a:xfrm>
          </p:grpSpPr>
          <p:sp>
            <p:nvSpPr>
              <p:cNvPr id="52" name="Text Box 383"/>
              <p:cNvSpPr txBox="1">
                <a:spLocks noChangeArrowheads="1"/>
              </p:cNvSpPr>
              <p:nvPr/>
            </p:nvSpPr>
            <p:spPr bwMode="auto">
              <a:xfrm>
                <a:off x="4466" y="2512"/>
                <a:ext cx="59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中心线</a:t>
                </a:r>
              </a:p>
            </p:txBody>
          </p:sp>
          <p:sp>
            <p:nvSpPr>
              <p:cNvPr id="53" name="Line 388"/>
              <p:cNvSpPr>
                <a:spLocks noChangeShapeType="1"/>
              </p:cNvSpPr>
              <p:nvPr/>
            </p:nvSpPr>
            <p:spPr bwMode="auto">
              <a:xfrm>
                <a:off x="4761" y="2725"/>
                <a:ext cx="28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4" name="Group 389"/>
            <p:cNvGrpSpPr/>
            <p:nvPr/>
          </p:nvGrpSpPr>
          <p:grpSpPr bwMode="auto">
            <a:xfrm>
              <a:off x="6269037" y="1609394"/>
              <a:ext cx="1412877" cy="531813"/>
              <a:chOff x="4151" y="2645"/>
              <a:chExt cx="890" cy="335"/>
            </a:xfrm>
          </p:grpSpPr>
          <p:sp>
            <p:nvSpPr>
              <p:cNvPr id="55" name="Text Box 383"/>
              <p:cNvSpPr txBox="1">
                <a:spLocks noChangeArrowheads="1"/>
              </p:cNvSpPr>
              <p:nvPr/>
            </p:nvSpPr>
            <p:spPr bwMode="auto">
              <a:xfrm>
                <a:off x="4151" y="2645"/>
                <a:ext cx="59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轴线</a:t>
                </a:r>
              </a:p>
            </p:txBody>
          </p:sp>
          <p:sp>
            <p:nvSpPr>
              <p:cNvPr id="56" name="Line 388"/>
              <p:cNvSpPr>
                <a:spLocks noChangeShapeType="1"/>
              </p:cNvSpPr>
              <p:nvPr/>
            </p:nvSpPr>
            <p:spPr bwMode="auto">
              <a:xfrm>
                <a:off x="4612" y="2752"/>
                <a:ext cx="429" cy="2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310224" y="3762375"/>
            <a:ext cx="2879687" cy="2587044"/>
            <a:chOff x="5310224" y="3762375"/>
            <a:chExt cx="2879687" cy="2587044"/>
          </a:xfrm>
        </p:grpSpPr>
        <p:grpSp>
          <p:nvGrpSpPr>
            <p:cNvPr id="57" name="Group 389"/>
            <p:cNvGrpSpPr/>
            <p:nvPr/>
          </p:nvGrpSpPr>
          <p:grpSpPr bwMode="auto">
            <a:xfrm>
              <a:off x="5310224" y="5765218"/>
              <a:ext cx="1338264" cy="584201"/>
              <a:chOff x="5092" y="2958"/>
              <a:chExt cx="843" cy="368"/>
            </a:xfrm>
          </p:grpSpPr>
          <p:sp>
            <p:nvSpPr>
              <p:cNvPr id="58" name="Text Box 383"/>
              <p:cNvSpPr txBox="1">
                <a:spLocks noChangeArrowheads="1"/>
              </p:cNvSpPr>
              <p:nvPr/>
            </p:nvSpPr>
            <p:spPr bwMode="auto">
              <a:xfrm>
                <a:off x="5167" y="3113"/>
                <a:ext cx="76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长度基准线</a:t>
                </a:r>
              </a:p>
            </p:txBody>
          </p:sp>
          <p:sp>
            <p:nvSpPr>
              <p:cNvPr id="59" name="Line 388"/>
              <p:cNvSpPr>
                <a:spLocks noChangeShapeType="1"/>
              </p:cNvSpPr>
              <p:nvPr/>
            </p:nvSpPr>
            <p:spPr bwMode="auto">
              <a:xfrm>
                <a:off x="5092" y="2958"/>
                <a:ext cx="401" cy="2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686547" y="3762375"/>
              <a:ext cx="1503364" cy="1708356"/>
              <a:chOff x="6686547" y="3762375"/>
              <a:chExt cx="1503364" cy="1708356"/>
            </a:xfrm>
          </p:grpSpPr>
          <p:grpSp>
            <p:nvGrpSpPr>
              <p:cNvPr id="60" name="Group 389"/>
              <p:cNvGrpSpPr/>
              <p:nvPr/>
            </p:nvGrpSpPr>
            <p:grpSpPr bwMode="auto">
              <a:xfrm>
                <a:off x="6686547" y="4745243"/>
                <a:ext cx="1503364" cy="725488"/>
                <a:chOff x="4269" y="2270"/>
                <a:chExt cx="947" cy="457"/>
              </a:xfrm>
            </p:grpSpPr>
            <p:sp>
              <p:nvSpPr>
                <p:cNvPr id="61" name="Text Box 383"/>
                <p:cNvSpPr txBox="1">
                  <a:spLocks noChangeArrowheads="1"/>
                </p:cNvSpPr>
                <p:nvPr/>
              </p:nvSpPr>
              <p:spPr bwMode="auto">
                <a:xfrm>
                  <a:off x="4423" y="2514"/>
                  <a:ext cx="793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宽度基准线</a:t>
                  </a:r>
                </a:p>
              </p:txBody>
            </p:sp>
            <p:sp>
              <p:nvSpPr>
                <p:cNvPr id="62" name="Line 388"/>
                <p:cNvSpPr>
                  <a:spLocks noChangeShapeType="1"/>
                </p:cNvSpPr>
                <p:nvPr/>
              </p:nvSpPr>
              <p:spPr bwMode="auto">
                <a:xfrm>
                  <a:off x="4269" y="2270"/>
                  <a:ext cx="429" cy="2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3" name="Line 388"/>
              <p:cNvSpPr>
                <a:spLocks noChangeShapeType="1"/>
              </p:cNvSpPr>
              <p:nvPr/>
            </p:nvSpPr>
            <p:spPr bwMode="auto">
              <a:xfrm flipH="1">
                <a:off x="7380290" y="3762375"/>
                <a:ext cx="360062" cy="13448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5702299" y="3861048"/>
              <a:ext cx="2397923" cy="832366"/>
              <a:chOff x="6686547" y="4638365"/>
              <a:chExt cx="2397923" cy="832366"/>
            </a:xfrm>
          </p:grpSpPr>
          <p:grpSp>
            <p:nvGrpSpPr>
              <p:cNvPr id="66" name="Group 389"/>
              <p:cNvGrpSpPr/>
              <p:nvPr/>
            </p:nvGrpSpPr>
            <p:grpSpPr bwMode="auto">
              <a:xfrm>
                <a:off x="6686547" y="4643643"/>
                <a:ext cx="1503364" cy="827088"/>
                <a:chOff x="4269" y="2206"/>
                <a:chExt cx="947" cy="521"/>
              </a:xfrm>
            </p:grpSpPr>
            <p:sp>
              <p:nvSpPr>
                <p:cNvPr id="68" name="Text Box 383"/>
                <p:cNvSpPr txBox="1">
                  <a:spLocks noChangeArrowheads="1"/>
                </p:cNvSpPr>
                <p:nvPr/>
              </p:nvSpPr>
              <p:spPr bwMode="auto">
                <a:xfrm>
                  <a:off x="4423" y="2514"/>
                  <a:ext cx="793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6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高度基准线</a:t>
                  </a:r>
                </a:p>
              </p:txBody>
            </p:sp>
            <p:sp>
              <p:nvSpPr>
                <p:cNvPr id="69" name="Line 388"/>
                <p:cNvSpPr>
                  <a:spLocks noChangeShapeType="1"/>
                </p:cNvSpPr>
                <p:nvPr/>
              </p:nvSpPr>
              <p:spPr bwMode="auto">
                <a:xfrm>
                  <a:off x="4269" y="2206"/>
                  <a:ext cx="429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7" name="Line 388"/>
              <p:cNvSpPr>
                <a:spLocks noChangeShapeType="1"/>
              </p:cNvSpPr>
              <p:nvPr/>
            </p:nvSpPr>
            <p:spPr bwMode="auto">
              <a:xfrm flipH="1">
                <a:off x="7380290" y="4638365"/>
                <a:ext cx="1704180" cy="468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2" name="Text Box 120"/>
          <p:cNvSpPr txBox="1">
            <a:spLocks noChangeArrowheads="1"/>
          </p:cNvSpPr>
          <p:nvPr/>
        </p:nvSpPr>
        <p:spPr bwMode="auto">
          <a:xfrm>
            <a:off x="404790" y="584684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布置视图：</a:t>
            </a:r>
          </a:p>
        </p:txBody>
      </p:sp>
      <p:sp>
        <p:nvSpPr>
          <p:cNvPr id="73" name="Rectangle 103"/>
          <p:cNvSpPr>
            <a:spLocks noChangeArrowheads="1"/>
          </p:cNvSpPr>
          <p:nvPr/>
        </p:nvSpPr>
        <p:spPr bwMode="auto">
          <a:xfrm>
            <a:off x="404789" y="906905"/>
            <a:ext cx="48726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画对称中心线、轴线及定位基准线</a:t>
            </a:r>
          </a:p>
        </p:txBody>
      </p:sp>
      <p:sp>
        <p:nvSpPr>
          <p:cNvPr id="74" name="Text Box 120"/>
          <p:cNvSpPr txBox="1">
            <a:spLocks noChangeArrowheads="1"/>
          </p:cNvSpPr>
          <p:nvPr/>
        </p:nvSpPr>
        <p:spPr bwMode="auto">
          <a:xfrm>
            <a:off x="404790" y="1251541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画底稿：</a:t>
            </a:r>
          </a:p>
        </p:txBody>
      </p:sp>
      <p:sp>
        <p:nvSpPr>
          <p:cNvPr id="75" name="Rectangle 103"/>
          <p:cNvSpPr>
            <a:spLocks noChangeArrowheads="1"/>
          </p:cNvSpPr>
          <p:nvPr/>
        </p:nvSpPr>
        <p:spPr bwMode="auto">
          <a:xfrm>
            <a:off x="179512" y="1651651"/>
            <a:ext cx="4071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逐个绘制各形体的三视图；</a:t>
            </a:r>
          </a:p>
        </p:txBody>
      </p:sp>
      <p:sp>
        <p:nvSpPr>
          <p:cNvPr id="76" name="Rectangle 103"/>
          <p:cNvSpPr>
            <a:spLocks noChangeArrowheads="1"/>
          </p:cNvSpPr>
          <p:nvPr/>
        </p:nvSpPr>
        <p:spPr bwMode="auto">
          <a:xfrm>
            <a:off x="179511" y="2114220"/>
            <a:ext cx="39197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从反映形体特征的视图开始，三个视图对照画；</a:t>
            </a:r>
          </a:p>
        </p:txBody>
      </p:sp>
      <p:sp>
        <p:nvSpPr>
          <p:cNvPr id="77" name="Rectangle 103"/>
          <p:cNvSpPr>
            <a:spLocks noChangeArrowheads="1"/>
          </p:cNvSpPr>
          <p:nvPr/>
        </p:nvSpPr>
        <p:spPr bwMode="auto">
          <a:xfrm>
            <a:off x="179511" y="2853789"/>
            <a:ext cx="350626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60680" indent="-360680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先整体，后局部。先定位置，后定形状；</a:t>
            </a:r>
          </a:p>
        </p:txBody>
      </p: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1100443" y="368690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）画底板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781648" y="4725144"/>
            <a:ext cx="3003083" cy="1134636"/>
            <a:chOff x="3781648" y="4725144"/>
            <a:chExt cx="3003083" cy="1134636"/>
          </a:xfrm>
        </p:grpSpPr>
        <p:cxnSp>
          <p:nvCxnSpPr>
            <p:cNvPr id="79" name="直接连接符 78"/>
            <p:cNvCxnSpPr>
              <a:endCxn id="81" idx="0"/>
            </p:cNvCxnSpPr>
            <p:nvPr/>
          </p:nvCxnSpPr>
          <p:spPr>
            <a:xfrm>
              <a:off x="6783928" y="4725144"/>
              <a:ext cx="803" cy="8325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直接连接符 79"/>
            <p:cNvCxnSpPr/>
            <p:nvPr/>
          </p:nvCxnSpPr>
          <p:spPr>
            <a:xfrm>
              <a:off x="4079240" y="5859780"/>
              <a:ext cx="2404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弧形 80"/>
            <p:cNvSpPr/>
            <p:nvPr/>
          </p:nvSpPr>
          <p:spPr>
            <a:xfrm rot="5400000">
              <a:off x="6180666" y="5255627"/>
              <a:ext cx="604065" cy="604065"/>
            </a:xfrm>
            <a:prstGeom prst="arc">
              <a:avLst>
                <a:gd name="adj1" fmla="val 16200000"/>
                <a:gd name="adj2" fmla="val 6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3781648" y="4725144"/>
              <a:ext cx="0" cy="8704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弧形 82"/>
            <p:cNvSpPr/>
            <p:nvPr/>
          </p:nvSpPr>
          <p:spPr>
            <a:xfrm rot="10800000">
              <a:off x="3781648" y="5253087"/>
              <a:ext cx="606693" cy="606693"/>
            </a:xfrm>
            <a:prstGeom prst="arc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3789681" y="3500120"/>
            <a:ext cx="3009487" cy="360680"/>
            <a:chOff x="3789681" y="3500120"/>
            <a:chExt cx="3009487" cy="360680"/>
          </a:xfrm>
        </p:grpSpPr>
        <p:cxnSp>
          <p:nvCxnSpPr>
            <p:cNvPr id="84" name="直接连接符 83"/>
            <p:cNvCxnSpPr/>
            <p:nvPr/>
          </p:nvCxnSpPr>
          <p:spPr>
            <a:xfrm>
              <a:off x="3795538" y="3500120"/>
              <a:ext cx="3002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直接连接符 85"/>
            <p:cNvCxnSpPr>
              <a:stCxn id="7" idx="0"/>
              <a:endCxn id="7" idx="8"/>
            </p:cNvCxnSpPr>
            <p:nvPr/>
          </p:nvCxnSpPr>
          <p:spPr>
            <a:xfrm>
              <a:off x="3789681" y="3500120"/>
              <a:ext cx="0" cy="360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直接连接符 86"/>
            <p:cNvCxnSpPr/>
            <p:nvPr/>
          </p:nvCxnSpPr>
          <p:spPr>
            <a:xfrm>
              <a:off x="6799168" y="3500120"/>
              <a:ext cx="0" cy="360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4" name="组合 93"/>
          <p:cNvGrpSpPr/>
          <p:nvPr/>
        </p:nvGrpSpPr>
        <p:grpSpPr>
          <a:xfrm>
            <a:off x="7740352" y="3500120"/>
            <a:ext cx="1116568" cy="360680"/>
            <a:chOff x="7740352" y="3500120"/>
            <a:chExt cx="1116568" cy="360680"/>
          </a:xfrm>
        </p:grpSpPr>
        <p:cxnSp>
          <p:nvCxnSpPr>
            <p:cNvPr id="91" name="直接连接符 90"/>
            <p:cNvCxnSpPr/>
            <p:nvPr/>
          </p:nvCxnSpPr>
          <p:spPr>
            <a:xfrm>
              <a:off x="7740352" y="3500120"/>
              <a:ext cx="1116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直接连接符 92"/>
            <p:cNvCxnSpPr/>
            <p:nvPr/>
          </p:nvCxnSpPr>
          <p:spPr>
            <a:xfrm flipV="1">
              <a:off x="8856920" y="3500120"/>
              <a:ext cx="0" cy="360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95" name="直接连接符 94"/>
          <p:cNvCxnSpPr/>
          <p:nvPr/>
        </p:nvCxnSpPr>
        <p:spPr>
          <a:xfrm>
            <a:off x="3931920" y="5474970"/>
            <a:ext cx="601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4232910" y="5190092"/>
            <a:ext cx="0" cy="574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6019800" y="5477311"/>
            <a:ext cx="601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6320790" y="5192433"/>
            <a:ext cx="0" cy="574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4232910" y="3426659"/>
            <a:ext cx="0" cy="574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6320790" y="3429000"/>
            <a:ext cx="0" cy="574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8503920" y="3398520"/>
            <a:ext cx="0" cy="6025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椭圆 104"/>
          <p:cNvSpPr/>
          <p:nvPr/>
        </p:nvSpPr>
        <p:spPr>
          <a:xfrm>
            <a:off x="6114508" y="5268325"/>
            <a:ext cx="412563" cy="4125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/>
          <p:cNvSpPr/>
          <p:nvPr/>
        </p:nvSpPr>
        <p:spPr>
          <a:xfrm>
            <a:off x="4026628" y="5268327"/>
            <a:ext cx="412563" cy="4125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7" name="组合 116"/>
          <p:cNvGrpSpPr/>
          <p:nvPr/>
        </p:nvGrpSpPr>
        <p:grpSpPr>
          <a:xfrm>
            <a:off x="8244407" y="3501836"/>
            <a:ext cx="504257" cy="358964"/>
            <a:chOff x="6067293" y="3500120"/>
            <a:chExt cx="504257" cy="370144"/>
          </a:xfrm>
        </p:grpSpPr>
        <p:cxnSp>
          <p:nvCxnSpPr>
            <p:cNvPr id="118" name="直接连接符 117"/>
            <p:cNvCxnSpPr/>
            <p:nvPr/>
          </p:nvCxnSpPr>
          <p:spPr>
            <a:xfrm flipV="1">
              <a:off x="6114507" y="3500120"/>
              <a:ext cx="1" cy="370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" name="直接连接符 118"/>
            <p:cNvCxnSpPr/>
            <p:nvPr/>
          </p:nvCxnSpPr>
          <p:spPr>
            <a:xfrm flipV="1">
              <a:off x="6527070" y="3500120"/>
              <a:ext cx="0" cy="370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0" name="Line 1062"/>
            <p:cNvSpPr>
              <a:spLocks noChangeShapeType="1"/>
            </p:cNvSpPr>
            <p:nvPr/>
          </p:nvSpPr>
          <p:spPr bwMode="auto">
            <a:xfrm>
              <a:off x="6071645" y="361545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062"/>
            <p:cNvSpPr>
              <a:spLocks noChangeShapeType="1"/>
            </p:cNvSpPr>
            <p:nvPr/>
          </p:nvSpPr>
          <p:spPr bwMode="auto">
            <a:xfrm>
              <a:off x="6067293" y="374288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062"/>
            <p:cNvSpPr>
              <a:spLocks noChangeShapeType="1"/>
            </p:cNvSpPr>
            <p:nvPr/>
          </p:nvSpPr>
          <p:spPr bwMode="auto">
            <a:xfrm>
              <a:off x="6485825" y="362878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062"/>
            <p:cNvSpPr>
              <a:spLocks noChangeShapeType="1"/>
            </p:cNvSpPr>
            <p:nvPr/>
          </p:nvSpPr>
          <p:spPr bwMode="auto">
            <a:xfrm>
              <a:off x="6481473" y="3756224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3980780" y="3501836"/>
            <a:ext cx="504257" cy="358964"/>
            <a:chOff x="6067293" y="3500120"/>
            <a:chExt cx="504257" cy="370144"/>
          </a:xfrm>
        </p:grpSpPr>
        <p:cxnSp>
          <p:nvCxnSpPr>
            <p:cNvPr id="125" name="直接连接符 124"/>
            <p:cNvCxnSpPr/>
            <p:nvPr/>
          </p:nvCxnSpPr>
          <p:spPr>
            <a:xfrm flipV="1">
              <a:off x="6114507" y="3500120"/>
              <a:ext cx="1" cy="370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6" name="直接连接符 125"/>
            <p:cNvCxnSpPr/>
            <p:nvPr/>
          </p:nvCxnSpPr>
          <p:spPr>
            <a:xfrm flipV="1">
              <a:off x="6527070" y="3500120"/>
              <a:ext cx="0" cy="370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7" name="Line 1062"/>
            <p:cNvSpPr>
              <a:spLocks noChangeShapeType="1"/>
            </p:cNvSpPr>
            <p:nvPr/>
          </p:nvSpPr>
          <p:spPr bwMode="auto">
            <a:xfrm>
              <a:off x="6071645" y="361545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1062"/>
            <p:cNvSpPr>
              <a:spLocks noChangeShapeType="1"/>
            </p:cNvSpPr>
            <p:nvPr/>
          </p:nvSpPr>
          <p:spPr bwMode="auto">
            <a:xfrm>
              <a:off x="6067293" y="374288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062"/>
            <p:cNvSpPr>
              <a:spLocks noChangeShapeType="1"/>
            </p:cNvSpPr>
            <p:nvPr/>
          </p:nvSpPr>
          <p:spPr bwMode="auto">
            <a:xfrm>
              <a:off x="6485825" y="362878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062"/>
            <p:cNvSpPr>
              <a:spLocks noChangeShapeType="1"/>
            </p:cNvSpPr>
            <p:nvPr/>
          </p:nvSpPr>
          <p:spPr bwMode="auto">
            <a:xfrm>
              <a:off x="6481473" y="3756224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6069623" y="3501836"/>
            <a:ext cx="504257" cy="358964"/>
            <a:chOff x="6067293" y="3500120"/>
            <a:chExt cx="504257" cy="370144"/>
          </a:xfrm>
        </p:grpSpPr>
        <p:cxnSp>
          <p:nvCxnSpPr>
            <p:cNvPr id="132" name="直接连接符 131"/>
            <p:cNvCxnSpPr/>
            <p:nvPr/>
          </p:nvCxnSpPr>
          <p:spPr>
            <a:xfrm flipV="1">
              <a:off x="6114507" y="3500120"/>
              <a:ext cx="1" cy="370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" name="直接连接符 132"/>
            <p:cNvCxnSpPr/>
            <p:nvPr/>
          </p:nvCxnSpPr>
          <p:spPr>
            <a:xfrm flipV="1">
              <a:off x="6527070" y="3500120"/>
              <a:ext cx="0" cy="370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4" name="Line 1062"/>
            <p:cNvSpPr>
              <a:spLocks noChangeShapeType="1"/>
            </p:cNvSpPr>
            <p:nvPr/>
          </p:nvSpPr>
          <p:spPr bwMode="auto">
            <a:xfrm>
              <a:off x="6071645" y="361545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062"/>
            <p:cNvSpPr>
              <a:spLocks noChangeShapeType="1"/>
            </p:cNvSpPr>
            <p:nvPr/>
          </p:nvSpPr>
          <p:spPr bwMode="auto">
            <a:xfrm>
              <a:off x="6067293" y="374288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062"/>
            <p:cNvSpPr>
              <a:spLocks noChangeShapeType="1"/>
            </p:cNvSpPr>
            <p:nvPr/>
          </p:nvSpPr>
          <p:spPr bwMode="auto">
            <a:xfrm>
              <a:off x="6485825" y="362878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062"/>
            <p:cNvSpPr>
              <a:spLocks noChangeShapeType="1"/>
            </p:cNvSpPr>
            <p:nvPr/>
          </p:nvSpPr>
          <p:spPr bwMode="auto">
            <a:xfrm>
              <a:off x="6481473" y="3756224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4640345" y="3701226"/>
            <a:ext cx="1290320" cy="165100"/>
            <a:chOff x="4676390" y="3698240"/>
            <a:chExt cx="1290320" cy="165100"/>
          </a:xfrm>
        </p:grpSpPr>
        <p:cxnSp>
          <p:nvCxnSpPr>
            <p:cNvPr id="138" name="直接连接符 137"/>
            <p:cNvCxnSpPr/>
            <p:nvPr/>
          </p:nvCxnSpPr>
          <p:spPr>
            <a:xfrm flipH="1">
              <a:off x="4676390" y="3698240"/>
              <a:ext cx="1290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9" name="直接连接符 138"/>
            <p:cNvCxnSpPr/>
            <p:nvPr/>
          </p:nvCxnSpPr>
          <p:spPr>
            <a:xfrm>
              <a:off x="4680055" y="3698240"/>
              <a:ext cx="0" cy="157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0" name="直接连接符 139"/>
            <p:cNvCxnSpPr/>
            <p:nvPr/>
          </p:nvCxnSpPr>
          <p:spPr>
            <a:xfrm>
              <a:off x="5959235" y="3698240"/>
              <a:ext cx="0" cy="165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56" name="直接连接符 155"/>
          <p:cNvCxnSpPr/>
          <p:nvPr/>
        </p:nvCxnSpPr>
        <p:spPr>
          <a:xfrm>
            <a:off x="4655249" y="3855720"/>
            <a:ext cx="1260138" cy="1454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组合 180"/>
          <p:cNvGrpSpPr/>
          <p:nvPr/>
        </p:nvGrpSpPr>
        <p:grpSpPr>
          <a:xfrm>
            <a:off x="7740352" y="3681028"/>
            <a:ext cx="1116124" cy="43474"/>
            <a:chOff x="7740352" y="3681028"/>
            <a:chExt cx="1116124" cy="43474"/>
          </a:xfrm>
        </p:grpSpPr>
        <p:cxnSp>
          <p:nvCxnSpPr>
            <p:cNvPr id="169" name="直接连接符 168"/>
            <p:cNvCxnSpPr/>
            <p:nvPr/>
          </p:nvCxnSpPr>
          <p:spPr>
            <a:xfrm flipH="1">
              <a:off x="7740352" y="3701672"/>
              <a:ext cx="11161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1" name="Line 1062"/>
            <p:cNvSpPr>
              <a:spLocks noChangeShapeType="1"/>
            </p:cNvSpPr>
            <p:nvPr/>
          </p:nvSpPr>
          <p:spPr bwMode="auto">
            <a:xfrm flipH="1" flipV="1">
              <a:off x="7848364" y="3686908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062"/>
            <p:cNvSpPr>
              <a:spLocks noChangeShapeType="1"/>
            </p:cNvSpPr>
            <p:nvPr/>
          </p:nvSpPr>
          <p:spPr bwMode="auto">
            <a:xfrm flipH="1" flipV="1">
              <a:off x="8208404" y="3688498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062"/>
            <p:cNvSpPr>
              <a:spLocks noChangeShapeType="1"/>
            </p:cNvSpPr>
            <p:nvPr/>
          </p:nvSpPr>
          <p:spPr bwMode="auto">
            <a:xfrm flipH="1" flipV="1">
              <a:off x="8092328" y="368367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062"/>
            <p:cNvSpPr>
              <a:spLocks noChangeShapeType="1"/>
            </p:cNvSpPr>
            <p:nvPr/>
          </p:nvSpPr>
          <p:spPr bwMode="auto">
            <a:xfrm flipH="1" flipV="1">
              <a:off x="7976696" y="3681028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062"/>
            <p:cNvSpPr>
              <a:spLocks noChangeShapeType="1"/>
            </p:cNvSpPr>
            <p:nvPr/>
          </p:nvSpPr>
          <p:spPr bwMode="auto">
            <a:xfrm flipH="1" flipV="1">
              <a:off x="8337180" y="3686908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062"/>
            <p:cNvSpPr>
              <a:spLocks noChangeShapeType="1"/>
            </p:cNvSpPr>
            <p:nvPr/>
          </p:nvSpPr>
          <p:spPr bwMode="auto">
            <a:xfrm flipH="1" flipV="1">
              <a:off x="8563364" y="368367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062"/>
            <p:cNvSpPr>
              <a:spLocks noChangeShapeType="1"/>
            </p:cNvSpPr>
            <p:nvPr/>
          </p:nvSpPr>
          <p:spPr bwMode="auto">
            <a:xfrm flipH="1" flipV="1">
              <a:off x="8447732" y="3681028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062"/>
            <p:cNvSpPr>
              <a:spLocks noChangeShapeType="1"/>
            </p:cNvSpPr>
            <p:nvPr/>
          </p:nvSpPr>
          <p:spPr bwMode="auto">
            <a:xfrm flipH="1" flipV="1">
              <a:off x="8776031" y="368367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062"/>
            <p:cNvSpPr>
              <a:spLocks noChangeShapeType="1"/>
            </p:cNvSpPr>
            <p:nvPr/>
          </p:nvSpPr>
          <p:spPr bwMode="auto">
            <a:xfrm flipH="1" flipV="1">
              <a:off x="8662939" y="3681028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2" name="Text Box 73"/>
          <p:cNvSpPr txBox="1">
            <a:spLocks noChangeArrowheads="1"/>
          </p:cNvSpPr>
          <p:nvPr/>
        </p:nvSpPr>
        <p:spPr bwMode="auto">
          <a:xfrm>
            <a:off x="1100443" y="413712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）画套筒</a:t>
            </a:r>
          </a:p>
        </p:txBody>
      </p:sp>
      <p:sp>
        <p:nvSpPr>
          <p:cNvPr id="183" name="椭圆 182"/>
          <p:cNvSpPr/>
          <p:nvPr/>
        </p:nvSpPr>
        <p:spPr>
          <a:xfrm>
            <a:off x="4998536" y="1867937"/>
            <a:ext cx="556706" cy="5567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5" name="椭圆 184"/>
          <p:cNvSpPr/>
          <p:nvPr/>
        </p:nvSpPr>
        <p:spPr>
          <a:xfrm>
            <a:off x="4778816" y="1648217"/>
            <a:ext cx="996146" cy="99614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/>
          <p:cNvSpPr/>
          <p:nvPr/>
        </p:nvSpPr>
        <p:spPr>
          <a:xfrm>
            <a:off x="7488324" y="1664964"/>
            <a:ext cx="1188132" cy="99271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/>
          <p:cNvSpPr/>
          <p:nvPr/>
        </p:nvSpPr>
        <p:spPr>
          <a:xfrm rot="5400000">
            <a:off x="4690314" y="4570825"/>
            <a:ext cx="1188132" cy="99271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4" name="组合 213"/>
          <p:cNvGrpSpPr/>
          <p:nvPr/>
        </p:nvGrpSpPr>
        <p:grpSpPr>
          <a:xfrm>
            <a:off x="7488324" y="1846200"/>
            <a:ext cx="1188132" cy="600180"/>
            <a:chOff x="7488324" y="1846200"/>
            <a:chExt cx="1188132" cy="600180"/>
          </a:xfrm>
        </p:grpSpPr>
        <p:grpSp>
          <p:nvGrpSpPr>
            <p:cNvPr id="189" name="组合 188"/>
            <p:cNvGrpSpPr/>
            <p:nvPr/>
          </p:nvGrpSpPr>
          <p:grpSpPr>
            <a:xfrm>
              <a:off x="7488324" y="1846200"/>
              <a:ext cx="1188132" cy="43474"/>
              <a:chOff x="7740352" y="3681028"/>
              <a:chExt cx="1188132" cy="43474"/>
            </a:xfrm>
          </p:grpSpPr>
          <p:cxnSp>
            <p:nvCxnSpPr>
              <p:cNvPr id="190" name="直接连接符 189"/>
              <p:cNvCxnSpPr/>
              <p:nvPr/>
            </p:nvCxnSpPr>
            <p:spPr>
              <a:xfrm flipH="1">
                <a:off x="7740352" y="3701672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1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1062"/>
              <p:cNvSpPr>
                <a:spLocks noChangeShapeType="1"/>
              </p:cNvSpPr>
              <p:nvPr/>
            </p:nvSpPr>
            <p:spPr bwMode="auto">
              <a:xfrm flipH="1" flipV="1">
                <a:off x="797669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Line 1062"/>
              <p:cNvSpPr>
                <a:spLocks noChangeShapeType="1"/>
              </p:cNvSpPr>
              <p:nvPr/>
            </p:nvSpPr>
            <p:spPr bwMode="auto">
              <a:xfrm flipH="1" flipV="1">
                <a:off x="858241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Line 1062"/>
              <p:cNvSpPr>
                <a:spLocks noChangeShapeType="1"/>
              </p:cNvSpPr>
              <p:nvPr/>
            </p:nvSpPr>
            <p:spPr bwMode="auto">
              <a:xfrm flipH="1" flipV="1">
                <a:off x="845535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Line 1062"/>
              <p:cNvSpPr>
                <a:spLocks noChangeShapeType="1"/>
              </p:cNvSpPr>
              <p:nvPr/>
            </p:nvSpPr>
            <p:spPr bwMode="auto">
              <a:xfrm flipH="1" flipV="1">
                <a:off x="8833181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1062"/>
              <p:cNvSpPr>
                <a:spLocks noChangeShapeType="1"/>
              </p:cNvSpPr>
              <p:nvPr/>
            </p:nvSpPr>
            <p:spPr bwMode="auto">
              <a:xfrm flipH="1" flipV="1">
                <a:off x="8704849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0" name="组合 199"/>
            <p:cNvGrpSpPr/>
            <p:nvPr/>
          </p:nvGrpSpPr>
          <p:grpSpPr>
            <a:xfrm>
              <a:off x="7488324" y="2402906"/>
              <a:ext cx="1188132" cy="43474"/>
              <a:chOff x="7740352" y="3681028"/>
              <a:chExt cx="1188132" cy="43474"/>
            </a:xfrm>
          </p:grpSpPr>
          <p:cxnSp>
            <p:nvCxnSpPr>
              <p:cNvPr id="201" name="直接连接符 200"/>
              <p:cNvCxnSpPr/>
              <p:nvPr/>
            </p:nvCxnSpPr>
            <p:spPr>
              <a:xfrm flipH="1">
                <a:off x="7740352" y="3701672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2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1062"/>
              <p:cNvSpPr>
                <a:spLocks noChangeShapeType="1"/>
              </p:cNvSpPr>
              <p:nvPr/>
            </p:nvSpPr>
            <p:spPr bwMode="auto">
              <a:xfrm flipH="1" flipV="1">
                <a:off x="797669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Line 1062"/>
              <p:cNvSpPr>
                <a:spLocks noChangeShapeType="1"/>
              </p:cNvSpPr>
              <p:nvPr/>
            </p:nvSpPr>
            <p:spPr bwMode="auto">
              <a:xfrm flipH="1" flipV="1">
                <a:off x="857479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" name="Line 1062"/>
              <p:cNvSpPr>
                <a:spLocks noChangeShapeType="1"/>
              </p:cNvSpPr>
              <p:nvPr/>
            </p:nvSpPr>
            <p:spPr bwMode="auto">
              <a:xfrm flipH="1" flipV="1">
                <a:off x="845535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" name="Line 1062"/>
              <p:cNvSpPr>
                <a:spLocks noChangeShapeType="1"/>
              </p:cNvSpPr>
              <p:nvPr/>
            </p:nvSpPr>
            <p:spPr bwMode="auto">
              <a:xfrm flipH="1" flipV="1">
                <a:off x="8825552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" name="Line 1062"/>
              <p:cNvSpPr>
                <a:spLocks noChangeShapeType="1"/>
              </p:cNvSpPr>
              <p:nvPr/>
            </p:nvSpPr>
            <p:spPr bwMode="auto">
              <a:xfrm flipH="1" flipV="1">
                <a:off x="8701030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5" name="组合 214"/>
          <p:cNvGrpSpPr/>
          <p:nvPr/>
        </p:nvGrpSpPr>
        <p:grpSpPr>
          <a:xfrm rot="5400000">
            <a:off x="4685956" y="4767092"/>
            <a:ext cx="1188132" cy="600180"/>
            <a:chOff x="7488324" y="1846200"/>
            <a:chExt cx="1188132" cy="600180"/>
          </a:xfrm>
        </p:grpSpPr>
        <p:grpSp>
          <p:nvGrpSpPr>
            <p:cNvPr id="216" name="组合 215"/>
            <p:cNvGrpSpPr/>
            <p:nvPr/>
          </p:nvGrpSpPr>
          <p:grpSpPr>
            <a:xfrm>
              <a:off x="7488324" y="1846200"/>
              <a:ext cx="1188132" cy="43474"/>
              <a:chOff x="7740352" y="3681028"/>
              <a:chExt cx="1188132" cy="43474"/>
            </a:xfrm>
          </p:grpSpPr>
          <p:cxnSp>
            <p:nvCxnSpPr>
              <p:cNvPr id="228" name="直接连接符 227"/>
              <p:cNvCxnSpPr/>
              <p:nvPr/>
            </p:nvCxnSpPr>
            <p:spPr>
              <a:xfrm flipH="1">
                <a:off x="7740352" y="3701672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29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" name="Line 1062"/>
              <p:cNvSpPr>
                <a:spLocks noChangeShapeType="1"/>
              </p:cNvSpPr>
              <p:nvPr/>
            </p:nvSpPr>
            <p:spPr bwMode="auto">
              <a:xfrm flipH="1" flipV="1">
                <a:off x="796145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Line 1062"/>
              <p:cNvSpPr>
                <a:spLocks noChangeShapeType="1"/>
              </p:cNvSpPr>
              <p:nvPr/>
            </p:nvSpPr>
            <p:spPr bwMode="auto">
              <a:xfrm flipH="1" flipV="1">
                <a:off x="858241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" name="Line 1062"/>
              <p:cNvSpPr>
                <a:spLocks noChangeShapeType="1"/>
              </p:cNvSpPr>
              <p:nvPr/>
            </p:nvSpPr>
            <p:spPr bwMode="auto">
              <a:xfrm flipH="1" flipV="1">
                <a:off x="845535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" name="Line 1062"/>
              <p:cNvSpPr>
                <a:spLocks noChangeShapeType="1"/>
              </p:cNvSpPr>
              <p:nvPr/>
            </p:nvSpPr>
            <p:spPr bwMode="auto">
              <a:xfrm flipH="1" flipV="1">
                <a:off x="8833181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Line 1062"/>
              <p:cNvSpPr>
                <a:spLocks noChangeShapeType="1"/>
              </p:cNvSpPr>
              <p:nvPr/>
            </p:nvSpPr>
            <p:spPr bwMode="auto">
              <a:xfrm flipH="1" flipV="1">
                <a:off x="8704849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7" name="组合 216"/>
            <p:cNvGrpSpPr/>
            <p:nvPr/>
          </p:nvGrpSpPr>
          <p:grpSpPr>
            <a:xfrm>
              <a:off x="7488324" y="2402906"/>
              <a:ext cx="1188132" cy="43474"/>
              <a:chOff x="7740352" y="3681028"/>
              <a:chExt cx="1188132" cy="43474"/>
            </a:xfrm>
          </p:grpSpPr>
          <p:cxnSp>
            <p:nvCxnSpPr>
              <p:cNvPr id="218" name="直接连接符 217"/>
              <p:cNvCxnSpPr/>
              <p:nvPr/>
            </p:nvCxnSpPr>
            <p:spPr>
              <a:xfrm flipH="1">
                <a:off x="7740352" y="3701672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9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Line 1062"/>
              <p:cNvSpPr>
                <a:spLocks noChangeShapeType="1"/>
              </p:cNvSpPr>
              <p:nvPr/>
            </p:nvSpPr>
            <p:spPr bwMode="auto">
              <a:xfrm flipH="1" flipV="1">
                <a:off x="796145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Line 1062"/>
              <p:cNvSpPr>
                <a:spLocks noChangeShapeType="1"/>
              </p:cNvSpPr>
              <p:nvPr/>
            </p:nvSpPr>
            <p:spPr bwMode="auto">
              <a:xfrm flipH="1" flipV="1">
                <a:off x="857479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Line 1062"/>
              <p:cNvSpPr>
                <a:spLocks noChangeShapeType="1"/>
              </p:cNvSpPr>
              <p:nvPr/>
            </p:nvSpPr>
            <p:spPr bwMode="auto">
              <a:xfrm flipH="1" flipV="1">
                <a:off x="845535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" name="Line 1062"/>
              <p:cNvSpPr>
                <a:spLocks noChangeShapeType="1"/>
              </p:cNvSpPr>
              <p:nvPr/>
            </p:nvSpPr>
            <p:spPr bwMode="auto">
              <a:xfrm flipH="1" flipV="1">
                <a:off x="8825552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Line 1062"/>
              <p:cNvSpPr>
                <a:spLocks noChangeShapeType="1"/>
              </p:cNvSpPr>
              <p:nvPr/>
            </p:nvSpPr>
            <p:spPr bwMode="auto">
              <a:xfrm flipH="1" flipV="1">
                <a:off x="8701030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38" name="组合 237"/>
          <p:cNvGrpSpPr/>
          <p:nvPr/>
        </p:nvGrpSpPr>
        <p:grpSpPr>
          <a:xfrm rot="5400000">
            <a:off x="4716283" y="4599911"/>
            <a:ext cx="1134639" cy="1385105"/>
            <a:chOff x="7488324" y="1846200"/>
            <a:chExt cx="1188132" cy="600180"/>
          </a:xfrm>
        </p:grpSpPr>
        <p:grpSp>
          <p:nvGrpSpPr>
            <p:cNvPr id="239" name="组合 238"/>
            <p:cNvGrpSpPr/>
            <p:nvPr/>
          </p:nvGrpSpPr>
          <p:grpSpPr>
            <a:xfrm>
              <a:off x="7488324" y="1846200"/>
              <a:ext cx="1188132" cy="43474"/>
              <a:chOff x="7740352" y="3681028"/>
              <a:chExt cx="1188132" cy="43474"/>
            </a:xfrm>
          </p:grpSpPr>
          <p:cxnSp>
            <p:nvCxnSpPr>
              <p:cNvPr id="251" name="直接连接符 250"/>
              <p:cNvCxnSpPr/>
              <p:nvPr/>
            </p:nvCxnSpPr>
            <p:spPr>
              <a:xfrm flipH="1">
                <a:off x="7740352" y="3701672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2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4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5" name="Line 1062"/>
              <p:cNvSpPr>
                <a:spLocks noChangeShapeType="1"/>
              </p:cNvSpPr>
              <p:nvPr/>
            </p:nvSpPr>
            <p:spPr bwMode="auto">
              <a:xfrm flipH="1" flipV="1">
                <a:off x="797669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" name="Line 1062"/>
              <p:cNvSpPr>
                <a:spLocks noChangeShapeType="1"/>
              </p:cNvSpPr>
              <p:nvPr/>
            </p:nvSpPr>
            <p:spPr bwMode="auto">
              <a:xfrm flipH="1" flipV="1">
                <a:off x="858241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8" name="Line 1062"/>
              <p:cNvSpPr>
                <a:spLocks noChangeShapeType="1"/>
              </p:cNvSpPr>
              <p:nvPr/>
            </p:nvSpPr>
            <p:spPr bwMode="auto">
              <a:xfrm flipH="1" flipV="1">
                <a:off x="845535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9" name="Line 1062"/>
              <p:cNvSpPr>
                <a:spLocks noChangeShapeType="1"/>
              </p:cNvSpPr>
              <p:nvPr/>
            </p:nvSpPr>
            <p:spPr bwMode="auto">
              <a:xfrm flipH="1" flipV="1">
                <a:off x="8833181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0" name="Line 1062"/>
              <p:cNvSpPr>
                <a:spLocks noChangeShapeType="1"/>
              </p:cNvSpPr>
              <p:nvPr/>
            </p:nvSpPr>
            <p:spPr bwMode="auto">
              <a:xfrm flipH="1" flipV="1">
                <a:off x="8704849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0" name="组合 239"/>
            <p:cNvGrpSpPr/>
            <p:nvPr/>
          </p:nvGrpSpPr>
          <p:grpSpPr>
            <a:xfrm>
              <a:off x="7488324" y="2402906"/>
              <a:ext cx="1188132" cy="43474"/>
              <a:chOff x="7740352" y="3681028"/>
              <a:chExt cx="1188132" cy="43474"/>
            </a:xfrm>
          </p:grpSpPr>
          <p:cxnSp>
            <p:nvCxnSpPr>
              <p:cNvPr id="241" name="直接连接符 240"/>
              <p:cNvCxnSpPr/>
              <p:nvPr/>
            </p:nvCxnSpPr>
            <p:spPr>
              <a:xfrm flipH="1">
                <a:off x="7740352" y="3701672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42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3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4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" name="Line 1062"/>
              <p:cNvSpPr>
                <a:spLocks noChangeShapeType="1"/>
              </p:cNvSpPr>
              <p:nvPr/>
            </p:nvSpPr>
            <p:spPr bwMode="auto">
              <a:xfrm flipH="1" flipV="1">
                <a:off x="797669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" name="Line 1062"/>
              <p:cNvSpPr>
                <a:spLocks noChangeShapeType="1"/>
              </p:cNvSpPr>
              <p:nvPr/>
            </p:nvSpPr>
            <p:spPr bwMode="auto">
              <a:xfrm flipH="1" flipV="1">
                <a:off x="857479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8" name="Line 1062"/>
              <p:cNvSpPr>
                <a:spLocks noChangeShapeType="1"/>
              </p:cNvSpPr>
              <p:nvPr/>
            </p:nvSpPr>
            <p:spPr bwMode="auto">
              <a:xfrm flipH="1" flipV="1">
                <a:off x="845535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" name="Line 1062"/>
              <p:cNvSpPr>
                <a:spLocks noChangeShapeType="1"/>
              </p:cNvSpPr>
              <p:nvPr/>
            </p:nvSpPr>
            <p:spPr bwMode="auto">
              <a:xfrm flipH="1" flipV="1">
                <a:off x="8825552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" name="Line 1062"/>
              <p:cNvSpPr>
                <a:spLocks noChangeShapeType="1"/>
              </p:cNvSpPr>
              <p:nvPr/>
            </p:nvSpPr>
            <p:spPr bwMode="auto">
              <a:xfrm flipH="1" flipV="1">
                <a:off x="8701030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8" name="组合 267"/>
          <p:cNvGrpSpPr/>
          <p:nvPr/>
        </p:nvGrpSpPr>
        <p:grpSpPr>
          <a:xfrm>
            <a:off x="4912410" y="4696760"/>
            <a:ext cx="811718" cy="43474"/>
            <a:chOff x="4912410" y="4696760"/>
            <a:chExt cx="811718" cy="43474"/>
          </a:xfrm>
        </p:grpSpPr>
        <p:sp>
          <p:nvSpPr>
            <p:cNvPr id="261" name="Line 1062"/>
            <p:cNvSpPr>
              <a:spLocks noChangeShapeType="1"/>
            </p:cNvSpPr>
            <p:nvPr/>
          </p:nvSpPr>
          <p:spPr bwMode="auto">
            <a:xfrm flipH="1" flipV="1">
              <a:off x="4912410" y="470264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1062"/>
            <p:cNvSpPr>
              <a:spLocks noChangeShapeType="1"/>
            </p:cNvSpPr>
            <p:nvPr/>
          </p:nvSpPr>
          <p:spPr bwMode="auto">
            <a:xfrm flipH="1" flipV="1">
              <a:off x="5326370" y="470423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1062"/>
            <p:cNvSpPr>
              <a:spLocks noChangeShapeType="1"/>
            </p:cNvSpPr>
            <p:nvPr/>
          </p:nvSpPr>
          <p:spPr bwMode="auto">
            <a:xfrm flipV="1">
              <a:off x="5184775" y="4699402"/>
              <a:ext cx="3103" cy="3336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1062"/>
            <p:cNvSpPr>
              <a:spLocks noChangeShapeType="1"/>
            </p:cNvSpPr>
            <p:nvPr/>
          </p:nvSpPr>
          <p:spPr bwMode="auto">
            <a:xfrm flipH="1" flipV="1">
              <a:off x="5055982" y="469676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1062"/>
            <p:cNvSpPr>
              <a:spLocks noChangeShapeType="1"/>
            </p:cNvSpPr>
            <p:nvPr/>
          </p:nvSpPr>
          <p:spPr bwMode="auto">
            <a:xfrm flipH="1" flipV="1">
              <a:off x="5724128" y="470264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1062"/>
            <p:cNvSpPr>
              <a:spLocks noChangeShapeType="1"/>
            </p:cNvSpPr>
            <p:nvPr/>
          </p:nvSpPr>
          <p:spPr bwMode="auto">
            <a:xfrm flipH="1" flipV="1">
              <a:off x="5591542" y="4699402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1062"/>
            <p:cNvSpPr>
              <a:spLocks noChangeShapeType="1"/>
            </p:cNvSpPr>
            <p:nvPr/>
          </p:nvSpPr>
          <p:spPr bwMode="auto">
            <a:xfrm flipH="1" flipV="1">
              <a:off x="5472100" y="469676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9" name="Text Box 73"/>
          <p:cNvSpPr txBox="1">
            <a:spLocks noChangeArrowheads="1"/>
          </p:cNvSpPr>
          <p:nvPr/>
        </p:nvSpPr>
        <p:spPr bwMode="auto">
          <a:xfrm>
            <a:off x="1100443" y="4587348"/>
            <a:ext cx="22066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）画肋板</a:t>
            </a:r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70" name="直接连接符 269"/>
          <p:cNvCxnSpPr/>
          <p:nvPr/>
        </p:nvCxnSpPr>
        <p:spPr>
          <a:xfrm flipV="1">
            <a:off x="4023642" y="1947532"/>
            <a:ext cx="800386" cy="15543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flipH="1" flipV="1">
            <a:off x="5724128" y="1916832"/>
            <a:ext cx="806890" cy="1585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连接符 276"/>
          <p:cNvCxnSpPr/>
          <p:nvPr/>
        </p:nvCxnSpPr>
        <p:spPr>
          <a:xfrm>
            <a:off x="5724128" y="1916832"/>
            <a:ext cx="20005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组合 284"/>
          <p:cNvGrpSpPr/>
          <p:nvPr/>
        </p:nvGrpSpPr>
        <p:grpSpPr>
          <a:xfrm>
            <a:off x="7723398" y="1916832"/>
            <a:ext cx="268982" cy="1585004"/>
            <a:chOff x="7723398" y="1916832"/>
            <a:chExt cx="268982" cy="1585004"/>
          </a:xfrm>
        </p:grpSpPr>
        <p:cxnSp>
          <p:nvCxnSpPr>
            <p:cNvPr id="279" name="直接连接符 278"/>
            <p:cNvCxnSpPr/>
            <p:nvPr/>
          </p:nvCxnSpPr>
          <p:spPr>
            <a:xfrm flipH="1" flipV="1">
              <a:off x="7723398" y="1916832"/>
              <a:ext cx="15684" cy="15850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 flipH="1" flipV="1">
              <a:off x="7976696" y="1916832"/>
              <a:ext cx="15684" cy="15850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1" name="组合 290"/>
          <p:cNvGrpSpPr/>
          <p:nvPr/>
        </p:nvGrpSpPr>
        <p:grpSpPr>
          <a:xfrm>
            <a:off x="4023642" y="4716790"/>
            <a:ext cx="2507376" cy="260382"/>
            <a:chOff x="4023642" y="4716790"/>
            <a:chExt cx="2507376" cy="260382"/>
          </a:xfrm>
        </p:grpSpPr>
        <p:cxnSp>
          <p:nvCxnSpPr>
            <p:cNvPr id="281" name="直接连接符 280"/>
            <p:cNvCxnSpPr/>
            <p:nvPr/>
          </p:nvCxnSpPr>
          <p:spPr>
            <a:xfrm>
              <a:off x="4031940" y="4977172"/>
              <a:ext cx="24990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7" name="直接连接符 286"/>
            <p:cNvCxnSpPr/>
            <p:nvPr/>
          </p:nvCxnSpPr>
          <p:spPr>
            <a:xfrm flipH="1" flipV="1">
              <a:off x="4023642" y="4720642"/>
              <a:ext cx="2986" cy="256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0" name="直接连接符 289"/>
            <p:cNvCxnSpPr/>
            <p:nvPr/>
          </p:nvCxnSpPr>
          <p:spPr>
            <a:xfrm flipH="1" flipV="1">
              <a:off x="6523679" y="4716790"/>
              <a:ext cx="2986" cy="256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93" name="直接连接符 292"/>
          <p:cNvCxnSpPr/>
          <p:nvPr/>
        </p:nvCxnSpPr>
        <p:spPr>
          <a:xfrm>
            <a:off x="5724128" y="1916832"/>
            <a:ext cx="0" cy="3056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/>
          <p:cNvCxnSpPr/>
          <p:nvPr/>
        </p:nvCxnSpPr>
        <p:spPr>
          <a:xfrm>
            <a:off x="4835458" y="1920684"/>
            <a:ext cx="0" cy="3056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组合 295"/>
          <p:cNvGrpSpPr/>
          <p:nvPr/>
        </p:nvGrpSpPr>
        <p:grpSpPr>
          <a:xfrm>
            <a:off x="4963244" y="4948788"/>
            <a:ext cx="679132" cy="43474"/>
            <a:chOff x="4912410" y="4696760"/>
            <a:chExt cx="679132" cy="43474"/>
          </a:xfrm>
        </p:grpSpPr>
        <p:sp>
          <p:nvSpPr>
            <p:cNvPr id="297" name="Line 1062"/>
            <p:cNvSpPr>
              <a:spLocks noChangeShapeType="1"/>
            </p:cNvSpPr>
            <p:nvPr/>
          </p:nvSpPr>
          <p:spPr bwMode="auto">
            <a:xfrm flipH="1" flipV="1">
              <a:off x="4912410" y="470264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1062"/>
            <p:cNvSpPr>
              <a:spLocks noChangeShapeType="1"/>
            </p:cNvSpPr>
            <p:nvPr/>
          </p:nvSpPr>
          <p:spPr bwMode="auto">
            <a:xfrm flipH="1" flipV="1">
              <a:off x="5326370" y="470423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1062"/>
            <p:cNvSpPr>
              <a:spLocks noChangeShapeType="1"/>
            </p:cNvSpPr>
            <p:nvPr/>
          </p:nvSpPr>
          <p:spPr bwMode="auto">
            <a:xfrm flipV="1">
              <a:off x="5184775" y="4699402"/>
              <a:ext cx="3103" cy="3336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1062"/>
            <p:cNvSpPr>
              <a:spLocks noChangeShapeType="1"/>
            </p:cNvSpPr>
            <p:nvPr/>
          </p:nvSpPr>
          <p:spPr bwMode="auto">
            <a:xfrm flipH="1" flipV="1">
              <a:off x="5055982" y="469676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1062"/>
            <p:cNvSpPr>
              <a:spLocks noChangeShapeType="1"/>
            </p:cNvSpPr>
            <p:nvPr/>
          </p:nvSpPr>
          <p:spPr bwMode="auto">
            <a:xfrm flipH="1" flipV="1">
              <a:off x="5591542" y="4699402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1062"/>
            <p:cNvSpPr>
              <a:spLocks noChangeShapeType="1"/>
            </p:cNvSpPr>
            <p:nvPr/>
          </p:nvSpPr>
          <p:spPr bwMode="auto">
            <a:xfrm flipH="1" flipV="1">
              <a:off x="5472100" y="4696760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" name="组合 317"/>
          <p:cNvGrpSpPr/>
          <p:nvPr/>
        </p:nvGrpSpPr>
        <p:grpSpPr>
          <a:xfrm>
            <a:off x="4788024" y="4725740"/>
            <a:ext cx="992712" cy="244912"/>
            <a:chOff x="4788024" y="4723199"/>
            <a:chExt cx="992712" cy="252011"/>
          </a:xfrm>
        </p:grpSpPr>
        <p:cxnSp>
          <p:nvCxnSpPr>
            <p:cNvPr id="312" name="直接连接符 311"/>
            <p:cNvCxnSpPr/>
            <p:nvPr/>
          </p:nvCxnSpPr>
          <p:spPr>
            <a:xfrm flipH="1">
              <a:off x="4788024" y="4723199"/>
              <a:ext cx="2096" cy="24879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/>
            <p:cNvCxnSpPr/>
            <p:nvPr/>
          </p:nvCxnSpPr>
          <p:spPr>
            <a:xfrm flipH="1">
              <a:off x="5778640" y="4726420"/>
              <a:ext cx="2096" cy="24879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Text Box 73"/>
          <p:cNvSpPr txBox="1">
            <a:spLocks noChangeArrowheads="1"/>
          </p:cNvSpPr>
          <p:nvPr/>
        </p:nvSpPr>
        <p:spPr bwMode="auto">
          <a:xfrm>
            <a:off x="1100443" y="5037567"/>
            <a:ext cx="22066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）画肋板</a:t>
            </a:r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323" name="组合 322"/>
          <p:cNvGrpSpPr/>
          <p:nvPr/>
        </p:nvGrpSpPr>
        <p:grpSpPr>
          <a:xfrm>
            <a:off x="5135364" y="2621228"/>
            <a:ext cx="288032" cy="880608"/>
            <a:chOff x="5148064" y="2644363"/>
            <a:chExt cx="288032" cy="855757"/>
          </a:xfrm>
        </p:grpSpPr>
        <p:cxnSp>
          <p:nvCxnSpPr>
            <p:cNvPr id="320" name="直接连接符 319"/>
            <p:cNvCxnSpPr/>
            <p:nvPr/>
          </p:nvCxnSpPr>
          <p:spPr>
            <a:xfrm flipV="1">
              <a:off x="5148064" y="2644363"/>
              <a:ext cx="0" cy="85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/>
            <p:cNvCxnSpPr/>
            <p:nvPr/>
          </p:nvCxnSpPr>
          <p:spPr>
            <a:xfrm flipV="1">
              <a:off x="5436096" y="2644363"/>
              <a:ext cx="0" cy="85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2" name="直接连接符 321"/>
          <p:cNvCxnSpPr/>
          <p:nvPr/>
        </p:nvCxnSpPr>
        <p:spPr>
          <a:xfrm>
            <a:off x="5423396" y="2621228"/>
            <a:ext cx="31323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/>
          <p:nvPr/>
        </p:nvCxnSpPr>
        <p:spPr>
          <a:xfrm>
            <a:off x="8555744" y="2621228"/>
            <a:ext cx="300732" cy="878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/>
          <p:cNvCxnSpPr/>
          <p:nvPr/>
        </p:nvCxnSpPr>
        <p:spPr>
          <a:xfrm>
            <a:off x="7735418" y="2658596"/>
            <a:ext cx="24127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/>
          <p:cNvCxnSpPr/>
          <p:nvPr/>
        </p:nvCxnSpPr>
        <p:spPr>
          <a:xfrm flipH="1">
            <a:off x="7984538" y="2621228"/>
            <a:ext cx="571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/>
          <p:cNvCxnSpPr/>
          <p:nvPr/>
        </p:nvCxnSpPr>
        <p:spPr>
          <a:xfrm flipV="1">
            <a:off x="7987644" y="2656056"/>
            <a:ext cx="568100" cy="1176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" name="组合 339"/>
          <p:cNvGrpSpPr/>
          <p:nvPr/>
        </p:nvGrpSpPr>
        <p:grpSpPr>
          <a:xfrm>
            <a:off x="5133190" y="4979173"/>
            <a:ext cx="288032" cy="880608"/>
            <a:chOff x="5148064" y="2644363"/>
            <a:chExt cx="288032" cy="855757"/>
          </a:xfrm>
        </p:grpSpPr>
        <p:cxnSp>
          <p:nvCxnSpPr>
            <p:cNvPr id="341" name="直接连接符 340"/>
            <p:cNvCxnSpPr/>
            <p:nvPr/>
          </p:nvCxnSpPr>
          <p:spPr>
            <a:xfrm flipV="1">
              <a:off x="5148064" y="2644363"/>
              <a:ext cx="0" cy="85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/>
            <p:cNvCxnSpPr/>
            <p:nvPr/>
          </p:nvCxnSpPr>
          <p:spPr>
            <a:xfrm flipV="1">
              <a:off x="5436096" y="2644363"/>
              <a:ext cx="0" cy="85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0" name="组合 349"/>
          <p:cNvGrpSpPr/>
          <p:nvPr/>
        </p:nvGrpSpPr>
        <p:grpSpPr>
          <a:xfrm>
            <a:off x="5110039" y="5076152"/>
            <a:ext cx="41884" cy="489793"/>
            <a:chOff x="5133922" y="5220923"/>
            <a:chExt cx="41884" cy="489793"/>
          </a:xfrm>
        </p:grpSpPr>
        <p:sp>
          <p:nvSpPr>
            <p:cNvPr id="345" name="Line 1062"/>
            <p:cNvSpPr>
              <a:spLocks noChangeShapeType="1"/>
            </p:cNvSpPr>
            <p:nvPr/>
          </p:nvSpPr>
          <p:spPr bwMode="auto">
            <a:xfrm rot="5400000" flipH="1" flipV="1">
              <a:off x="5151213" y="5203632"/>
              <a:ext cx="1421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1062"/>
            <p:cNvSpPr>
              <a:spLocks noChangeShapeType="1"/>
            </p:cNvSpPr>
            <p:nvPr/>
          </p:nvSpPr>
          <p:spPr bwMode="auto">
            <a:xfrm rot="5400000" flipH="1" flipV="1">
              <a:off x="5155162" y="5441956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1062"/>
            <p:cNvSpPr>
              <a:spLocks noChangeShapeType="1"/>
            </p:cNvSpPr>
            <p:nvPr/>
          </p:nvSpPr>
          <p:spPr bwMode="auto">
            <a:xfrm rot="5400000" flipH="1" flipV="1">
              <a:off x="5157804" y="5322514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1062"/>
            <p:cNvSpPr>
              <a:spLocks noChangeShapeType="1"/>
            </p:cNvSpPr>
            <p:nvPr/>
          </p:nvSpPr>
          <p:spPr bwMode="auto">
            <a:xfrm rot="5400000" flipH="1" flipV="1">
              <a:off x="5155162" y="5692714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1062"/>
            <p:cNvSpPr>
              <a:spLocks noChangeShapeType="1"/>
            </p:cNvSpPr>
            <p:nvPr/>
          </p:nvSpPr>
          <p:spPr bwMode="auto">
            <a:xfrm rot="5400000" flipH="1" flipV="1">
              <a:off x="5157804" y="5568192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1" name="组合 350"/>
          <p:cNvGrpSpPr/>
          <p:nvPr/>
        </p:nvGrpSpPr>
        <p:grpSpPr>
          <a:xfrm>
            <a:off x="5392266" y="5071211"/>
            <a:ext cx="41884" cy="489793"/>
            <a:chOff x="5133922" y="5220923"/>
            <a:chExt cx="41884" cy="489793"/>
          </a:xfrm>
        </p:grpSpPr>
        <p:sp>
          <p:nvSpPr>
            <p:cNvPr id="352" name="Line 1062"/>
            <p:cNvSpPr>
              <a:spLocks noChangeShapeType="1"/>
            </p:cNvSpPr>
            <p:nvPr/>
          </p:nvSpPr>
          <p:spPr bwMode="auto">
            <a:xfrm rot="5400000" flipH="1" flipV="1">
              <a:off x="5151213" y="5203632"/>
              <a:ext cx="1421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1062"/>
            <p:cNvSpPr>
              <a:spLocks noChangeShapeType="1"/>
            </p:cNvSpPr>
            <p:nvPr/>
          </p:nvSpPr>
          <p:spPr bwMode="auto">
            <a:xfrm rot="5400000" flipH="1" flipV="1">
              <a:off x="5155162" y="5441956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1062"/>
            <p:cNvSpPr>
              <a:spLocks noChangeShapeType="1"/>
            </p:cNvSpPr>
            <p:nvPr/>
          </p:nvSpPr>
          <p:spPr bwMode="auto">
            <a:xfrm rot="5400000" flipH="1" flipV="1">
              <a:off x="5157804" y="5322514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1062"/>
            <p:cNvSpPr>
              <a:spLocks noChangeShapeType="1"/>
            </p:cNvSpPr>
            <p:nvPr/>
          </p:nvSpPr>
          <p:spPr bwMode="auto">
            <a:xfrm rot="5400000" flipH="1" flipV="1">
              <a:off x="5155162" y="5692714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1062"/>
            <p:cNvSpPr>
              <a:spLocks noChangeShapeType="1"/>
            </p:cNvSpPr>
            <p:nvPr/>
          </p:nvSpPr>
          <p:spPr bwMode="auto">
            <a:xfrm rot="5400000" flipH="1" flipV="1">
              <a:off x="5157804" y="5568192"/>
              <a:ext cx="0" cy="360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98623" y="3630909"/>
            <a:ext cx="90488" cy="106363"/>
            <a:chOff x="4198623" y="3630909"/>
            <a:chExt cx="90488" cy="106363"/>
          </a:xfrm>
        </p:grpSpPr>
        <p:sp>
          <p:nvSpPr>
            <p:cNvPr id="272" name="Line 1062"/>
            <p:cNvSpPr>
              <a:spLocks noChangeShapeType="1"/>
            </p:cNvSpPr>
            <p:nvPr/>
          </p:nvSpPr>
          <p:spPr bwMode="auto">
            <a:xfrm>
              <a:off x="4198623" y="363090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1063"/>
            <p:cNvSpPr>
              <a:spLocks noChangeShapeType="1"/>
            </p:cNvSpPr>
            <p:nvPr/>
          </p:nvSpPr>
          <p:spPr bwMode="auto">
            <a:xfrm>
              <a:off x="4203386" y="3737272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273163" y="3658552"/>
            <a:ext cx="90488" cy="106363"/>
            <a:chOff x="6273163" y="3658552"/>
            <a:chExt cx="90488" cy="106363"/>
          </a:xfrm>
        </p:grpSpPr>
        <p:sp>
          <p:nvSpPr>
            <p:cNvPr id="274" name="Line 1062"/>
            <p:cNvSpPr>
              <a:spLocks noChangeShapeType="1"/>
            </p:cNvSpPr>
            <p:nvPr/>
          </p:nvSpPr>
          <p:spPr bwMode="auto">
            <a:xfrm>
              <a:off x="6273163" y="3658552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1063"/>
            <p:cNvSpPr>
              <a:spLocks noChangeShapeType="1"/>
            </p:cNvSpPr>
            <p:nvPr/>
          </p:nvSpPr>
          <p:spPr bwMode="auto">
            <a:xfrm>
              <a:off x="6277926" y="3764915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8441952" y="3544632"/>
            <a:ext cx="90488" cy="106363"/>
            <a:chOff x="6273163" y="3658552"/>
            <a:chExt cx="90488" cy="106363"/>
          </a:xfrm>
        </p:grpSpPr>
        <p:sp>
          <p:nvSpPr>
            <p:cNvPr id="282" name="Line 1062"/>
            <p:cNvSpPr>
              <a:spLocks noChangeShapeType="1"/>
            </p:cNvSpPr>
            <p:nvPr/>
          </p:nvSpPr>
          <p:spPr bwMode="auto">
            <a:xfrm>
              <a:off x="6273163" y="3658552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1063"/>
            <p:cNvSpPr>
              <a:spLocks noChangeShapeType="1"/>
            </p:cNvSpPr>
            <p:nvPr/>
          </p:nvSpPr>
          <p:spPr bwMode="auto">
            <a:xfrm>
              <a:off x="6277926" y="3764915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6" name="Text Box 120"/>
          <p:cNvSpPr txBox="1">
            <a:spLocks noChangeArrowheads="1"/>
          </p:cNvSpPr>
          <p:nvPr/>
        </p:nvSpPr>
        <p:spPr bwMode="auto">
          <a:xfrm>
            <a:off x="443611" y="5761485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检查，加深：</a:t>
            </a:r>
          </a:p>
        </p:txBody>
      </p:sp>
      <p:cxnSp>
        <p:nvCxnSpPr>
          <p:cNvPr id="288" name="直接连接符 287"/>
          <p:cNvCxnSpPr/>
          <p:nvPr/>
        </p:nvCxnSpPr>
        <p:spPr>
          <a:xfrm>
            <a:off x="5138524" y="4974645"/>
            <a:ext cx="274982" cy="507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5229860" y="4358689"/>
            <a:ext cx="109681" cy="1662807"/>
            <a:chOff x="1898651" y="4192588"/>
            <a:chExt cx="109681" cy="1662807"/>
          </a:xfrm>
        </p:grpSpPr>
        <p:sp>
          <p:nvSpPr>
            <p:cNvPr id="20" name="Line 1060"/>
            <p:cNvSpPr>
              <a:spLocks noChangeShapeType="1"/>
            </p:cNvSpPr>
            <p:nvPr/>
          </p:nvSpPr>
          <p:spPr bwMode="auto">
            <a:xfrm flipH="1">
              <a:off x="1946276" y="4192588"/>
              <a:ext cx="1588" cy="1662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062"/>
            <p:cNvSpPr>
              <a:spLocks noChangeShapeType="1"/>
            </p:cNvSpPr>
            <p:nvPr/>
          </p:nvSpPr>
          <p:spPr bwMode="auto">
            <a:xfrm>
              <a:off x="1917844" y="4367560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063"/>
            <p:cNvSpPr>
              <a:spLocks noChangeShapeType="1"/>
            </p:cNvSpPr>
            <p:nvPr/>
          </p:nvSpPr>
          <p:spPr bwMode="auto">
            <a:xfrm>
              <a:off x="1922607" y="447392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065"/>
            <p:cNvSpPr>
              <a:spLocks noChangeShapeType="1"/>
            </p:cNvSpPr>
            <p:nvPr/>
          </p:nvSpPr>
          <p:spPr bwMode="auto">
            <a:xfrm>
              <a:off x="1898651" y="510222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066"/>
            <p:cNvSpPr>
              <a:spLocks noChangeShapeType="1"/>
            </p:cNvSpPr>
            <p:nvPr/>
          </p:nvSpPr>
          <p:spPr bwMode="auto">
            <a:xfrm>
              <a:off x="1903414" y="520858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3762576" y="1412776"/>
            <a:ext cx="5112950" cy="4608720"/>
            <a:chOff x="3762576" y="1412776"/>
            <a:chExt cx="5112950" cy="4608720"/>
          </a:xfrm>
        </p:grpSpPr>
        <p:grpSp>
          <p:nvGrpSpPr>
            <p:cNvPr id="294" name="组合 293"/>
            <p:cNvGrpSpPr/>
            <p:nvPr/>
          </p:nvGrpSpPr>
          <p:grpSpPr>
            <a:xfrm>
              <a:off x="5229264" y="1412776"/>
              <a:ext cx="100489" cy="2520280"/>
              <a:chOff x="5229264" y="1412776"/>
              <a:chExt cx="100489" cy="2520280"/>
            </a:xfrm>
          </p:grpSpPr>
          <p:grpSp>
            <p:nvGrpSpPr>
              <p:cNvPr id="561" name="组合 560"/>
              <p:cNvGrpSpPr/>
              <p:nvPr/>
            </p:nvGrpSpPr>
            <p:grpSpPr>
              <a:xfrm>
                <a:off x="5234501" y="1412776"/>
                <a:ext cx="95252" cy="2520280"/>
                <a:chOff x="2366653" y="1268760"/>
                <a:chExt cx="95252" cy="2520280"/>
              </a:xfrm>
            </p:grpSpPr>
            <p:cxnSp>
              <p:nvCxnSpPr>
                <p:cNvPr id="564" name="直接连接符 563"/>
                <p:cNvCxnSpPr/>
                <p:nvPr/>
              </p:nvCxnSpPr>
              <p:spPr>
                <a:xfrm>
                  <a:off x="2411760" y="1268760"/>
                  <a:ext cx="1444" cy="2457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5" name="Line 1062"/>
                <p:cNvSpPr>
                  <a:spLocks noChangeShapeType="1"/>
                </p:cNvSpPr>
                <p:nvPr/>
              </p:nvSpPr>
              <p:spPr bwMode="auto">
                <a:xfrm>
                  <a:off x="2371417" y="3178621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6" name="Line 1063"/>
                <p:cNvSpPr>
                  <a:spLocks noChangeShapeType="1"/>
                </p:cNvSpPr>
                <p:nvPr/>
              </p:nvSpPr>
              <p:spPr bwMode="auto">
                <a:xfrm>
                  <a:off x="2376180" y="3284984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7" name="Line 1066"/>
                <p:cNvSpPr>
                  <a:spLocks noChangeShapeType="1"/>
                </p:cNvSpPr>
                <p:nvPr/>
              </p:nvSpPr>
              <p:spPr bwMode="auto">
                <a:xfrm>
                  <a:off x="2371417" y="3789040"/>
                  <a:ext cx="7129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8" name="Line 1062"/>
                <p:cNvSpPr>
                  <a:spLocks noChangeShapeType="1"/>
                </p:cNvSpPr>
                <p:nvPr/>
              </p:nvSpPr>
              <p:spPr bwMode="auto">
                <a:xfrm>
                  <a:off x="2366653" y="1818536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9" name="Line 1063"/>
                <p:cNvSpPr>
                  <a:spLocks noChangeShapeType="1"/>
                </p:cNvSpPr>
                <p:nvPr/>
              </p:nvSpPr>
              <p:spPr bwMode="auto">
                <a:xfrm>
                  <a:off x="2371416" y="1924899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2" name="Line 1062"/>
              <p:cNvSpPr>
                <a:spLocks noChangeShapeType="1"/>
              </p:cNvSpPr>
              <p:nvPr/>
            </p:nvSpPr>
            <p:spPr bwMode="auto">
              <a:xfrm>
                <a:off x="5229264" y="2780928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" name="Line 1063"/>
              <p:cNvSpPr>
                <a:spLocks noChangeShapeType="1"/>
              </p:cNvSpPr>
              <p:nvPr/>
            </p:nvSpPr>
            <p:spPr bwMode="auto">
              <a:xfrm>
                <a:off x="5234027" y="288729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01" name="直接连接符 300"/>
            <p:cNvCxnSpPr/>
            <p:nvPr/>
          </p:nvCxnSpPr>
          <p:spPr>
            <a:xfrm>
              <a:off x="3798158" y="3861048"/>
              <a:ext cx="30022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4" name="直接连接符 303"/>
            <p:cNvCxnSpPr/>
            <p:nvPr/>
          </p:nvCxnSpPr>
          <p:spPr>
            <a:xfrm>
              <a:off x="3779912" y="4725144"/>
              <a:ext cx="30022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7723398" y="3861048"/>
              <a:ext cx="115212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6" name="组合 305"/>
            <p:cNvGrpSpPr/>
            <p:nvPr/>
          </p:nvGrpSpPr>
          <p:grpSpPr>
            <a:xfrm>
              <a:off x="4572000" y="2112789"/>
              <a:ext cx="4248154" cy="92091"/>
              <a:chOff x="4572000" y="2112789"/>
              <a:chExt cx="4248154" cy="92091"/>
            </a:xfrm>
          </p:grpSpPr>
          <p:grpSp>
            <p:nvGrpSpPr>
              <p:cNvPr id="547" name="Group 54"/>
              <p:cNvGrpSpPr/>
              <p:nvPr/>
            </p:nvGrpSpPr>
            <p:grpSpPr bwMode="auto">
              <a:xfrm>
                <a:off x="4572000" y="2114392"/>
                <a:ext cx="4248154" cy="90488"/>
                <a:chOff x="978" y="1764"/>
                <a:chExt cx="2676" cy="57"/>
              </a:xfrm>
            </p:grpSpPr>
            <p:grpSp>
              <p:nvGrpSpPr>
                <p:cNvPr id="551" name="Group 49"/>
                <p:cNvGrpSpPr/>
                <p:nvPr/>
              </p:nvGrpSpPr>
              <p:grpSpPr bwMode="auto">
                <a:xfrm>
                  <a:off x="978" y="1764"/>
                  <a:ext cx="808" cy="57"/>
                  <a:chOff x="978" y="1764"/>
                  <a:chExt cx="808" cy="57"/>
                </a:xfrm>
              </p:grpSpPr>
              <p:sp>
                <p:nvSpPr>
                  <p:cNvPr id="557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78" y="1794"/>
                    <a:ext cx="80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58" name="Group 39"/>
                  <p:cNvGrpSpPr/>
                  <p:nvPr/>
                </p:nvGrpSpPr>
                <p:grpSpPr bwMode="auto">
                  <a:xfrm rot="-5400000">
                    <a:off x="1302" y="1759"/>
                    <a:ext cx="57" cy="67"/>
                    <a:chOff x="1276" y="2969"/>
                    <a:chExt cx="57" cy="67"/>
                  </a:xfrm>
                </p:grpSpPr>
                <p:sp>
                  <p:nvSpPr>
                    <p:cNvPr id="559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6" y="2969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60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9" y="3036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552" name="Group 48"/>
                <p:cNvGrpSpPr/>
                <p:nvPr/>
              </p:nvGrpSpPr>
              <p:grpSpPr bwMode="auto">
                <a:xfrm>
                  <a:off x="2492" y="1764"/>
                  <a:ext cx="1162" cy="57"/>
                  <a:chOff x="2492" y="1764"/>
                  <a:chExt cx="1162" cy="57"/>
                </a:xfrm>
              </p:grpSpPr>
              <p:sp>
                <p:nvSpPr>
                  <p:cNvPr id="553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747" y="1794"/>
                    <a:ext cx="90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54" name="Group 42"/>
                  <p:cNvGrpSpPr/>
                  <p:nvPr/>
                </p:nvGrpSpPr>
                <p:grpSpPr bwMode="auto">
                  <a:xfrm rot="-5400000">
                    <a:off x="2497" y="1759"/>
                    <a:ext cx="57" cy="67"/>
                    <a:chOff x="1276" y="3040"/>
                    <a:chExt cx="57" cy="67"/>
                  </a:xfrm>
                </p:grpSpPr>
                <p:sp>
                  <p:nvSpPr>
                    <p:cNvPr id="555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6" y="3040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56" name="Line 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9" y="3107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548" name="Group 45"/>
              <p:cNvGrpSpPr/>
              <p:nvPr/>
            </p:nvGrpSpPr>
            <p:grpSpPr bwMode="auto">
              <a:xfrm rot="-5400000">
                <a:off x="8145982" y="2104851"/>
                <a:ext cx="90488" cy="106363"/>
                <a:chOff x="1276" y="3040"/>
                <a:chExt cx="57" cy="67"/>
              </a:xfrm>
            </p:grpSpPr>
            <p:sp>
              <p:nvSpPr>
                <p:cNvPr id="549" name="Line 46"/>
                <p:cNvSpPr>
                  <a:spLocks noChangeShapeType="1"/>
                </p:cNvSpPr>
                <p:nvPr/>
              </p:nvSpPr>
              <p:spPr bwMode="auto">
                <a:xfrm>
                  <a:off x="1276" y="3040"/>
                  <a:ext cx="54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0" name="Line 47"/>
                <p:cNvSpPr>
                  <a:spLocks noChangeShapeType="1"/>
                </p:cNvSpPr>
                <p:nvPr/>
              </p:nvSpPr>
              <p:spPr bwMode="auto">
                <a:xfrm>
                  <a:off x="1279" y="3107"/>
                  <a:ext cx="54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07" name="组合 306"/>
            <p:cNvGrpSpPr/>
            <p:nvPr/>
          </p:nvGrpSpPr>
          <p:grpSpPr>
            <a:xfrm>
              <a:off x="3781648" y="4725144"/>
              <a:ext cx="3003083" cy="1134636"/>
              <a:chOff x="3781648" y="4725144"/>
              <a:chExt cx="3003083" cy="1134636"/>
            </a:xfrm>
          </p:grpSpPr>
          <p:cxnSp>
            <p:nvCxnSpPr>
              <p:cNvPr id="542" name="直接连接符 541"/>
              <p:cNvCxnSpPr>
                <a:endCxn id="544" idx="0"/>
              </p:cNvCxnSpPr>
              <p:nvPr/>
            </p:nvCxnSpPr>
            <p:spPr>
              <a:xfrm>
                <a:off x="6783928" y="4725144"/>
                <a:ext cx="803" cy="83251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接连接符 542"/>
              <p:cNvCxnSpPr/>
              <p:nvPr/>
            </p:nvCxnSpPr>
            <p:spPr>
              <a:xfrm>
                <a:off x="4079240" y="5859780"/>
                <a:ext cx="240456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4" name="弧形 543"/>
              <p:cNvSpPr/>
              <p:nvPr/>
            </p:nvSpPr>
            <p:spPr>
              <a:xfrm rot="5400000">
                <a:off x="6180666" y="5255627"/>
                <a:ext cx="604065" cy="604065"/>
              </a:xfrm>
              <a:prstGeom prst="arc">
                <a:avLst>
                  <a:gd name="adj1" fmla="val 16200000"/>
                  <a:gd name="adj2" fmla="val 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5" name="直接连接符 544"/>
              <p:cNvCxnSpPr/>
              <p:nvPr/>
            </p:nvCxnSpPr>
            <p:spPr>
              <a:xfrm>
                <a:off x="3781648" y="4725144"/>
                <a:ext cx="0" cy="8704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6" name="弧形 545"/>
              <p:cNvSpPr/>
              <p:nvPr/>
            </p:nvSpPr>
            <p:spPr>
              <a:xfrm rot="10800000">
                <a:off x="3781648" y="5253087"/>
                <a:ext cx="606693" cy="606693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8" name="组合 307"/>
            <p:cNvGrpSpPr/>
            <p:nvPr/>
          </p:nvGrpSpPr>
          <p:grpSpPr>
            <a:xfrm>
              <a:off x="3789681" y="3500120"/>
              <a:ext cx="3009487" cy="360680"/>
              <a:chOff x="3789681" y="3500120"/>
              <a:chExt cx="3009487" cy="360680"/>
            </a:xfrm>
          </p:grpSpPr>
          <p:cxnSp>
            <p:nvCxnSpPr>
              <p:cNvPr id="539" name="直接连接符 538"/>
              <p:cNvCxnSpPr/>
              <p:nvPr/>
            </p:nvCxnSpPr>
            <p:spPr>
              <a:xfrm>
                <a:off x="3795538" y="3500120"/>
                <a:ext cx="3002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连接符 539"/>
              <p:cNvCxnSpPr/>
              <p:nvPr/>
            </p:nvCxnSpPr>
            <p:spPr>
              <a:xfrm>
                <a:off x="3789681" y="3500120"/>
                <a:ext cx="0" cy="36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/>
              <p:cNvCxnSpPr/>
              <p:nvPr/>
            </p:nvCxnSpPr>
            <p:spPr>
              <a:xfrm>
                <a:off x="6799168" y="3500120"/>
                <a:ext cx="0" cy="36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9" name="组合 308"/>
            <p:cNvGrpSpPr/>
            <p:nvPr/>
          </p:nvGrpSpPr>
          <p:grpSpPr>
            <a:xfrm>
              <a:off x="7740352" y="3500120"/>
              <a:ext cx="1116568" cy="360680"/>
              <a:chOff x="7740352" y="3500120"/>
              <a:chExt cx="1116568" cy="360680"/>
            </a:xfrm>
          </p:grpSpPr>
          <p:cxnSp>
            <p:nvCxnSpPr>
              <p:cNvPr id="537" name="直接连接符 536"/>
              <p:cNvCxnSpPr/>
              <p:nvPr/>
            </p:nvCxnSpPr>
            <p:spPr>
              <a:xfrm>
                <a:off x="7740352" y="3500120"/>
                <a:ext cx="11165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直接连接符 537"/>
              <p:cNvCxnSpPr/>
              <p:nvPr/>
            </p:nvCxnSpPr>
            <p:spPr>
              <a:xfrm flipV="1">
                <a:off x="8856920" y="3500120"/>
                <a:ext cx="0" cy="36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0" name="直接连接符 309"/>
            <p:cNvCxnSpPr/>
            <p:nvPr/>
          </p:nvCxnSpPr>
          <p:spPr>
            <a:xfrm>
              <a:off x="3931920" y="5474970"/>
              <a:ext cx="6019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>
            <a:xfrm>
              <a:off x="4232910" y="5190092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>
              <a:off x="6019800" y="5477311"/>
              <a:ext cx="6019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>
            <a:xfrm>
              <a:off x="6320790" y="5192433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>
            <a:xfrm>
              <a:off x="4232910" y="3426659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/>
            <p:cNvCxnSpPr/>
            <p:nvPr/>
          </p:nvCxnSpPr>
          <p:spPr>
            <a:xfrm>
              <a:off x="6320790" y="3429000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/>
            <p:cNvCxnSpPr/>
            <p:nvPr/>
          </p:nvCxnSpPr>
          <p:spPr>
            <a:xfrm>
              <a:off x="8503920" y="3398520"/>
              <a:ext cx="0" cy="6025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椭圆 324"/>
            <p:cNvSpPr/>
            <p:nvPr/>
          </p:nvSpPr>
          <p:spPr>
            <a:xfrm>
              <a:off x="6114508" y="5268325"/>
              <a:ext cx="412563" cy="4125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椭圆 325"/>
            <p:cNvSpPr/>
            <p:nvPr/>
          </p:nvSpPr>
          <p:spPr>
            <a:xfrm>
              <a:off x="4026628" y="5268327"/>
              <a:ext cx="412563" cy="4125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9" name="组合 328"/>
            <p:cNvGrpSpPr/>
            <p:nvPr/>
          </p:nvGrpSpPr>
          <p:grpSpPr>
            <a:xfrm>
              <a:off x="8244407" y="3501836"/>
              <a:ext cx="504257" cy="358964"/>
              <a:chOff x="6067293" y="3500120"/>
              <a:chExt cx="504257" cy="370144"/>
            </a:xfrm>
          </p:grpSpPr>
          <p:cxnSp>
            <p:nvCxnSpPr>
              <p:cNvPr id="531" name="直接连接符 530"/>
              <p:cNvCxnSpPr/>
              <p:nvPr/>
            </p:nvCxnSpPr>
            <p:spPr>
              <a:xfrm flipV="1">
                <a:off x="6114507" y="3500120"/>
                <a:ext cx="1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32" name="直接连接符 531"/>
              <p:cNvCxnSpPr/>
              <p:nvPr/>
            </p:nvCxnSpPr>
            <p:spPr>
              <a:xfrm flipV="1">
                <a:off x="6527070" y="3500120"/>
                <a:ext cx="0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33" name="Line 1062"/>
              <p:cNvSpPr>
                <a:spLocks noChangeShapeType="1"/>
              </p:cNvSpPr>
              <p:nvPr/>
            </p:nvSpPr>
            <p:spPr bwMode="auto">
              <a:xfrm>
                <a:off x="6071645" y="361545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4" name="Line 1062"/>
              <p:cNvSpPr>
                <a:spLocks noChangeShapeType="1"/>
              </p:cNvSpPr>
              <p:nvPr/>
            </p:nvSpPr>
            <p:spPr bwMode="auto">
              <a:xfrm>
                <a:off x="6067293" y="37428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5" name="Line 1062"/>
              <p:cNvSpPr>
                <a:spLocks noChangeShapeType="1"/>
              </p:cNvSpPr>
              <p:nvPr/>
            </p:nvSpPr>
            <p:spPr bwMode="auto">
              <a:xfrm>
                <a:off x="6485825" y="362878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6" name="Line 1062"/>
              <p:cNvSpPr>
                <a:spLocks noChangeShapeType="1"/>
              </p:cNvSpPr>
              <p:nvPr/>
            </p:nvSpPr>
            <p:spPr bwMode="auto">
              <a:xfrm>
                <a:off x="6481473" y="375622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0" name="组合 329"/>
            <p:cNvGrpSpPr/>
            <p:nvPr/>
          </p:nvGrpSpPr>
          <p:grpSpPr>
            <a:xfrm>
              <a:off x="3980780" y="3501836"/>
              <a:ext cx="504257" cy="358964"/>
              <a:chOff x="6067293" y="3500120"/>
              <a:chExt cx="504257" cy="370144"/>
            </a:xfrm>
          </p:grpSpPr>
          <p:cxnSp>
            <p:nvCxnSpPr>
              <p:cNvPr id="525" name="直接连接符 524"/>
              <p:cNvCxnSpPr/>
              <p:nvPr/>
            </p:nvCxnSpPr>
            <p:spPr>
              <a:xfrm flipV="1">
                <a:off x="6114507" y="3500120"/>
                <a:ext cx="1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26" name="直接连接符 525"/>
              <p:cNvCxnSpPr/>
              <p:nvPr/>
            </p:nvCxnSpPr>
            <p:spPr>
              <a:xfrm flipV="1">
                <a:off x="6527070" y="3500120"/>
                <a:ext cx="0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27" name="Line 1062"/>
              <p:cNvSpPr>
                <a:spLocks noChangeShapeType="1"/>
              </p:cNvSpPr>
              <p:nvPr/>
            </p:nvSpPr>
            <p:spPr bwMode="auto">
              <a:xfrm>
                <a:off x="6071645" y="361545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8" name="Line 1062"/>
              <p:cNvSpPr>
                <a:spLocks noChangeShapeType="1"/>
              </p:cNvSpPr>
              <p:nvPr/>
            </p:nvSpPr>
            <p:spPr bwMode="auto">
              <a:xfrm>
                <a:off x="6067293" y="37428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9" name="Line 1062"/>
              <p:cNvSpPr>
                <a:spLocks noChangeShapeType="1"/>
              </p:cNvSpPr>
              <p:nvPr/>
            </p:nvSpPr>
            <p:spPr bwMode="auto">
              <a:xfrm>
                <a:off x="6485825" y="362878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0" name="Line 1062"/>
              <p:cNvSpPr>
                <a:spLocks noChangeShapeType="1"/>
              </p:cNvSpPr>
              <p:nvPr/>
            </p:nvSpPr>
            <p:spPr bwMode="auto">
              <a:xfrm>
                <a:off x="6481473" y="375622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1" name="组合 330"/>
            <p:cNvGrpSpPr/>
            <p:nvPr/>
          </p:nvGrpSpPr>
          <p:grpSpPr>
            <a:xfrm>
              <a:off x="6069623" y="3501836"/>
              <a:ext cx="504257" cy="358964"/>
              <a:chOff x="6067293" y="3500120"/>
              <a:chExt cx="504257" cy="370144"/>
            </a:xfrm>
          </p:grpSpPr>
          <p:cxnSp>
            <p:nvCxnSpPr>
              <p:cNvPr id="519" name="直接连接符 518"/>
              <p:cNvCxnSpPr/>
              <p:nvPr/>
            </p:nvCxnSpPr>
            <p:spPr>
              <a:xfrm flipV="1">
                <a:off x="6114507" y="3500120"/>
                <a:ext cx="1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20" name="直接连接符 519"/>
              <p:cNvCxnSpPr/>
              <p:nvPr/>
            </p:nvCxnSpPr>
            <p:spPr>
              <a:xfrm flipV="1">
                <a:off x="6527070" y="3500120"/>
                <a:ext cx="0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21" name="Line 1062"/>
              <p:cNvSpPr>
                <a:spLocks noChangeShapeType="1"/>
              </p:cNvSpPr>
              <p:nvPr/>
            </p:nvSpPr>
            <p:spPr bwMode="auto">
              <a:xfrm>
                <a:off x="6071645" y="361545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" name="Line 1062"/>
              <p:cNvSpPr>
                <a:spLocks noChangeShapeType="1"/>
              </p:cNvSpPr>
              <p:nvPr/>
            </p:nvSpPr>
            <p:spPr bwMode="auto">
              <a:xfrm>
                <a:off x="6067293" y="37428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" name="Line 1062"/>
              <p:cNvSpPr>
                <a:spLocks noChangeShapeType="1"/>
              </p:cNvSpPr>
              <p:nvPr/>
            </p:nvSpPr>
            <p:spPr bwMode="auto">
              <a:xfrm>
                <a:off x="6485825" y="362878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4" name="Line 1062"/>
              <p:cNvSpPr>
                <a:spLocks noChangeShapeType="1"/>
              </p:cNvSpPr>
              <p:nvPr/>
            </p:nvSpPr>
            <p:spPr bwMode="auto">
              <a:xfrm>
                <a:off x="6481473" y="375622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2" name="组合 331"/>
            <p:cNvGrpSpPr/>
            <p:nvPr/>
          </p:nvGrpSpPr>
          <p:grpSpPr>
            <a:xfrm>
              <a:off x="4640345" y="3701226"/>
              <a:ext cx="1290320" cy="165100"/>
              <a:chOff x="4676390" y="3698240"/>
              <a:chExt cx="1290320" cy="165100"/>
            </a:xfrm>
          </p:grpSpPr>
          <p:cxnSp>
            <p:nvCxnSpPr>
              <p:cNvPr id="516" name="直接连接符 515"/>
              <p:cNvCxnSpPr/>
              <p:nvPr/>
            </p:nvCxnSpPr>
            <p:spPr>
              <a:xfrm flipH="1">
                <a:off x="4676390" y="3698240"/>
                <a:ext cx="1290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17" name="直接连接符 516"/>
              <p:cNvCxnSpPr/>
              <p:nvPr/>
            </p:nvCxnSpPr>
            <p:spPr>
              <a:xfrm>
                <a:off x="4680055" y="3698240"/>
                <a:ext cx="0" cy="157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18" name="直接连接符 517"/>
              <p:cNvCxnSpPr/>
              <p:nvPr/>
            </p:nvCxnSpPr>
            <p:spPr>
              <a:xfrm>
                <a:off x="5959235" y="3698240"/>
                <a:ext cx="0" cy="1651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33" name="直接连接符 332"/>
            <p:cNvCxnSpPr/>
            <p:nvPr/>
          </p:nvCxnSpPr>
          <p:spPr>
            <a:xfrm>
              <a:off x="4661264" y="3855720"/>
              <a:ext cx="1243230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4" name="组合 333"/>
            <p:cNvGrpSpPr/>
            <p:nvPr/>
          </p:nvGrpSpPr>
          <p:grpSpPr>
            <a:xfrm>
              <a:off x="7740352" y="3681028"/>
              <a:ext cx="1116124" cy="43474"/>
              <a:chOff x="7740352" y="3681028"/>
              <a:chExt cx="1116124" cy="43474"/>
            </a:xfrm>
          </p:grpSpPr>
          <p:cxnSp>
            <p:nvCxnSpPr>
              <p:cNvPr id="506" name="直接连接符 505"/>
              <p:cNvCxnSpPr/>
              <p:nvPr/>
            </p:nvCxnSpPr>
            <p:spPr>
              <a:xfrm flipH="1">
                <a:off x="7740352" y="3701672"/>
                <a:ext cx="11161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07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8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9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0" name="Line 1062"/>
              <p:cNvSpPr>
                <a:spLocks noChangeShapeType="1"/>
              </p:cNvSpPr>
              <p:nvPr/>
            </p:nvSpPr>
            <p:spPr bwMode="auto">
              <a:xfrm flipH="1" flipV="1">
                <a:off x="797669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1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" name="Line 1062"/>
              <p:cNvSpPr>
                <a:spLocks noChangeShapeType="1"/>
              </p:cNvSpPr>
              <p:nvPr/>
            </p:nvSpPr>
            <p:spPr bwMode="auto">
              <a:xfrm flipH="1" flipV="1">
                <a:off x="856336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" name="Line 1062"/>
              <p:cNvSpPr>
                <a:spLocks noChangeShapeType="1"/>
              </p:cNvSpPr>
              <p:nvPr/>
            </p:nvSpPr>
            <p:spPr bwMode="auto">
              <a:xfrm flipH="1" flipV="1">
                <a:off x="844773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" name="Line 1062"/>
              <p:cNvSpPr>
                <a:spLocks noChangeShapeType="1"/>
              </p:cNvSpPr>
              <p:nvPr/>
            </p:nvSpPr>
            <p:spPr bwMode="auto">
              <a:xfrm flipH="1" flipV="1">
                <a:off x="8776031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5" name="Line 1062"/>
              <p:cNvSpPr>
                <a:spLocks noChangeShapeType="1"/>
              </p:cNvSpPr>
              <p:nvPr/>
            </p:nvSpPr>
            <p:spPr bwMode="auto">
              <a:xfrm flipH="1" flipV="1">
                <a:off x="8662939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7" name="椭圆 336"/>
            <p:cNvSpPr/>
            <p:nvPr/>
          </p:nvSpPr>
          <p:spPr>
            <a:xfrm>
              <a:off x="4998536" y="1867937"/>
              <a:ext cx="556706" cy="55670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椭圆 337"/>
            <p:cNvSpPr/>
            <p:nvPr/>
          </p:nvSpPr>
          <p:spPr>
            <a:xfrm>
              <a:off x="4778816" y="1648217"/>
              <a:ext cx="996146" cy="99614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 338"/>
            <p:cNvSpPr/>
            <p:nvPr/>
          </p:nvSpPr>
          <p:spPr>
            <a:xfrm>
              <a:off x="7488324" y="1664964"/>
              <a:ext cx="1188132" cy="99271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矩形 342"/>
            <p:cNvSpPr/>
            <p:nvPr/>
          </p:nvSpPr>
          <p:spPr>
            <a:xfrm rot="5400000">
              <a:off x="4690314" y="4570825"/>
              <a:ext cx="1188132" cy="99271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4" name="组合 343"/>
            <p:cNvGrpSpPr/>
            <p:nvPr/>
          </p:nvGrpSpPr>
          <p:grpSpPr>
            <a:xfrm>
              <a:off x="7488324" y="1846200"/>
              <a:ext cx="1188132" cy="600180"/>
              <a:chOff x="7488324" y="1846200"/>
              <a:chExt cx="1188132" cy="600180"/>
            </a:xfrm>
          </p:grpSpPr>
          <p:grpSp>
            <p:nvGrpSpPr>
              <p:cNvPr id="484" name="组合 483"/>
              <p:cNvGrpSpPr/>
              <p:nvPr/>
            </p:nvGrpSpPr>
            <p:grpSpPr>
              <a:xfrm>
                <a:off x="7488324" y="1846200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496" name="直接连接符 495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9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8241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33181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4849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5" name="组合 484"/>
              <p:cNvGrpSpPr/>
              <p:nvPr/>
            </p:nvGrpSpPr>
            <p:grpSpPr>
              <a:xfrm>
                <a:off x="7488324" y="2402906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486" name="直接连接符 485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8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7479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25552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1030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1" name="组合 360"/>
            <p:cNvGrpSpPr/>
            <p:nvPr/>
          </p:nvGrpSpPr>
          <p:grpSpPr>
            <a:xfrm rot="5400000">
              <a:off x="4685956" y="4767092"/>
              <a:ext cx="1188132" cy="600180"/>
              <a:chOff x="7488324" y="1846200"/>
              <a:chExt cx="1188132" cy="600180"/>
            </a:xfrm>
          </p:grpSpPr>
          <p:grpSp>
            <p:nvGrpSpPr>
              <p:cNvPr id="462" name="组合 461"/>
              <p:cNvGrpSpPr/>
              <p:nvPr/>
            </p:nvGrpSpPr>
            <p:grpSpPr>
              <a:xfrm>
                <a:off x="7488324" y="1846200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474" name="直接连接符 473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7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6145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8241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33181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4849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3" name="组合 462"/>
              <p:cNvGrpSpPr/>
              <p:nvPr/>
            </p:nvGrpSpPr>
            <p:grpSpPr>
              <a:xfrm>
                <a:off x="7488324" y="2402906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464" name="直接连接符 463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6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6145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7479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25552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1030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2" name="组合 361"/>
            <p:cNvGrpSpPr/>
            <p:nvPr/>
          </p:nvGrpSpPr>
          <p:grpSpPr>
            <a:xfrm rot="5400000">
              <a:off x="4716283" y="4599911"/>
              <a:ext cx="1134639" cy="1385105"/>
              <a:chOff x="7488324" y="1846200"/>
              <a:chExt cx="1188132" cy="600180"/>
            </a:xfrm>
          </p:grpSpPr>
          <p:grpSp>
            <p:nvGrpSpPr>
              <p:cNvPr id="440" name="组合 439"/>
              <p:cNvGrpSpPr/>
              <p:nvPr/>
            </p:nvGrpSpPr>
            <p:grpSpPr>
              <a:xfrm>
                <a:off x="7488324" y="1846200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452" name="直接连接符 451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5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8241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33181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4849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1" name="组合 440"/>
              <p:cNvGrpSpPr/>
              <p:nvPr/>
            </p:nvGrpSpPr>
            <p:grpSpPr>
              <a:xfrm>
                <a:off x="7488324" y="2402906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442" name="直接连接符 441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4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7479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25552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1030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3" name="组合 362"/>
            <p:cNvGrpSpPr/>
            <p:nvPr/>
          </p:nvGrpSpPr>
          <p:grpSpPr>
            <a:xfrm>
              <a:off x="4912410" y="4696760"/>
              <a:ext cx="811718" cy="43474"/>
              <a:chOff x="4912410" y="4696760"/>
              <a:chExt cx="811718" cy="43474"/>
            </a:xfrm>
          </p:grpSpPr>
          <p:sp>
            <p:nvSpPr>
              <p:cNvPr id="433" name="Line 1062"/>
              <p:cNvSpPr>
                <a:spLocks noChangeShapeType="1"/>
              </p:cNvSpPr>
              <p:nvPr/>
            </p:nvSpPr>
            <p:spPr bwMode="auto">
              <a:xfrm flipH="1" flipV="1">
                <a:off x="4912410" y="470264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4" name="Line 1062"/>
              <p:cNvSpPr>
                <a:spLocks noChangeShapeType="1"/>
              </p:cNvSpPr>
              <p:nvPr/>
            </p:nvSpPr>
            <p:spPr bwMode="auto">
              <a:xfrm flipH="1" flipV="1">
                <a:off x="5326370" y="470423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5" name="Line 1062"/>
              <p:cNvSpPr>
                <a:spLocks noChangeShapeType="1"/>
              </p:cNvSpPr>
              <p:nvPr/>
            </p:nvSpPr>
            <p:spPr bwMode="auto">
              <a:xfrm flipV="1">
                <a:off x="5184775" y="4699402"/>
                <a:ext cx="3103" cy="3336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6" name="Line 1062"/>
              <p:cNvSpPr>
                <a:spLocks noChangeShapeType="1"/>
              </p:cNvSpPr>
              <p:nvPr/>
            </p:nvSpPr>
            <p:spPr bwMode="auto">
              <a:xfrm flipH="1" flipV="1">
                <a:off x="5055982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7" name="Line 1062"/>
              <p:cNvSpPr>
                <a:spLocks noChangeShapeType="1"/>
              </p:cNvSpPr>
              <p:nvPr/>
            </p:nvSpPr>
            <p:spPr bwMode="auto">
              <a:xfrm flipH="1" flipV="1">
                <a:off x="5724128" y="470264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8" name="Line 1062"/>
              <p:cNvSpPr>
                <a:spLocks noChangeShapeType="1"/>
              </p:cNvSpPr>
              <p:nvPr/>
            </p:nvSpPr>
            <p:spPr bwMode="auto">
              <a:xfrm flipH="1" flipV="1">
                <a:off x="5591542" y="469940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9" name="Line 1062"/>
              <p:cNvSpPr>
                <a:spLocks noChangeShapeType="1"/>
              </p:cNvSpPr>
              <p:nvPr/>
            </p:nvSpPr>
            <p:spPr bwMode="auto">
              <a:xfrm flipH="1" flipV="1">
                <a:off x="5472100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64" name="直接连接符 363"/>
            <p:cNvCxnSpPr/>
            <p:nvPr/>
          </p:nvCxnSpPr>
          <p:spPr>
            <a:xfrm flipV="1">
              <a:off x="4023642" y="1947532"/>
              <a:ext cx="800386" cy="15543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/>
            <p:cNvCxnSpPr/>
            <p:nvPr/>
          </p:nvCxnSpPr>
          <p:spPr>
            <a:xfrm flipH="1" flipV="1">
              <a:off x="5724128" y="1916832"/>
              <a:ext cx="806890" cy="15850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6" name="组合 365"/>
            <p:cNvGrpSpPr/>
            <p:nvPr/>
          </p:nvGrpSpPr>
          <p:grpSpPr>
            <a:xfrm>
              <a:off x="7723398" y="1916832"/>
              <a:ext cx="268982" cy="1953432"/>
              <a:chOff x="7723398" y="1916832"/>
              <a:chExt cx="268982" cy="1953432"/>
            </a:xfrm>
          </p:grpSpPr>
          <p:cxnSp>
            <p:nvCxnSpPr>
              <p:cNvPr id="431" name="直接连接符 430"/>
              <p:cNvCxnSpPr/>
              <p:nvPr/>
            </p:nvCxnSpPr>
            <p:spPr>
              <a:xfrm flipH="1" flipV="1">
                <a:off x="7723398" y="1916832"/>
                <a:ext cx="16954" cy="195343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直接连接符 431"/>
              <p:cNvCxnSpPr/>
              <p:nvPr/>
            </p:nvCxnSpPr>
            <p:spPr>
              <a:xfrm flipH="1" flipV="1">
                <a:off x="7976696" y="1916832"/>
                <a:ext cx="15684" cy="15850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7" name="组合 366"/>
            <p:cNvGrpSpPr/>
            <p:nvPr/>
          </p:nvGrpSpPr>
          <p:grpSpPr>
            <a:xfrm>
              <a:off x="4023642" y="4716790"/>
              <a:ext cx="2507376" cy="260382"/>
              <a:chOff x="4023642" y="4716790"/>
              <a:chExt cx="2507376" cy="260382"/>
            </a:xfrm>
          </p:grpSpPr>
          <p:cxnSp>
            <p:nvCxnSpPr>
              <p:cNvPr id="428" name="直接连接符 427"/>
              <p:cNvCxnSpPr/>
              <p:nvPr/>
            </p:nvCxnSpPr>
            <p:spPr>
              <a:xfrm>
                <a:off x="4031940" y="4977172"/>
                <a:ext cx="249907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接连接符 428"/>
              <p:cNvCxnSpPr/>
              <p:nvPr/>
            </p:nvCxnSpPr>
            <p:spPr>
              <a:xfrm flipH="1" flipV="1">
                <a:off x="4023642" y="4720642"/>
                <a:ext cx="2986" cy="25653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接连接符 429"/>
              <p:cNvCxnSpPr/>
              <p:nvPr/>
            </p:nvCxnSpPr>
            <p:spPr>
              <a:xfrm flipH="1" flipV="1">
                <a:off x="6523679" y="4716790"/>
                <a:ext cx="2986" cy="25653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8" name="组合 367"/>
            <p:cNvGrpSpPr/>
            <p:nvPr/>
          </p:nvGrpSpPr>
          <p:grpSpPr>
            <a:xfrm>
              <a:off x="4963244" y="4948788"/>
              <a:ext cx="679132" cy="43474"/>
              <a:chOff x="4912410" y="4696760"/>
              <a:chExt cx="679132" cy="43474"/>
            </a:xfrm>
          </p:grpSpPr>
          <p:sp>
            <p:nvSpPr>
              <p:cNvPr id="422" name="Line 1062"/>
              <p:cNvSpPr>
                <a:spLocks noChangeShapeType="1"/>
              </p:cNvSpPr>
              <p:nvPr/>
            </p:nvSpPr>
            <p:spPr bwMode="auto">
              <a:xfrm flipH="1" flipV="1">
                <a:off x="4912410" y="470264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3" name="Line 1062"/>
              <p:cNvSpPr>
                <a:spLocks noChangeShapeType="1"/>
              </p:cNvSpPr>
              <p:nvPr/>
            </p:nvSpPr>
            <p:spPr bwMode="auto">
              <a:xfrm flipH="1" flipV="1">
                <a:off x="5326370" y="470423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4" name="Line 1062"/>
              <p:cNvSpPr>
                <a:spLocks noChangeShapeType="1"/>
              </p:cNvSpPr>
              <p:nvPr/>
            </p:nvSpPr>
            <p:spPr bwMode="auto">
              <a:xfrm flipV="1">
                <a:off x="5184775" y="4699402"/>
                <a:ext cx="3103" cy="3336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5" name="Line 1062"/>
              <p:cNvSpPr>
                <a:spLocks noChangeShapeType="1"/>
              </p:cNvSpPr>
              <p:nvPr/>
            </p:nvSpPr>
            <p:spPr bwMode="auto">
              <a:xfrm flipH="1" flipV="1">
                <a:off x="5055982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6" name="Line 1062"/>
              <p:cNvSpPr>
                <a:spLocks noChangeShapeType="1"/>
              </p:cNvSpPr>
              <p:nvPr/>
            </p:nvSpPr>
            <p:spPr bwMode="auto">
              <a:xfrm flipH="1" flipV="1">
                <a:off x="5591542" y="469940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7" name="Line 1062"/>
              <p:cNvSpPr>
                <a:spLocks noChangeShapeType="1"/>
              </p:cNvSpPr>
              <p:nvPr/>
            </p:nvSpPr>
            <p:spPr bwMode="auto">
              <a:xfrm flipH="1" flipV="1">
                <a:off x="5472100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9" name="组合 368"/>
            <p:cNvGrpSpPr/>
            <p:nvPr/>
          </p:nvGrpSpPr>
          <p:grpSpPr>
            <a:xfrm>
              <a:off x="4788024" y="4725740"/>
              <a:ext cx="992712" cy="244912"/>
              <a:chOff x="4788024" y="4723199"/>
              <a:chExt cx="992712" cy="252011"/>
            </a:xfrm>
          </p:grpSpPr>
          <p:cxnSp>
            <p:nvCxnSpPr>
              <p:cNvPr id="420" name="直接连接符 419"/>
              <p:cNvCxnSpPr/>
              <p:nvPr/>
            </p:nvCxnSpPr>
            <p:spPr>
              <a:xfrm flipH="1">
                <a:off x="4788024" y="4723199"/>
                <a:ext cx="2096" cy="24879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接连接符 420"/>
              <p:cNvCxnSpPr/>
              <p:nvPr/>
            </p:nvCxnSpPr>
            <p:spPr>
              <a:xfrm flipH="1">
                <a:off x="5778640" y="4726420"/>
                <a:ext cx="2096" cy="24879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0" name="组合 369"/>
            <p:cNvGrpSpPr/>
            <p:nvPr/>
          </p:nvGrpSpPr>
          <p:grpSpPr>
            <a:xfrm>
              <a:off x="5135364" y="2621228"/>
              <a:ext cx="288032" cy="880608"/>
              <a:chOff x="5148064" y="2644363"/>
              <a:chExt cx="288032" cy="855757"/>
            </a:xfrm>
          </p:grpSpPr>
          <p:cxnSp>
            <p:nvCxnSpPr>
              <p:cNvPr id="418" name="直接连接符 417"/>
              <p:cNvCxnSpPr/>
              <p:nvPr/>
            </p:nvCxnSpPr>
            <p:spPr>
              <a:xfrm flipV="1">
                <a:off x="5148064" y="2644363"/>
                <a:ext cx="0" cy="8557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直接连接符 418"/>
              <p:cNvCxnSpPr/>
              <p:nvPr/>
            </p:nvCxnSpPr>
            <p:spPr>
              <a:xfrm flipV="1">
                <a:off x="5436096" y="2644363"/>
                <a:ext cx="0" cy="8557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1" name="直接连接符 370"/>
            <p:cNvCxnSpPr/>
            <p:nvPr/>
          </p:nvCxnSpPr>
          <p:spPr>
            <a:xfrm>
              <a:off x="7747972" y="2658596"/>
              <a:ext cx="21602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/>
            <p:cNvCxnSpPr/>
            <p:nvPr/>
          </p:nvCxnSpPr>
          <p:spPr>
            <a:xfrm flipH="1">
              <a:off x="7984538" y="2621228"/>
              <a:ext cx="57120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/>
          </p:nvCxnSpPr>
          <p:spPr>
            <a:xfrm>
              <a:off x="8003896" y="2658486"/>
              <a:ext cx="555658" cy="11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4" name="组合 373"/>
            <p:cNvGrpSpPr/>
            <p:nvPr/>
          </p:nvGrpSpPr>
          <p:grpSpPr>
            <a:xfrm>
              <a:off x="5133190" y="4979173"/>
              <a:ext cx="288032" cy="880608"/>
              <a:chOff x="5148064" y="2644363"/>
              <a:chExt cx="288032" cy="855757"/>
            </a:xfrm>
          </p:grpSpPr>
          <p:cxnSp>
            <p:nvCxnSpPr>
              <p:cNvPr id="416" name="直接连接符 415"/>
              <p:cNvCxnSpPr/>
              <p:nvPr/>
            </p:nvCxnSpPr>
            <p:spPr>
              <a:xfrm flipV="1">
                <a:off x="5148064" y="2644363"/>
                <a:ext cx="0" cy="85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直接连接符 416"/>
              <p:cNvCxnSpPr/>
              <p:nvPr/>
            </p:nvCxnSpPr>
            <p:spPr>
              <a:xfrm flipV="1">
                <a:off x="5436096" y="2644363"/>
                <a:ext cx="0" cy="85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5" name="组合 374"/>
            <p:cNvGrpSpPr/>
            <p:nvPr/>
          </p:nvGrpSpPr>
          <p:grpSpPr>
            <a:xfrm>
              <a:off x="5110039" y="5076152"/>
              <a:ext cx="41884" cy="489793"/>
              <a:chOff x="5133922" y="5220923"/>
              <a:chExt cx="41884" cy="489793"/>
            </a:xfrm>
          </p:grpSpPr>
          <p:sp>
            <p:nvSpPr>
              <p:cNvPr id="411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1213" y="5203632"/>
                <a:ext cx="1421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441956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3225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6927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56819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6" name="组合 375"/>
            <p:cNvGrpSpPr/>
            <p:nvPr/>
          </p:nvGrpSpPr>
          <p:grpSpPr>
            <a:xfrm>
              <a:off x="5392266" y="5071211"/>
              <a:ext cx="41884" cy="489793"/>
              <a:chOff x="5133922" y="5220923"/>
              <a:chExt cx="41884" cy="489793"/>
            </a:xfrm>
          </p:grpSpPr>
          <p:sp>
            <p:nvSpPr>
              <p:cNvPr id="406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1213" y="5203632"/>
                <a:ext cx="1421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7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441956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8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3225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6927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56819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7" name="组合 376"/>
            <p:cNvGrpSpPr/>
            <p:nvPr/>
          </p:nvGrpSpPr>
          <p:grpSpPr>
            <a:xfrm>
              <a:off x="5213349" y="5419477"/>
              <a:ext cx="126191" cy="153081"/>
              <a:chOff x="5213349" y="5419477"/>
              <a:chExt cx="126191" cy="153081"/>
            </a:xfrm>
          </p:grpSpPr>
          <p:sp>
            <p:nvSpPr>
              <p:cNvPr id="404" name="Line 1062"/>
              <p:cNvSpPr>
                <a:spLocks noChangeShapeType="1"/>
              </p:cNvSpPr>
              <p:nvPr/>
            </p:nvSpPr>
            <p:spPr bwMode="auto">
              <a:xfrm rot="5400000" flipH="1">
                <a:off x="5137947" y="5494879"/>
                <a:ext cx="150804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405" name="Line 1062"/>
              <p:cNvSpPr>
                <a:spLocks noChangeShapeType="1"/>
              </p:cNvSpPr>
              <p:nvPr/>
            </p:nvSpPr>
            <p:spPr bwMode="auto">
              <a:xfrm rot="5400000" flipH="1">
                <a:off x="5311018" y="5544035"/>
                <a:ext cx="52284" cy="4761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8" name="组合 377"/>
            <p:cNvGrpSpPr/>
            <p:nvPr/>
          </p:nvGrpSpPr>
          <p:grpSpPr>
            <a:xfrm>
              <a:off x="4198623" y="3630909"/>
              <a:ext cx="90488" cy="106363"/>
              <a:chOff x="4198623" y="3630909"/>
              <a:chExt cx="90488" cy="106363"/>
            </a:xfrm>
          </p:grpSpPr>
          <p:sp>
            <p:nvSpPr>
              <p:cNvPr id="401" name="Line 1062"/>
              <p:cNvSpPr>
                <a:spLocks noChangeShapeType="1"/>
              </p:cNvSpPr>
              <p:nvPr/>
            </p:nvSpPr>
            <p:spPr bwMode="auto">
              <a:xfrm>
                <a:off x="4198623" y="363090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2" name="Line 1063"/>
              <p:cNvSpPr>
                <a:spLocks noChangeShapeType="1"/>
              </p:cNvSpPr>
              <p:nvPr/>
            </p:nvSpPr>
            <p:spPr bwMode="auto">
              <a:xfrm>
                <a:off x="4203386" y="373727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" name="组合 378"/>
            <p:cNvGrpSpPr/>
            <p:nvPr/>
          </p:nvGrpSpPr>
          <p:grpSpPr>
            <a:xfrm>
              <a:off x="6273163" y="3658552"/>
              <a:ext cx="90488" cy="106363"/>
              <a:chOff x="6273163" y="3658552"/>
              <a:chExt cx="90488" cy="106363"/>
            </a:xfrm>
          </p:grpSpPr>
          <p:sp>
            <p:nvSpPr>
              <p:cNvPr id="399" name="Line 1062"/>
              <p:cNvSpPr>
                <a:spLocks noChangeShapeType="1"/>
              </p:cNvSpPr>
              <p:nvPr/>
            </p:nvSpPr>
            <p:spPr bwMode="auto">
              <a:xfrm>
                <a:off x="6273163" y="365855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" name="Line 1063"/>
              <p:cNvSpPr>
                <a:spLocks noChangeShapeType="1"/>
              </p:cNvSpPr>
              <p:nvPr/>
            </p:nvSpPr>
            <p:spPr bwMode="auto">
              <a:xfrm>
                <a:off x="6277926" y="3764915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0" name="组合 379"/>
            <p:cNvGrpSpPr/>
            <p:nvPr/>
          </p:nvGrpSpPr>
          <p:grpSpPr>
            <a:xfrm>
              <a:off x="8441952" y="3544632"/>
              <a:ext cx="90488" cy="106363"/>
              <a:chOff x="6273163" y="3658552"/>
              <a:chExt cx="90488" cy="106363"/>
            </a:xfrm>
          </p:grpSpPr>
          <p:sp>
            <p:nvSpPr>
              <p:cNvPr id="397" name="Line 1062"/>
              <p:cNvSpPr>
                <a:spLocks noChangeShapeType="1"/>
              </p:cNvSpPr>
              <p:nvPr/>
            </p:nvSpPr>
            <p:spPr bwMode="auto">
              <a:xfrm>
                <a:off x="6273163" y="365855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8" name="Line 1063"/>
              <p:cNvSpPr>
                <a:spLocks noChangeShapeType="1"/>
              </p:cNvSpPr>
              <p:nvPr/>
            </p:nvSpPr>
            <p:spPr bwMode="auto">
              <a:xfrm>
                <a:off x="6277926" y="3764915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81" name="直接连接符 380"/>
            <p:cNvCxnSpPr/>
            <p:nvPr/>
          </p:nvCxnSpPr>
          <p:spPr>
            <a:xfrm flipH="1">
              <a:off x="3762576" y="4725144"/>
              <a:ext cx="107288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/>
            <p:cNvCxnSpPr/>
            <p:nvPr/>
          </p:nvCxnSpPr>
          <p:spPr>
            <a:xfrm flipH="1">
              <a:off x="5721482" y="4736424"/>
              <a:ext cx="107288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/>
            <p:cNvCxnSpPr/>
            <p:nvPr/>
          </p:nvCxnSpPr>
          <p:spPr>
            <a:xfrm>
              <a:off x="4023642" y="4977172"/>
              <a:ext cx="81181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/>
            <p:cNvCxnSpPr/>
            <p:nvPr/>
          </p:nvCxnSpPr>
          <p:spPr>
            <a:xfrm>
              <a:off x="5711863" y="4976620"/>
              <a:ext cx="81181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/>
          </p:nvCxnSpPr>
          <p:spPr>
            <a:xfrm>
              <a:off x="4031940" y="4716832"/>
              <a:ext cx="0" cy="2763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/>
            <p:cNvCxnSpPr/>
            <p:nvPr/>
          </p:nvCxnSpPr>
          <p:spPr>
            <a:xfrm>
              <a:off x="6527071" y="4716832"/>
              <a:ext cx="0" cy="2763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/>
            <p:cNvCxnSpPr/>
            <p:nvPr/>
          </p:nvCxnSpPr>
          <p:spPr>
            <a:xfrm>
              <a:off x="5138524" y="4974645"/>
              <a:ext cx="274982" cy="507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8" name="组合 387"/>
            <p:cNvGrpSpPr/>
            <p:nvPr/>
          </p:nvGrpSpPr>
          <p:grpSpPr>
            <a:xfrm>
              <a:off x="5229860" y="4358689"/>
              <a:ext cx="109681" cy="1662807"/>
              <a:chOff x="1898651" y="4192588"/>
              <a:chExt cx="109681" cy="1662807"/>
            </a:xfrm>
          </p:grpSpPr>
          <p:sp>
            <p:nvSpPr>
              <p:cNvPr id="392" name="Line 1060"/>
              <p:cNvSpPr>
                <a:spLocks noChangeShapeType="1"/>
              </p:cNvSpPr>
              <p:nvPr/>
            </p:nvSpPr>
            <p:spPr bwMode="auto">
              <a:xfrm flipH="1">
                <a:off x="1946276" y="4192588"/>
                <a:ext cx="1588" cy="16628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393" name="Line 1062"/>
              <p:cNvSpPr>
                <a:spLocks noChangeShapeType="1"/>
              </p:cNvSpPr>
              <p:nvPr/>
            </p:nvSpPr>
            <p:spPr bwMode="auto">
              <a:xfrm>
                <a:off x="1917844" y="4367560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4" name="Line 1063"/>
              <p:cNvSpPr>
                <a:spLocks noChangeShapeType="1"/>
              </p:cNvSpPr>
              <p:nvPr/>
            </p:nvSpPr>
            <p:spPr bwMode="auto">
              <a:xfrm>
                <a:off x="1922607" y="4473923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5" name="Line 1065"/>
              <p:cNvSpPr>
                <a:spLocks noChangeShapeType="1"/>
              </p:cNvSpPr>
              <p:nvPr/>
            </p:nvSpPr>
            <p:spPr bwMode="auto">
              <a:xfrm>
                <a:off x="1898651" y="510222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6" name="Line 1066"/>
              <p:cNvSpPr>
                <a:spLocks noChangeShapeType="1"/>
              </p:cNvSpPr>
              <p:nvPr/>
            </p:nvSpPr>
            <p:spPr bwMode="auto">
              <a:xfrm>
                <a:off x="1903414" y="52085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89" name="直接连接符 388"/>
            <p:cNvCxnSpPr/>
            <p:nvPr/>
          </p:nvCxnSpPr>
          <p:spPr>
            <a:xfrm flipH="1">
              <a:off x="5131279" y="5680888"/>
              <a:ext cx="1911" cy="1788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/>
          </p:nvCxnSpPr>
          <p:spPr>
            <a:xfrm flipH="1">
              <a:off x="5425843" y="5677425"/>
              <a:ext cx="1911" cy="1788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/>
          </p:nvCxnSpPr>
          <p:spPr>
            <a:xfrm>
              <a:off x="8555744" y="2621228"/>
              <a:ext cx="301176" cy="8797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1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8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3" dur="2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105" grpId="0" animBg="1"/>
      <p:bldP spid="106" grpId="0" animBg="1"/>
      <p:bldP spid="182" grpId="0"/>
      <p:bldP spid="183" grpId="0" animBg="1"/>
      <p:bldP spid="185" grpId="0" animBg="1"/>
      <p:bldP spid="186" grpId="0" animBg="1"/>
      <p:bldP spid="187" grpId="0" animBg="1"/>
      <p:bldP spid="269" grpId="0"/>
      <p:bldP spid="319" grpId="0"/>
      <p:bldP spid="2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762576" y="1412776"/>
            <a:ext cx="5112950" cy="4608720"/>
            <a:chOff x="3762576" y="1412776"/>
            <a:chExt cx="5112950" cy="4608720"/>
          </a:xfrm>
        </p:grpSpPr>
        <p:grpSp>
          <p:nvGrpSpPr>
            <p:cNvPr id="3" name="组合 2"/>
            <p:cNvGrpSpPr/>
            <p:nvPr/>
          </p:nvGrpSpPr>
          <p:grpSpPr>
            <a:xfrm>
              <a:off x="5229264" y="1412776"/>
              <a:ext cx="100489" cy="2520280"/>
              <a:chOff x="5229264" y="1412776"/>
              <a:chExt cx="100489" cy="2520280"/>
            </a:xfrm>
          </p:grpSpPr>
          <p:grpSp>
            <p:nvGrpSpPr>
              <p:cNvPr id="231" name="组合 230"/>
              <p:cNvGrpSpPr/>
              <p:nvPr/>
            </p:nvGrpSpPr>
            <p:grpSpPr>
              <a:xfrm>
                <a:off x="5234501" y="1412776"/>
                <a:ext cx="95252" cy="2520280"/>
                <a:chOff x="2366653" y="1268760"/>
                <a:chExt cx="95252" cy="2520280"/>
              </a:xfrm>
            </p:grpSpPr>
            <p:cxnSp>
              <p:nvCxnSpPr>
                <p:cNvPr id="234" name="直接连接符 233"/>
                <p:cNvCxnSpPr/>
                <p:nvPr/>
              </p:nvCxnSpPr>
              <p:spPr>
                <a:xfrm>
                  <a:off x="2411760" y="1268760"/>
                  <a:ext cx="1444" cy="24574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35" name="Line 1062"/>
                <p:cNvSpPr>
                  <a:spLocks noChangeShapeType="1"/>
                </p:cNvSpPr>
                <p:nvPr/>
              </p:nvSpPr>
              <p:spPr bwMode="auto">
                <a:xfrm>
                  <a:off x="2371417" y="3178621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Line 1063"/>
                <p:cNvSpPr>
                  <a:spLocks noChangeShapeType="1"/>
                </p:cNvSpPr>
                <p:nvPr/>
              </p:nvSpPr>
              <p:spPr bwMode="auto">
                <a:xfrm>
                  <a:off x="2376180" y="3284984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" name="Line 1066"/>
                <p:cNvSpPr>
                  <a:spLocks noChangeShapeType="1"/>
                </p:cNvSpPr>
                <p:nvPr/>
              </p:nvSpPr>
              <p:spPr bwMode="auto">
                <a:xfrm>
                  <a:off x="2371417" y="3789040"/>
                  <a:ext cx="7129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" name="Line 1062"/>
                <p:cNvSpPr>
                  <a:spLocks noChangeShapeType="1"/>
                </p:cNvSpPr>
                <p:nvPr/>
              </p:nvSpPr>
              <p:spPr bwMode="auto">
                <a:xfrm>
                  <a:off x="2366653" y="1818536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Line 1063"/>
                <p:cNvSpPr>
                  <a:spLocks noChangeShapeType="1"/>
                </p:cNvSpPr>
                <p:nvPr/>
              </p:nvSpPr>
              <p:spPr bwMode="auto">
                <a:xfrm>
                  <a:off x="2371416" y="1924899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2" name="Line 1062"/>
              <p:cNvSpPr>
                <a:spLocks noChangeShapeType="1"/>
              </p:cNvSpPr>
              <p:nvPr/>
            </p:nvSpPr>
            <p:spPr bwMode="auto">
              <a:xfrm>
                <a:off x="5229264" y="2780928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Line 1063"/>
              <p:cNvSpPr>
                <a:spLocks noChangeShapeType="1"/>
              </p:cNvSpPr>
              <p:nvPr/>
            </p:nvSpPr>
            <p:spPr bwMode="auto">
              <a:xfrm>
                <a:off x="5234027" y="288729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798158" y="3861048"/>
              <a:ext cx="30022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连接符 4"/>
            <p:cNvCxnSpPr/>
            <p:nvPr/>
          </p:nvCxnSpPr>
          <p:spPr>
            <a:xfrm>
              <a:off x="3779912" y="4725144"/>
              <a:ext cx="30022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7723398" y="3861048"/>
              <a:ext cx="115212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4572000" y="2112789"/>
              <a:ext cx="4248154" cy="92091"/>
              <a:chOff x="4572000" y="2112789"/>
              <a:chExt cx="4248154" cy="92091"/>
            </a:xfrm>
          </p:grpSpPr>
          <p:grpSp>
            <p:nvGrpSpPr>
              <p:cNvPr id="217" name="Group 54"/>
              <p:cNvGrpSpPr/>
              <p:nvPr/>
            </p:nvGrpSpPr>
            <p:grpSpPr bwMode="auto">
              <a:xfrm>
                <a:off x="4572000" y="2114392"/>
                <a:ext cx="4248154" cy="90488"/>
                <a:chOff x="978" y="1764"/>
                <a:chExt cx="2676" cy="57"/>
              </a:xfrm>
            </p:grpSpPr>
            <p:grpSp>
              <p:nvGrpSpPr>
                <p:cNvPr id="221" name="Group 49"/>
                <p:cNvGrpSpPr/>
                <p:nvPr/>
              </p:nvGrpSpPr>
              <p:grpSpPr bwMode="auto">
                <a:xfrm>
                  <a:off x="978" y="1764"/>
                  <a:ext cx="808" cy="57"/>
                  <a:chOff x="978" y="1764"/>
                  <a:chExt cx="808" cy="57"/>
                </a:xfrm>
              </p:grpSpPr>
              <p:sp>
                <p:nvSpPr>
                  <p:cNvPr id="227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78" y="1794"/>
                    <a:ext cx="80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28" name="Group 39"/>
                  <p:cNvGrpSpPr/>
                  <p:nvPr/>
                </p:nvGrpSpPr>
                <p:grpSpPr bwMode="auto">
                  <a:xfrm rot="-5400000">
                    <a:off x="1302" y="1759"/>
                    <a:ext cx="57" cy="67"/>
                    <a:chOff x="1276" y="2969"/>
                    <a:chExt cx="57" cy="67"/>
                  </a:xfrm>
                </p:grpSpPr>
                <p:sp>
                  <p:nvSpPr>
                    <p:cNvPr id="229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6" y="2969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0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9" y="3036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222" name="Group 48"/>
                <p:cNvGrpSpPr/>
                <p:nvPr/>
              </p:nvGrpSpPr>
              <p:grpSpPr bwMode="auto">
                <a:xfrm>
                  <a:off x="2492" y="1764"/>
                  <a:ext cx="1162" cy="57"/>
                  <a:chOff x="2492" y="1764"/>
                  <a:chExt cx="1162" cy="57"/>
                </a:xfrm>
              </p:grpSpPr>
              <p:sp>
                <p:nvSpPr>
                  <p:cNvPr id="223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747" y="1794"/>
                    <a:ext cx="90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24" name="Group 42"/>
                  <p:cNvGrpSpPr/>
                  <p:nvPr/>
                </p:nvGrpSpPr>
                <p:grpSpPr bwMode="auto">
                  <a:xfrm rot="-5400000">
                    <a:off x="2497" y="1759"/>
                    <a:ext cx="57" cy="67"/>
                    <a:chOff x="1276" y="3040"/>
                    <a:chExt cx="57" cy="67"/>
                  </a:xfrm>
                </p:grpSpPr>
                <p:sp>
                  <p:nvSpPr>
                    <p:cNvPr id="225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6" y="3040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" name="Line 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9" y="3107"/>
                      <a:ext cx="5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218" name="Group 45"/>
              <p:cNvGrpSpPr/>
              <p:nvPr/>
            </p:nvGrpSpPr>
            <p:grpSpPr bwMode="auto">
              <a:xfrm rot="-5400000">
                <a:off x="8145982" y="2104851"/>
                <a:ext cx="90488" cy="106363"/>
                <a:chOff x="1276" y="3040"/>
                <a:chExt cx="57" cy="67"/>
              </a:xfrm>
            </p:grpSpPr>
            <p:sp>
              <p:nvSpPr>
                <p:cNvPr id="219" name="Line 46"/>
                <p:cNvSpPr>
                  <a:spLocks noChangeShapeType="1"/>
                </p:cNvSpPr>
                <p:nvPr/>
              </p:nvSpPr>
              <p:spPr bwMode="auto">
                <a:xfrm>
                  <a:off x="1276" y="3040"/>
                  <a:ext cx="54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" name="Line 47"/>
                <p:cNvSpPr>
                  <a:spLocks noChangeShapeType="1"/>
                </p:cNvSpPr>
                <p:nvPr/>
              </p:nvSpPr>
              <p:spPr bwMode="auto">
                <a:xfrm>
                  <a:off x="1279" y="3107"/>
                  <a:ext cx="54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781648" y="4725144"/>
              <a:ext cx="3003083" cy="1134636"/>
              <a:chOff x="3781648" y="4725144"/>
              <a:chExt cx="3003083" cy="1134636"/>
            </a:xfrm>
          </p:grpSpPr>
          <p:cxnSp>
            <p:nvCxnSpPr>
              <p:cNvPr id="212" name="直接连接符 211"/>
              <p:cNvCxnSpPr>
                <a:endCxn id="214" idx="0"/>
              </p:cNvCxnSpPr>
              <p:nvPr/>
            </p:nvCxnSpPr>
            <p:spPr>
              <a:xfrm>
                <a:off x="6783928" y="4725144"/>
                <a:ext cx="803" cy="83251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>
                <a:off x="4079240" y="5859780"/>
                <a:ext cx="240456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4" name="弧形 213"/>
              <p:cNvSpPr/>
              <p:nvPr/>
            </p:nvSpPr>
            <p:spPr>
              <a:xfrm rot="5400000">
                <a:off x="6180666" y="5255627"/>
                <a:ext cx="604065" cy="604065"/>
              </a:xfrm>
              <a:prstGeom prst="arc">
                <a:avLst>
                  <a:gd name="adj1" fmla="val 16200000"/>
                  <a:gd name="adj2" fmla="val 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5" name="直接连接符 214"/>
              <p:cNvCxnSpPr/>
              <p:nvPr/>
            </p:nvCxnSpPr>
            <p:spPr>
              <a:xfrm>
                <a:off x="3781648" y="4725144"/>
                <a:ext cx="0" cy="8704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6" name="弧形 215"/>
              <p:cNvSpPr/>
              <p:nvPr/>
            </p:nvSpPr>
            <p:spPr>
              <a:xfrm rot="10800000">
                <a:off x="3781648" y="5253087"/>
                <a:ext cx="606693" cy="606693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789681" y="3500120"/>
              <a:ext cx="3009487" cy="360680"/>
              <a:chOff x="3789681" y="3500120"/>
              <a:chExt cx="3009487" cy="360680"/>
            </a:xfrm>
          </p:grpSpPr>
          <p:cxnSp>
            <p:nvCxnSpPr>
              <p:cNvPr id="209" name="直接连接符 208"/>
              <p:cNvCxnSpPr/>
              <p:nvPr/>
            </p:nvCxnSpPr>
            <p:spPr>
              <a:xfrm>
                <a:off x="3795538" y="3500120"/>
                <a:ext cx="30022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3789681" y="3500120"/>
                <a:ext cx="0" cy="36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6799168" y="3500120"/>
                <a:ext cx="0" cy="36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7740352" y="3500120"/>
              <a:ext cx="1116568" cy="360680"/>
              <a:chOff x="7740352" y="3500120"/>
              <a:chExt cx="1116568" cy="360680"/>
            </a:xfrm>
          </p:grpSpPr>
          <p:cxnSp>
            <p:nvCxnSpPr>
              <p:cNvPr id="207" name="直接连接符 206"/>
              <p:cNvCxnSpPr/>
              <p:nvPr/>
            </p:nvCxnSpPr>
            <p:spPr>
              <a:xfrm>
                <a:off x="7740352" y="3500120"/>
                <a:ext cx="11165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flipV="1">
                <a:off x="8856920" y="3500120"/>
                <a:ext cx="0" cy="36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直接连接符 10"/>
            <p:cNvCxnSpPr/>
            <p:nvPr/>
          </p:nvCxnSpPr>
          <p:spPr>
            <a:xfrm>
              <a:off x="3931920" y="5474970"/>
              <a:ext cx="6019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232910" y="5190092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019800" y="5477311"/>
              <a:ext cx="6019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320790" y="5192433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4232910" y="3426659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320790" y="3429000"/>
              <a:ext cx="0" cy="5744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8503920" y="3398520"/>
              <a:ext cx="0" cy="6025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6114508" y="5268325"/>
              <a:ext cx="412563" cy="4125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4026628" y="5268327"/>
              <a:ext cx="412563" cy="412563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8244407" y="3501836"/>
              <a:ext cx="504257" cy="358964"/>
              <a:chOff x="6067293" y="3500120"/>
              <a:chExt cx="504257" cy="370144"/>
            </a:xfrm>
          </p:grpSpPr>
          <p:cxnSp>
            <p:nvCxnSpPr>
              <p:cNvPr id="201" name="直接连接符 200"/>
              <p:cNvCxnSpPr/>
              <p:nvPr/>
            </p:nvCxnSpPr>
            <p:spPr>
              <a:xfrm flipV="1">
                <a:off x="6114507" y="3500120"/>
                <a:ext cx="1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2" name="直接连接符 201"/>
              <p:cNvCxnSpPr/>
              <p:nvPr/>
            </p:nvCxnSpPr>
            <p:spPr>
              <a:xfrm flipV="1">
                <a:off x="6527070" y="3500120"/>
                <a:ext cx="0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3" name="Line 1062"/>
              <p:cNvSpPr>
                <a:spLocks noChangeShapeType="1"/>
              </p:cNvSpPr>
              <p:nvPr/>
            </p:nvSpPr>
            <p:spPr bwMode="auto">
              <a:xfrm>
                <a:off x="6071645" y="361545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" name="Line 1062"/>
              <p:cNvSpPr>
                <a:spLocks noChangeShapeType="1"/>
              </p:cNvSpPr>
              <p:nvPr/>
            </p:nvSpPr>
            <p:spPr bwMode="auto">
              <a:xfrm>
                <a:off x="6067293" y="37428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1062"/>
              <p:cNvSpPr>
                <a:spLocks noChangeShapeType="1"/>
              </p:cNvSpPr>
              <p:nvPr/>
            </p:nvSpPr>
            <p:spPr bwMode="auto">
              <a:xfrm>
                <a:off x="6485825" y="362878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Line 1062"/>
              <p:cNvSpPr>
                <a:spLocks noChangeShapeType="1"/>
              </p:cNvSpPr>
              <p:nvPr/>
            </p:nvSpPr>
            <p:spPr bwMode="auto">
              <a:xfrm>
                <a:off x="6481473" y="375622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980780" y="3501836"/>
              <a:ext cx="504257" cy="358964"/>
              <a:chOff x="6067293" y="3500120"/>
              <a:chExt cx="504257" cy="370144"/>
            </a:xfrm>
          </p:grpSpPr>
          <p:cxnSp>
            <p:nvCxnSpPr>
              <p:cNvPr id="195" name="直接连接符 194"/>
              <p:cNvCxnSpPr/>
              <p:nvPr/>
            </p:nvCxnSpPr>
            <p:spPr>
              <a:xfrm flipV="1">
                <a:off x="6114507" y="3500120"/>
                <a:ext cx="1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6" name="直接连接符 195"/>
              <p:cNvCxnSpPr/>
              <p:nvPr/>
            </p:nvCxnSpPr>
            <p:spPr>
              <a:xfrm flipV="1">
                <a:off x="6527070" y="3500120"/>
                <a:ext cx="0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7" name="Line 1062"/>
              <p:cNvSpPr>
                <a:spLocks noChangeShapeType="1"/>
              </p:cNvSpPr>
              <p:nvPr/>
            </p:nvSpPr>
            <p:spPr bwMode="auto">
              <a:xfrm>
                <a:off x="6071645" y="361545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Line 1062"/>
              <p:cNvSpPr>
                <a:spLocks noChangeShapeType="1"/>
              </p:cNvSpPr>
              <p:nvPr/>
            </p:nvSpPr>
            <p:spPr bwMode="auto">
              <a:xfrm>
                <a:off x="6067293" y="37428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1062"/>
              <p:cNvSpPr>
                <a:spLocks noChangeShapeType="1"/>
              </p:cNvSpPr>
              <p:nvPr/>
            </p:nvSpPr>
            <p:spPr bwMode="auto">
              <a:xfrm>
                <a:off x="6485825" y="362878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Line 1062"/>
              <p:cNvSpPr>
                <a:spLocks noChangeShapeType="1"/>
              </p:cNvSpPr>
              <p:nvPr/>
            </p:nvSpPr>
            <p:spPr bwMode="auto">
              <a:xfrm>
                <a:off x="6481473" y="375622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6069623" y="3501836"/>
              <a:ext cx="504257" cy="358964"/>
              <a:chOff x="6067293" y="3500120"/>
              <a:chExt cx="504257" cy="370144"/>
            </a:xfrm>
          </p:grpSpPr>
          <p:cxnSp>
            <p:nvCxnSpPr>
              <p:cNvPr id="189" name="直接连接符 188"/>
              <p:cNvCxnSpPr/>
              <p:nvPr/>
            </p:nvCxnSpPr>
            <p:spPr>
              <a:xfrm flipV="1">
                <a:off x="6114507" y="3500120"/>
                <a:ext cx="1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0" name="直接连接符 189"/>
              <p:cNvCxnSpPr/>
              <p:nvPr/>
            </p:nvCxnSpPr>
            <p:spPr>
              <a:xfrm flipV="1">
                <a:off x="6527070" y="3500120"/>
                <a:ext cx="0" cy="370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1" name="Line 1062"/>
              <p:cNvSpPr>
                <a:spLocks noChangeShapeType="1"/>
              </p:cNvSpPr>
              <p:nvPr/>
            </p:nvSpPr>
            <p:spPr bwMode="auto">
              <a:xfrm>
                <a:off x="6071645" y="3615451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Line 1062"/>
              <p:cNvSpPr>
                <a:spLocks noChangeShapeType="1"/>
              </p:cNvSpPr>
              <p:nvPr/>
            </p:nvSpPr>
            <p:spPr bwMode="auto">
              <a:xfrm>
                <a:off x="6067293" y="37428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Line 1062"/>
              <p:cNvSpPr>
                <a:spLocks noChangeShapeType="1"/>
              </p:cNvSpPr>
              <p:nvPr/>
            </p:nvSpPr>
            <p:spPr bwMode="auto">
              <a:xfrm>
                <a:off x="6485825" y="362878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1062"/>
              <p:cNvSpPr>
                <a:spLocks noChangeShapeType="1"/>
              </p:cNvSpPr>
              <p:nvPr/>
            </p:nvSpPr>
            <p:spPr bwMode="auto">
              <a:xfrm>
                <a:off x="6481473" y="3756224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4640345" y="3701226"/>
              <a:ext cx="1290320" cy="165100"/>
              <a:chOff x="4676390" y="3698240"/>
              <a:chExt cx="1290320" cy="165100"/>
            </a:xfrm>
          </p:grpSpPr>
          <p:cxnSp>
            <p:nvCxnSpPr>
              <p:cNvPr id="186" name="直接连接符 185"/>
              <p:cNvCxnSpPr/>
              <p:nvPr/>
            </p:nvCxnSpPr>
            <p:spPr>
              <a:xfrm flipH="1">
                <a:off x="4676390" y="3698240"/>
                <a:ext cx="1290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4680055" y="3698240"/>
                <a:ext cx="0" cy="157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8" name="直接连接符 187"/>
              <p:cNvCxnSpPr/>
              <p:nvPr/>
            </p:nvCxnSpPr>
            <p:spPr>
              <a:xfrm>
                <a:off x="5959235" y="3698240"/>
                <a:ext cx="0" cy="1651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4" name="直接连接符 23"/>
            <p:cNvCxnSpPr/>
            <p:nvPr/>
          </p:nvCxnSpPr>
          <p:spPr>
            <a:xfrm>
              <a:off x="4661264" y="3855720"/>
              <a:ext cx="1243230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合 24"/>
            <p:cNvGrpSpPr/>
            <p:nvPr/>
          </p:nvGrpSpPr>
          <p:grpSpPr>
            <a:xfrm>
              <a:off x="7740352" y="3681028"/>
              <a:ext cx="1116124" cy="43474"/>
              <a:chOff x="7740352" y="3681028"/>
              <a:chExt cx="1116124" cy="43474"/>
            </a:xfrm>
          </p:grpSpPr>
          <p:cxnSp>
            <p:nvCxnSpPr>
              <p:cNvPr id="176" name="直接连接符 175"/>
              <p:cNvCxnSpPr/>
              <p:nvPr/>
            </p:nvCxnSpPr>
            <p:spPr>
              <a:xfrm flipH="1">
                <a:off x="7740352" y="3701672"/>
                <a:ext cx="11161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77" name="Line 1062"/>
              <p:cNvSpPr>
                <a:spLocks noChangeShapeType="1"/>
              </p:cNvSpPr>
              <p:nvPr/>
            </p:nvSpPr>
            <p:spPr bwMode="auto">
              <a:xfrm flipH="1" flipV="1">
                <a:off x="7848364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1062"/>
              <p:cNvSpPr>
                <a:spLocks noChangeShapeType="1"/>
              </p:cNvSpPr>
              <p:nvPr/>
            </p:nvSpPr>
            <p:spPr bwMode="auto">
              <a:xfrm flipH="1" flipV="1">
                <a:off x="8208404" y="368849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" name="Line 1062"/>
              <p:cNvSpPr>
                <a:spLocks noChangeShapeType="1"/>
              </p:cNvSpPr>
              <p:nvPr/>
            </p:nvSpPr>
            <p:spPr bwMode="auto">
              <a:xfrm flipH="1" flipV="1">
                <a:off x="8092328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Line 1062"/>
              <p:cNvSpPr>
                <a:spLocks noChangeShapeType="1"/>
              </p:cNvSpPr>
              <p:nvPr/>
            </p:nvSpPr>
            <p:spPr bwMode="auto">
              <a:xfrm flipH="1" flipV="1">
                <a:off x="7976696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" name="Line 1062"/>
              <p:cNvSpPr>
                <a:spLocks noChangeShapeType="1"/>
              </p:cNvSpPr>
              <p:nvPr/>
            </p:nvSpPr>
            <p:spPr bwMode="auto">
              <a:xfrm flipH="1" flipV="1">
                <a:off x="8337180" y="368690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Line 1062"/>
              <p:cNvSpPr>
                <a:spLocks noChangeShapeType="1"/>
              </p:cNvSpPr>
              <p:nvPr/>
            </p:nvSpPr>
            <p:spPr bwMode="auto">
              <a:xfrm flipH="1" flipV="1">
                <a:off x="8563364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" name="Line 1062"/>
              <p:cNvSpPr>
                <a:spLocks noChangeShapeType="1"/>
              </p:cNvSpPr>
              <p:nvPr/>
            </p:nvSpPr>
            <p:spPr bwMode="auto">
              <a:xfrm flipH="1" flipV="1">
                <a:off x="8447732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Line 1062"/>
              <p:cNvSpPr>
                <a:spLocks noChangeShapeType="1"/>
              </p:cNvSpPr>
              <p:nvPr/>
            </p:nvSpPr>
            <p:spPr bwMode="auto">
              <a:xfrm flipH="1" flipV="1">
                <a:off x="8776031" y="368367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Line 1062"/>
              <p:cNvSpPr>
                <a:spLocks noChangeShapeType="1"/>
              </p:cNvSpPr>
              <p:nvPr/>
            </p:nvSpPr>
            <p:spPr bwMode="auto">
              <a:xfrm flipH="1" flipV="1">
                <a:off x="8662939" y="3681028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>
              <a:off x="4998536" y="1867937"/>
              <a:ext cx="556706" cy="55670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4778816" y="1648217"/>
              <a:ext cx="996146" cy="99614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7488324" y="1664964"/>
              <a:ext cx="1188132" cy="99271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 rot="5400000">
              <a:off x="4690314" y="4570825"/>
              <a:ext cx="1188132" cy="99271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7488324" y="1846200"/>
              <a:ext cx="1188132" cy="600180"/>
              <a:chOff x="7488324" y="1846200"/>
              <a:chExt cx="1188132" cy="600180"/>
            </a:xfrm>
          </p:grpSpPr>
          <p:grpSp>
            <p:nvGrpSpPr>
              <p:cNvPr id="154" name="组合 153"/>
              <p:cNvGrpSpPr/>
              <p:nvPr/>
            </p:nvGrpSpPr>
            <p:grpSpPr>
              <a:xfrm>
                <a:off x="7488324" y="1846200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166" name="直接连接符 165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6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8241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33181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4849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组合 154"/>
              <p:cNvGrpSpPr/>
              <p:nvPr/>
            </p:nvGrpSpPr>
            <p:grpSpPr>
              <a:xfrm>
                <a:off x="7488324" y="2402906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156" name="直接连接符 155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5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7479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25552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1030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1" name="组合 30"/>
            <p:cNvGrpSpPr/>
            <p:nvPr/>
          </p:nvGrpSpPr>
          <p:grpSpPr>
            <a:xfrm rot="5400000">
              <a:off x="4685956" y="4767092"/>
              <a:ext cx="1188132" cy="600180"/>
              <a:chOff x="7488324" y="1846200"/>
              <a:chExt cx="1188132" cy="600180"/>
            </a:xfrm>
          </p:grpSpPr>
          <p:grpSp>
            <p:nvGrpSpPr>
              <p:cNvPr id="132" name="组合 131"/>
              <p:cNvGrpSpPr/>
              <p:nvPr/>
            </p:nvGrpSpPr>
            <p:grpSpPr>
              <a:xfrm>
                <a:off x="7488324" y="1846200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144" name="直接连接符 143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4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6145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8241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33181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4849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" name="组合 132"/>
              <p:cNvGrpSpPr/>
              <p:nvPr/>
            </p:nvGrpSpPr>
            <p:grpSpPr>
              <a:xfrm>
                <a:off x="7488324" y="2402906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134" name="直接连接符 133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3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6145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7479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25552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1030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2" name="组合 31"/>
            <p:cNvGrpSpPr/>
            <p:nvPr/>
          </p:nvGrpSpPr>
          <p:grpSpPr>
            <a:xfrm rot="5400000">
              <a:off x="4716283" y="4599911"/>
              <a:ext cx="1134639" cy="1385105"/>
              <a:chOff x="7488324" y="1846200"/>
              <a:chExt cx="1188132" cy="600180"/>
            </a:xfrm>
          </p:grpSpPr>
          <p:grpSp>
            <p:nvGrpSpPr>
              <p:cNvPr id="110" name="组合 109"/>
              <p:cNvGrpSpPr/>
              <p:nvPr/>
            </p:nvGrpSpPr>
            <p:grpSpPr>
              <a:xfrm>
                <a:off x="7488324" y="1846200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122" name="直接连接符 121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2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8241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33181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4849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>
              <a:xfrm>
                <a:off x="7488324" y="2402906"/>
                <a:ext cx="1188132" cy="43474"/>
                <a:chOff x="7740352" y="3681028"/>
                <a:chExt cx="1188132" cy="43474"/>
              </a:xfrm>
            </p:grpSpPr>
            <p:cxnSp>
              <p:nvCxnSpPr>
                <p:cNvPr id="112" name="直接连接符 111"/>
                <p:cNvCxnSpPr/>
                <p:nvPr/>
              </p:nvCxnSpPr>
              <p:spPr>
                <a:xfrm flipH="1">
                  <a:off x="7740352" y="3701672"/>
                  <a:ext cx="11881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13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848364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208404" y="368849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092328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7976696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337180" y="368690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574794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455352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825552" y="3683670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Line 1062"/>
                <p:cNvSpPr>
                  <a:spLocks noChangeShapeType="1"/>
                </p:cNvSpPr>
                <p:nvPr/>
              </p:nvSpPr>
              <p:spPr bwMode="auto">
                <a:xfrm flipH="1" flipV="1">
                  <a:off x="8701030" y="3681028"/>
                  <a:ext cx="0" cy="3600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3" name="组合 32"/>
            <p:cNvGrpSpPr/>
            <p:nvPr/>
          </p:nvGrpSpPr>
          <p:grpSpPr>
            <a:xfrm>
              <a:off x="4912410" y="4696760"/>
              <a:ext cx="811718" cy="43474"/>
              <a:chOff x="4912410" y="4696760"/>
              <a:chExt cx="811718" cy="43474"/>
            </a:xfrm>
          </p:grpSpPr>
          <p:sp>
            <p:nvSpPr>
              <p:cNvPr id="103" name="Line 1062"/>
              <p:cNvSpPr>
                <a:spLocks noChangeShapeType="1"/>
              </p:cNvSpPr>
              <p:nvPr/>
            </p:nvSpPr>
            <p:spPr bwMode="auto">
              <a:xfrm flipH="1" flipV="1">
                <a:off x="4912410" y="470264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1062"/>
              <p:cNvSpPr>
                <a:spLocks noChangeShapeType="1"/>
              </p:cNvSpPr>
              <p:nvPr/>
            </p:nvSpPr>
            <p:spPr bwMode="auto">
              <a:xfrm flipH="1" flipV="1">
                <a:off x="5326370" y="470423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1062"/>
              <p:cNvSpPr>
                <a:spLocks noChangeShapeType="1"/>
              </p:cNvSpPr>
              <p:nvPr/>
            </p:nvSpPr>
            <p:spPr bwMode="auto">
              <a:xfrm flipV="1">
                <a:off x="5184775" y="4699402"/>
                <a:ext cx="3103" cy="3336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1062"/>
              <p:cNvSpPr>
                <a:spLocks noChangeShapeType="1"/>
              </p:cNvSpPr>
              <p:nvPr/>
            </p:nvSpPr>
            <p:spPr bwMode="auto">
              <a:xfrm flipH="1" flipV="1">
                <a:off x="5055982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1062"/>
              <p:cNvSpPr>
                <a:spLocks noChangeShapeType="1"/>
              </p:cNvSpPr>
              <p:nvPr/>
            </p:nvSpPr>
            <p:spPr bwMode="auto">
              <a:xfrm flipH="1" flipV="1">
                <a:off x="5724128" y="470264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1062"/>
              <p:cNvSpPr>
                <a:spLocks noChangeShapeType="1"/>
              </p:cNvSpPr>
              <p:nvPr/>
            </p:nvSpPr>
            <p:spPr bwMode="auto">
              <a:xfrm flipH="1" flipV="1">
                <a:off x="5591542" y="469940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1062"/>
              <p:cNvSpPr>
                <a:spLocks noChangeShapeType="1"/>
              </p:cNvSpPr>
              <p:nvPr/>
            </p:nvSpPr>
            <p:spPr bwMode="auto">
              <a:xfrm flipH="1" flipV="1">
                <a:off x="5472100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4" name="直接连接符 33"/>
            <p:cNvCxnSpPr/>
            <p:nvPr/>
          </p:nvCxnSpPr>
          <p:spPr>
            <a:xfrm flipV="1">
              <a:off x="4023642" y="1947532"/>
              <a:ext cx="800386" cy="15543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 flipV="1">
              <a:off x="5724128" y="1916832"/>
              <a:ext cx="806890" cy="15850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/>
            <p:cNvGrpSpPr/>
            <p:nvPr/>
          </p:nvGrpSpPr>
          <p:grpSpPr>
            <a:xfrm>
              <a:off x="7723398" y="1916832"/>
              <a:ext cx="268982" cy="1953432"/>
              <a:chOff x="7723398" y="1916832"/>
              <a:chExt cx="268982" cy="1953432"/>
            </a:xfrm>
          </p:grpSpPr>
          <p:cxnSp>
            <p:nvCxnSpPr>
              <p:cNvPr id="101" name="直接连接符 100"/>
              <p:cNvCxnSpPr/>
              <p:nvPr/>
            </p:nvCxnSpPr>
            <p:spPr>
              <a:xfrm flipH="1" flipV="1">
                <a:off x="7723398" y="1916832"/>
                <a:ext cx="16954" cy="195343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 flipH="1" flipV="1">
                <a:off x="7976696" y="1916832"/>
                <a:ext cx="15684" cy="15850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4023642" y="4716790"/>
              <a:ext cx="2507376" cy="260382"/>
              <a:chOff x="4023642" y="4716790"/>
              <a:chExt cx="2507376" cy="260382"/>
            </a:xfrm>
          </p:grpSpPr>
          <p:cxnSp>
            <p:nvCxnSpPr>
              <p:cNvPr id="98" name="直接连接符 97"/>
              <p:cNvCxnSpPr/>
              <p:nvPr/>
            </p:nvCxnSpPr>
            <p:spPr>
              <a:xfrm>
                <a:off x="4031940" y="4977172"/>
                <a:ext cx="249907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flipH="1" flipV="1">
                <a:off x="4023642" y="4720642"/>
                <a:ext cx="2986" cy="25653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flipH="1" flipV="1">
                <a:off x="6523679" y="4716790"/>
                <a:ext cx="2986" cy="25653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4963244" y="4948788"/>
              <a:ext cx="679132" cy="43474"/>
              <a:chOff x="4912410" y="4696760"/>
              <a:chExt cx="679132" cy="43474"/>
            </a:xfrm>
          </p:grpSpPr>
          <p:sp>
            <p:nvSpPr>
              <p:cNvPr id="92" name="Line 1062"/>
              <p:cNvSpPr>
                <a:spLocks noChangeShapeType="1"/>
              </p:cNvSpPr>
              <p:nvPr/>
            </p:nvSpPr>
            <p:spPr bwMode="auto">
              <a:xfrm flipH="1" flipV="1">
                <a:off x="4912410" y="470264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1062"/>
              <p:cNvSpPr>
                <a:spLocks noChangeShapeType="1"/>
              </p:cNvSpPr>
              <p:nvPr/>
            </p:nvSpPr>
            <p:spPr bwMode="auto">
              <a:xfrm flipH="1" flipV="1">
                <a:off x="5326370" y="470423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1062"/>
              <p:cNvSpPr>
                <a:spLocks noChangeShapeType="1"/>
              </p:cNvSpPr>
              <p:nvPr/>
            </p:nvSpPr>
            <p:spPr bwMode="auto">
              <a:xfrm flipV="1">
                <a:off x="5184775" y="4699402"/>
                <a:ext cx="3103" cy="3336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1062"/>
              <p:cNvSpPr>
                <a:spLocks noChangeShapeType="1"/>
              </p:cNvSpPr>
              <p:nvPr/>
            </p:nvSpPr>
            <p:spPr bwMode="auto">
              <a:xfrm flipH="1" flipV="1">
                <a:off x="5055982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1062"/>
              <p:cNvSpPr>
                <a:spLocks noChangeShapeType="1"/>
              </p:cNvSpPr>
              <p:nvPr/>
            </p:nvSpPr>
            <p:spPr bwMode="auto">
              <a:xfrm flipH="1" flipV="1">
                <a:off x="5591542" y="469940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1062"/>
              <p:cNvSpPr>
                <a:spLocks noChangeShapeType="1"/>
              </p:cNvSpPr>
              <p:nvPr/>
            </p:nvSpPr>
            <p:spPr bwMode="auto">
              <a:xfrm flipH="1" flipV="1">
                <a:off x="5472100" y="4696760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4788024" y="4725740"/>
              <a:ext cx="992712" cy="244912"/>
              <a:chOff x="4788024" y="4723199"/>
              <a:chExt cx="992712" cy="252011"/>
            </a:xfrm>
          </p:grpSpPr>
          <p:cxnSp>
            <p:nvCxnSpPr>
              <p:cNvPr id="90" name="直接连接符 89"/>
              <p:cNvCxnSpPr/>
              <p:nvPr/>
            </p:nvCxnSpPr>
            <p:spPr>
              <a:xfrm flipH="1">
                <a:off x="4788024" y="4723199"/>
                <a:ext cx="2096" cy="24879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flipH="1">
                <a:off x="5778640" y="4726420"/>
                <a:ext cx="2096" cy="24879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/>
            <p:cNvGrpSpPr/>
            <p:nvPr/>
          </p:nvGrpSpPr>
          <p:grpSpPr>
            <a:xfrm>
              <a:off x="5135364" y="2621228"/>
              <a:ext cx="288032" cy="880608"/>
              <a:chOff x="5148064" y="2644363"/>
              <a:chExt cx="288032" cy="855757"/>
            </a:xfrm>
          </p:grpSpPr>
          <p:cxnSp>
            <p:nvCxnSpPr>
              <p:cNvPr id="88" name="直接连接符 87"/>
              <p:cNvCxnSpPr/>
              <p:nvPr/>
            </p:nvCxnSpPr>
            <p:spPr>
              <a:xfrm flipV="1">
                <a:off x="5148064" y="2644363"/>
                <a:ext cx="0" cy="8557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V="1">
                <a:off x="5436096" y="2644363"/>
                <a:ext cx="0" cy="8557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直接连接符 40"/>
            <p:cNvCxnSpPr/>
            <p:nvPr/>
          </p:nvCxnSpPr>
          <p:spPr>
            <a:xfrm>
              <a:off x="7747972" y="2658596"/>
              <a:ext cx="21602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7984538" y="2621228"/>
              <a:ext cx="57120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003896" y="2658486"/>
              <a:ext cx="555658" cy="11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5133190" y="4979173"/>
              <a:ext cx="288032" cy="880608"/>
              <a:chOff x="5148064" y="2644363"/>
              <a:chExt cx="288032" cy="855757"/>
            </a:xfrm>
          </p:grpSpPr>
          <p:cxnSp>
            <p:nvCxnSpPr>
              <p:cNvPr id="86" name="直接连接符 85"/>
              <p:cNvCxnSpPr/>
              <p:nvPr/>
            </p:nvCxnSpPr>
            <p:spPr>
              <a:xfrm flipV="1">
                <a:off x="5148064" y="2644363"/>
                <a:ext cx="0" cy="85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flipV="1">
                <a:off x="5436096" y="2644363"/>
                <a:ext cx="0" cy="85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组合 44"/>
            <p:cNvGrpSpPr/>
            <p:nvPr/>
          </p:nvGrpSpPr>
          <p:grpSpPr>
            <a:xfrm>
              <a:off x="5110039" y="5076152"/>
              <a:ext cx="41884" cy="489793"/>
              <a:chOff x="5133922" y="5220923"/>
              <a:chExt cx="41884" cy="489793"/>
            </a:xfrm>
          </p:grpSpPr>
          <p:sp>
            <p:nvSpPr>
              <p:cNvPr id="81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1213" y="5203632"/>
                <a:ext cx="1421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441956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3225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6927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56819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392266" y="5071211"/>
              <a:ext cx="41884" cy="489793"/>
              <a:chOff x="5133922" y="5220923"/>
              <a:chExt cx="41884" cy="489793"/>
            </a:xfrm>
          </p:grpSpPr>
          <p:sp>
            <p:nvSpPr>
              <p:cNvPr id="76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1213" y="5203632"/>
                <a:ext cx="1421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441956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3225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5162" y="5692714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Line 1062"/>
              <p:cNvSpPr>
                <a:spLocks noChangeShapeType="1"/>
              </p:cNvSpPr>
              <p:nvPr/>
            </p:nvSpPr>
            <p:spPr bwMode="auto">
              <a:xfrm rot="5400000" flipH="1" flipV="1">
                <a:off x="5157804" y="5568192"/>
                <a:ext cx="0" cy="3600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5213349" y="5419477"/>
              <a:ext cx="126191" cy="153081"/>
              <a:chOff x="5213349" y="5419477"/>
              <a:chExt cx="126191" cy="153081"/>
            </a:xfrm>
          </p:grpSpPr>
          <p:sp>
            <p:nvSpPr>
              <p:cNvPr id="74" name="Line 1062"/>
              <p:cNvSpPr>
                <a:spLocks noChangeShapeType="1"/>
              </p:cNvSpPr>
              <p:nvPr/>
            </p:nvSpPr>
            <p:spPr bwMode="auto">
              <a:xfrm rot="5400000" flipH="1">
                <a:off x="5137947" y="5494879"/>
                <a:ext cx="150804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1062"/>
              <p:cNvSpPr>
                <a:spLocks noChangeShapeType="1"/>
              </p:cNvSpPr>
              <p:nvPr/>
            </p:nvSpPr>
            <p:spPr bwMode="auto">
              <a:xfrm rot="5400000" flipH="1">
                <a:off x="5311018" y="5544035"/>
                <a:ext cx="52284" cy="4761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198623" y="3630909"/>
              <a:ext cx="90488" cy="106363"/>
              <a:chOff x="4198623" y="3630909"/>
              <a:chExt cx="90488" cy="106363"/>
            </a:xfrm>
          </p:grpSpPr>
          <p:sp>
            <p:nvSpPr>
              <p:cNvPr id="71" name="Line 1062"/>
              <p:cNvSpPr>
                <a:spLocks noChangeShapeType="1"/>
              </p:cNvSpPr>
              <p:nvPr/>
            </p:nvSpPr>
            <p:spPr bwMode="auto">
              <a:xfrm>
                <a:off x="4198623" y="363090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1063"/>
              <p:cNvSpPr>
                <a:spLocks noChangeShapeType="1"/>
              </p:cNvSpPr>
              <p:nvPr/>
            </p:nvSpPr>
            <p:spPr bwMode="auto">
              <a:xfrm>
                <a:off x="4203386" y="373727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6273163" y="3658552"/>
              <a:ext cx="90488" cy="106363"/>
              <a:chOff x="6273163" y="3658552"/>
              <a:chExt cx="90488" cy="106363"/>
            </a:xfrm>
          </p:grpSpPr>
          <p:sp>
            <p:nvSpPr>
              <p:cNvPr id="69" name="Line 1062"/>
              <p:cNvSpPr>
                <a:spLocks noChangeShapeType="1"/>
              </p:cNvSpPr>
              <p:nvPr/>
            </p:nvSpPr>
            <p:spPr bwMode="auto">
              <a:xfrm>
                <a:off x="6273163" y="365855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1063"/>
              <p:cNvSpPr>
                <a:spLocks noChangeShapeType="1"/>
              </p:cNvSpPr>
              <p:nvPr/>
            </p:nvSpPr>
            <p:spPr bwMode="auto">
              <a:xfrm>
                <a:off x="6277926" y="3764915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8441952" y="3544632"/>
              <a:ext cx="90488" cy="106363"/>
              <a:chOff x="6273163" y="3658552"/>
              <a:chExt cx="90488" cy="106363"/>
            </a:xfrm>
          </p:grpSpPr>
          <p:sp>
            <p:nvSpPr>
              <p:cNvPr id="67" name="Line 1062"/>
              <p:cNvSpPr>
                <a:spLocks noChangeShapeType="1"/>
              </p:cNvSpPr>
              <p:nvPr/>
            </p:nvSpPr>
            <p:spPr bwMode="auto">
              <a:xfrm>
                <a:off x="6273163" y="365855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1063"/>
              <p:cNvSpPr>
                <a:spLocks noChangeShapeType="1"/>
              </p:cNvSpPr>
              <p:nvPr/>
            </p:nvSpPr>
            <p:spPr bwMode="auto">
              <a:xfrm>
                <a:off x="6277926" y="3764915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1" name="直接连接符 50"/>
            <p:cNvCxnSpPr/>
            <p:nvPr/>
          </p:nvCxnSpPr>
          <p:spPr>
            <a:xfrm flipH="1">
              <a:off x="3762576" y="4725144"/>
              <a:ext cx="107288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5721482" y="4736424"/>
              <a:ext cx="107288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4023642" y="4977172"/>
              <a:ext cx="81181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5711863" y="4976620"/>
              <a:ext cx="81181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4031940" y="4716832"/>
              <a:ext cx="0" cy="2763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6527071" y="4716832"/>
              <a:ext cx="0" cy="2763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5138524" y="4974645"/>
              <a:ext cx="274982" cy="507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5229860" y="4358689"/>
              <a:ext cx="109681" cy="1662807"/>
              <a:chOff x="1898651" y="4192588"/>
              <a:chExt cx="109681" cy="1662807"/>
            </a:xfrm>
          </p:grpSpPr>
          <p:sp>
            <p:nvSpPr>
              <p:cNvPr id="62" name="Line 1060"/>
              <p:cNvSpPr>
                <a:spLocks noChangeShapeType="1"/>
              </p:cNvSpPr>
              <p:nvPr/>
            </p:nvSpPr>
            <p:spPr bwMode="auto">
              <a:xfrm flipH="1">
                <a:off x="1946276" y="4192588"/>
                <a:ext cx="1588" cy="16628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1062"/>
              <p:cNvSpPr>
                <a:spLocks noChangeShapeType="1"/>
              </p:cNvSpPr>
              <p:nvPr/>
            </p:nvSpPr>
            <p:spPr bwMode="auto">
              <a:xfrm>
                <a:off x="1917844" y="4367560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1063"/>
              <p:cNvSpPr>
                <a:spLocks noChangeShapeType="1"/>
              </p:cNvSpPr>
              <p:nvPr/>
            </p:nvSpPr>
            <p:spPr bwMode="auto">
              <a:xfrm>
                <a:off x="1922607" y="4473923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1065"/>
              <p:cNvSpPr>
                <a:spLocks noChangeShapeType="1"/>
              </p:cNvSpPr>
              <p:nvPr/>
            </p:nvSpPr>
            <p:spPr bwMode="auto">
              <a:xfrm>
                <a:off x="1898651" y="5102226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1066"/>
              <p:cNvSpPr>
                <a:spLocks noChangeShapeType="1"/>
              </p:cNvSpPr>
              <p:nvPr/>
            </p:nvSpPr>
            <p:spPr bwMode="auto">
              <a:xfrm>
                <a:off x="1903414" y="5208589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9" name="直接连接符 58"/>
            <p:cNvCxnSpPr/>
            <p:nvPr/>
          </p:nvCxnSpPr>
          <p:spPr>
            <a:xfrm flipH="1">
              <a:off x="5131279" y="5680888"/>
              <a:ext cx="1911" cy="1788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5425843" y="5677425"/>
              <a:ext cx="1911" cy="1788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8555744" y="2621228"/>
              <a:ext cx="301176" cy="8797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0" name="Text Box 120"/>
          <p:cNvSpPr txBox="1">
            <a:spLocks noChangeArrowheads="1"/>
          </p:cNvSpPr>
          <p:nvPr/>
        </p:nvSpPr>
        <p:spPr bwMode="auto">
          <a:xfrm>
            <a:off x="404790" y="489149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布置视图：</a:t>
            </a:r>
          </a:p>
        </p:txBody>
      </p:sp>
      <p:sp>
        <p:nvSpPr>
          <p:cNvPr id="241" name="Rectangle 103"/>
          <p:cNvSpPr>
            <a:spLocks noChangeArrowheads="1"/>
          </p:cNvSpPr>
          <p:nvPr/>
        </p:nvSpPr>
        <p:spPr bwMode="auto">
          <a:xfrm>
            <a:off x="404790" y="906905"/>
            <a:ext cx="49043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画对称中心线、轴线及定位基准线</a:t>
            </a:r>
          </a:p>
        </p:txBody>
      </p:sp>
      <p:sp>
        <p:nvSpPr>
          <p:cNvPr id="242" name="Text Box 120"/>
          <p:cNvSpPr txBox="1">
            <a:spLocks noChangeArrowheads="1"/>
          </p:cNvSpPr>
          <p:nvPr/>
        </p:nvSpPr>
        <p:spPr bwMode="auto">
          <a:xfrm>
            <a:off x="404790" y="1251541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画底稿：</a:t>
            </a:r>
          </a:p>
        </p:txBody>
      </p:sp>
      <p:sp>
        <p:nvSpPr>
          <p:cNvPr id="243" name="Rectangle 103"/>
          <p:cNvSpPr>
            <a:spLocks noChangeArrowheads="1"/>
          </p:cNvSpPr>
          <p:nvPr/>
        </p:nvSpPr>
        <p:spPr bwMode="auto">
          <a:xfrm>
            <a:off x="400439" y="1651651"/>
            <a:ext cx="4004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逐个绘制各形体的三视图；</a:t>
            </a:r>
          </a:p>
        </p:txBody>
      </p:sp>
      <p:sp>
        <p:nvSpPr>
          <p:cNvPr id="244" name="Rectangle 103"/>
          <p:cNvSpPr>
            <a:spLocks noChangeArrowheads="1"/>
          </p:cNvSpPr>
          <p:nvPr/>
        </p:nvSpPr>
        <p:spPr bwMode="auto">
          <a:xfrm>
            <a:off x="400439" y="2114220"/>
            <a:ext cx="39420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从反映形体特征的视图开始，三个视图对照画；</a:t>
            </a:r>
          </a:p>
        </p:txBody>
      </p:sp>
      <p:sp>
        <p:nvSpPr>
          <p:cNvPr id="245" name="Rectangle 103"/>
          <p:cNvSpPr>
            <a:spLocks noChangeArrowheads="1"/>
          </p:cNvSpPr>
          <p:nvPr/>
        </p:nvSpPr>
        <p:spPr bwMode="auto">
          <a:xfrm>
            <a:off x="400439" y="2853789"/>
            <a:ext cx="34789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60680" indent="-360680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先整体，后局部。先定位置，后定形状；</a:t>
            </a:r>
          </a:p>
        </p:txBody>
      </p:sp>
      <p:sp>
        <p:nvSpPr>
          <p:cNvPr id="246" name="Text Box 73"/>
          <p:cNvSpPr txBox="1">
            <a:spLocks noChangeArrowheads="1"/>
          </p:cNvSpPr>
          <p:nvPr/>
        </p:nvSpPr>
        <p:spPr bwMode="auto">
          <a:xfrm>
            <a:off x="1100443" y="368690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）画底板</a:t>
            </a:r>
          </a:p>
        </p:txBody>
      </p:sp>
      <p:cxnSp>
        <p:nvCxnSpPr>
          <p:cNvPr id="247" name="直接连接符 246"/>
          <p:cNvCxnSpPr/>
          <p:nvPr/>
        </p:nvCxnSpPr>
        <p:spPr>
          <a:xfrm>
            <a:off x="4232910" y="5190092"/>
            <a:ext cx="0" cy="574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>
            <a:off x="4232910" y="3426659"/>
            <a:ext cx="0" cy="574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 Box 73"/>
          <p:cNvSpPr txBox="1">
            <a:spLocks noChangeArrowheads="1"/>
          </p:cNvSpPr>
          <p:nvPr/>
        </p:nvSpPr>
        <p:spPr bwMode="auto">
          <a:xfrm>
            <a:off x="1100443" y="413712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）画套筒</a:t>
            </a:r>
          </a:p>
        </p:txBody>
      </p:sp>
      <p:sp>
        <p:nvSpPr>
          <p:cNvPr id="250" name="Text Box 73"/>
          <p:cNvSpPr txBox="1">
            <a:spLocks noChangeArrowheads="1"/>
          </p:cNvSpPr>
          <p:nvPr/>
        </p:nvSpPr>
        <p:spPr bwMode="auto">
          <a:xfrm>
            <a:off x="1100443" y="4587348"/>
            <a:ext cx="2191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）画肋板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1" name="Text Box 73"/>
          <p:cNvSpPr txBox="1">
            <a:spLocks noChangeArrowheads="1"/>
          </p:cNvSpPr>
          <p:nvPr/>
        </p:nvSpPr>
        <p:spPr bwMode="auto">
          <a:xfrm>
            <a:off x="1100443" y="5037567"/>
            <a:ext cx="2112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）画肋板</a:t>
            </a:r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52" name="组合 251"/>
          <p:cNvGrpSpPr/>
          <p:nvPr/>
        </p:nvGrpSpPr>
        <p:grpSpPr>
          <a:xfrm>
            <a:off x="4198623" y="3630909"/>
            <a:ext cx="90488" cy="106363"/>
            <a:chOff x="4198623" y="3630909"/>
            <a:chExt cx="90488" cy="106363"/>
          </a:xfrm>
        </p:grpSpPr>
        <p:sp>
          <p:nvSpPr>
            <p:cNvPr id="253" name="Line 1062"/>
            <p:cNvSpPr>
              <a:spLocks noChangeShapeType="1"/>
            </p:cNvSpPr>
            <p:nvPr/>
          </p:nvSpPr>
          <p:spPr bwMode="auto">
            <a:xfrm>
              <a:off x="4198623" y="363090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1063"/>
            <p:cNvSpPr>
              <a:spLocks noChangeShapeType="1"/>
            </p:cNvSpPr>
            <p:nvPr/>
          </p:nvSpPr>
          <p:spPr bwMode="auto">
            <a:xfrm>
              <a:off x="4203386" y="3737272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5" name="Text Box 120"/>
          <p:cNvSpPr txBox="1">
            <a:spLocks noChangeArrowheads="1"/>
          </p:cNvSpPr>
          <p:nvPr/>
        </p:nvSpPr>
        <p:spPr bwMode="auto">
          <a:xfrm>
            <a:off x="457813" y="5749396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检查，加深：</a:t>
            </a:r>
          </a:p>
        </p:txBody>
      </p:sp>
      <p:sp>
        <p:nvSpPr>
          <p:cNvPr id="256" name="Slide Number Placeholder 2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18170" y="583831"/>
            <a:ext cx="8754838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10.2.2 </a:t>
            </a:r>
            <a:r>
              <a:rPr lang="zh-CN" altLang="en-US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切割式组合体的绘图方法</a:t>
            </a:r>
          </a:p>
        </p:txBody>
      </p:sp>
      <p:sp>
        <p:nvSpPr>
          <p:cNvPr id="189" name="Rectangle 16"/>
          <p:cNvSpPr>
            <a:spLocks noChangeArrowheads="1"/>
          </p:cNvSpPr>
          <p:nvPr/>
        </p:nvSpPr>
        <p:spPr bwMode="auto">
          <a:xfrm>
            <a:off x="5826601" y="4331244"/>
            <a:ext cx="3125788" cy="1906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63"/>
          <p:cNvSpPr/>
          <p:nvPr/>
        </p:nvSpPr>
        <p:spPr>
          <a:xfrm>
            <a:off x="318170" y="1303412"/>
            <a:ext cx="2334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形体分析法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83568" y="1903743"/>
            <a:ext cx="8208480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假想将形体还原为切割前的基本体，分析切割过程；再按照切割过程逐步作图。</a:t>
            </a:r>
          </a:p>
        </p:txBody>
      </p:sp>
      <p:sp>
        <p:nvSpPr>
          <p:cNvPr id="79" name="Rectangle 63"/>
          <p:cNvSpPr/>
          <p:nvPr/>
        </p:nvSpPr>
        <p:spPr>
          <a:xfrm>
            <a:off x="332464" y="3232316"/>
            <a:ext cx="1973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绘图步骤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151620" y="3933056"/>
            <a:ext cx="5670376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形体分析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布置视图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细实线画底稿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描粗结果线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/>
      <p:bldP spid="77" grpId="0"/>
      <p:bldP spid="78" grpId="0"/>
      <p:bldP spid="79" grpId="0"/>
      <p:bldP spid="8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Box 3"/>
          <p:cNvSpPr txBox="1">
            <a:spLocks noChangeArrowheads="1"/>
          </p:cNvSpPr>
          <p:nvPr/>
        </p:nvSpPr>
        <p:spPr bwMode="auto">
          <a:xfrm>
            <a:off x="190517" y="833981"/>
            <a:ext cx="6521450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绘制导向块模型的三视图。 </a:t>
            </a:r>
          </a:p>
        </p:txBody>
      </p:sp>
      <p:sp>
        <p:nvSpPr>
          <p:cNvPr id="118" name="Text Box 120"/>
          <p:cNvSpPr txBox="1">
            <a:spLocks noChangeArrowheads="1"/>
          </p:cNvSpPr>
          <p:nvPr/>
        </p:nvSpPr>
        <p:spPr bwMode="auto">
          <a:xfrm>
            <a:off x="3563888" y="1505611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形体分析：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1425421"/>
            <a:ext cx="2583594" cy="2387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939" y="2619275"/>
            <a:ext cx="4691957" cy="3149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27884" y="3964456"/>
            <a:ext cx="2304256" cy="1980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527884" y="1624196"/>
            <a:ext cx="2304256" cy="162018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24228" y="1624196"/>
            <a:ext cx="1980220" cy="162018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120"/>
          <p:cNvSpPr txBox="1">
            <a:spLocks noChangeArrowheads="1"/>
          </p:cNvSpPr>
          <p:nvPr/>
        </p:nvSpPr>
        <p:spPr bwMode="auto">
          <a:xfrm>
            <a:off x="404790" y="700569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布置视图：</a:t>
            </a:r>
          </a:p>
        </p:txBody>
      </p:sp>
      <p:sp>
        <p:nvSpPr>
          <p:cNvPr id="6" name="Rectangle 103"/>
          <p:cNvSpPr>
            <a:spLocks noChangeArrowheads="1"/>
          </p:cNvSpPr>
          <p:nvPr/>
        </p:nvSpPr>
        <p:spPr bwMode="auto">
          <a:xfrm>
            <a:off x="404789" y="1118325"/>
            <a:ext cx="4851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画出切割前的基本形体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立方体</a:t>
            </a:r>
          </a:p>
        </p:txBody>
      </p:sp>
      <p:sp>
        <p:nvSpPr>
          <p:cNvPr id="7" name="Text Box 120"/>
          <p:cNvSpPr txBox="1">
            <a:spLocks noChangeArrowheads="1"/>
          </p:cNvSpPr>
          <p:nvPr/>
        </p:nvSpPr>
        <p:spPr bwMode="auto">
          <a:xfrm>
            <a:off x="404790" y="1462961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画底稿：</a:t>
            </a:r>
          </a:p>
        </p:txBody>
      </p:sp>
      <p:sp>
        <p:nvSpPr>
          <p:cNvPr id="8" name="Rectangle 103"/>
          <p:cNvSpPr>
            <a:spLocks noChangeArrowheads="1"/>
          </p:cNvSpPr>
          <p:nvPr/>
        </p:nvSpPr>
        <p:spPr bwMode="auto">
          <a:xfrm>
            <a:off x="400439" y="1863071"/>
            <a:ext cx="34341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逐块切割、绘制；</a:t>
            </a:r>
          </a:p>
        </p:txBody>
      </p:sp>
      <p:sp>
        <p:nvSpPr>
          <p:cNvPr id="9" name="Rectangle 103"/>
          <p:cNvSpPr>
            <a:spLocks noChangeArrowheads="1"/>
          </p:cNvSpPr>
          <p:nvPr/>
        </p:nvSpPr>
        <p:spPr bwMode="auto">
          <a:xfrm>
            <a:off x="400439" y="2325640"/>
            <a:ext cx="303986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从反映形体特征的视图开始，三个视图对照画；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27884" y="1624196"/>
            <a:ext cx="1764196" cy="1116124"/>
            <a:chOff x="3527884" y="1412776"/>
            <a:chExt cx="1764196" cy="111612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92080" y="1412776"/>
              <a:ext cx="0" cy="576064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3527884" y="1988840"/>
              <a:ext cx="1764196" cy="540060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2" name="直接连接符 11"/>
          <p:cNvCxnSpPr/>
          <p:nvPr/>
        </p:nvCxnSpPr>
        <p:spPr>
          <a:xfrm>
            <a:off x="6624228" y="2200260"/>
            <a:ext cx="1980220" cy="0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292080" y="3964456"/>
            <a:ext cx="0" cy="1980220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3527884" y="1624196"/>
            <a:ext cx="17641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527884" y="1624196"/>
            <a:ext cx="0" cy="11161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27884" y="4288492"/>
            <a:ext cx="792088" cy="576064"/>
            <a:chOff x="3527884" y="4077072"/>
            <a:chExt cx="792088" cy="576064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527884" y="4077072"/>
              <a:ext cx="79208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319972" y="4077072"/>
              <a:ext cx="0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527884" y="4653136"/>
              <a:ext cx="79208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6948264" y="2493372"/>
            <a:ext cx="576064" cy="7510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4319972" y="3244376"/>
            <a:ext cx="0" cy="1044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321326" y="2495277"/>
            <a:ext cx="2626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3527884" y="4288492"/>
            <a:ext cx="0" cy="5760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4274111" y="2493372"/>
            <a:ext cx="106766" cy="751004"/>
            <a:chOff x="4274111" y="2281952"/>
            <a:chExt cx="106766" cy="751004"/>
          </a:xfrm>
        </p:grpSpPr>
        <p:cxnSp>
          <p:nvCxnSpPr>
            <p:cNvPr id="21" name="直接连接符 20"/>
            <p:cNvCxnSpPr/>
            <p:nvPr/>
          </p:nvCxnSpPr>
          <p:spPr>
            <a:xfrm flipV="1">
              <a:off x="4321325" y="2281952"/>
              <a:ext cx="1" cy="7510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Line 1062"/>
            <p:cNvSpPr>
              <a:spLocks noChangeShapeType="1"/>
            </p:cNvSpPr>
            <p:nvPr/>
          </p:nvSpPr>
          <p:spPr bwMode="auto">
            <a:xfrm>
              <a:off x="4278463" y="278583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062"/>
            <p:cNvSpPr>
              <a:spLocks noChangeShapeType="1"/>
            </p:cNvSpPr>
            <p:nvPr/>
          </p:nvSpPr>
          <p:spPr bwMode="auto">
            <a:xfrm>
              <a:off x="4274111" y="290942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62"/>
            <p:cNvSpPr>
              <a:spLocks noChangeShapeType="1"/>
            </p:cNvSpPr>
            <p:nvPr/>
          </p:nvSpPr>
          <p:spPr bwMode="auto">
            <a:xfrm>
              <a:off x="4288320" y="2531534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062"/>
            <p:cNvSpPr>
              <a:spLocks noChangeShapeType="1"/>
            </p:cNvSpPr>
            <p:nvPr/>
          </p:nvSpPr>
          <p:spPr bwMode="auto">
            <a:xfrm>
              <a:off x="4283968" y="265512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062"/>
            <p:cNvSpPr>
              <a:spLocks noChangeShapeType="1"/>
            </p:cNvSpPr>
            <p:nvPr/>
          </p:nvSpPr>
          <p:spPr bwMode="auto">
            <a:xfrm>
              <a:off x="4295152" y="240755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9" name="直接连接符 38"/>
          <p:cNvCxnSpPr/>
          <p:nvPr/>
        </p:nvCxnSpPr>
        <p:spPr>
          <a:xfrm>
            <a:off x="3527884" y="5368612"/>
            <a:ext cx="10441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572000" y="5368612"/>
            <a:ext cx="0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527884" y="5368612"/>
            <a:ext cx="0" cy="5760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527884" y="5944676"/>
            <a:ext cx="10441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028384" y="2434286"/>
            <a:ext cx="576064" cy="81009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V="1">
            <a:off x="4572000" y="3244376"/>
            <a:ext cx="0" cy="2124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4572000" y="2434286"/>
            <a:ext cx="0" cy="810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4572000" y="2434286"/>
            <a:ext cx="3456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8100392" y="2839331"/>
            <a:ext cx="468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8334418" y="2596304"/>
            <a:ext cx="0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/>
          <p:cNvSpPr/>
          <p:nvPr/>
        </p:nvSpPr>
        <p:spPr>
          <a:xfrm>
            <a:off x="8181518" y="2681781"/>
            <a:ext cx="314918" cy="31491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4427984" y="5620640"/>
            <a:ext cx="1548172" cy="102373"/>
            <a:chOff x="4427984" y="5409220"/>
            <a:chExt cx="1548172" cy="102373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4427984" y="5463226"/>
              <a:ext cx="15481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Line 1062"/>
            <p:cNvSpPr>
              <a:spLocks noChangeShapeType="1"/>
            </p:cNvSpPr>
            <p:nvPr/>
          </p:nvSpPr>
          <p:spPr bwMode="auto">
            <a:xfrm rot="5400000">
              <a:off x="4673154" y="546322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062"/>
            <p:cNvSpPr>
              <a:spLocks noChangeShapeType="1"/>
            </p:cNvSpPr>
            <p:nvPr/>
          </p:nvSpPr>
          <p:spPr bwMode="auto">
            <a:xfrm rot="5400000">
              <a:off x="4803870" y="546873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062"/>
            <p:cNvSpPr>
              <a:spLocks noChangeShapeType="1"/>
            </p:cNvSpPr>
            <p:nvPr/>
          </p:nvSpPr>
          <p:spPr bwMode="auto">
            <a:xfrm rot="5400000">
              <a:off x="5478541" y="545208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062"/>
            <p:cNvSpPr>
              <a:spLocks noChangeShapeType="1"/>
            </p:cNvSpPr>
            <p:nvPr/>
          </p:nvSpPr>
          <p:spPr bwMode="auto">
            <a:xfrm rot="5400000">
              <a:off x="5609257" y="545758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572000" y="5475775"/>
            <a:ext cx="1260140" cy="387387"/>
            <a:chOff x="4572000" y="5264355"/>
            <a:chExt cx="1260140" cy="387387"/>
          </a:xfrm>
        </p:grpSpPr>
        <p:grpSp>
          <p:nvGrpSpPr>
            <p:cNvPr id="57" name="组合 56"/>
            <p:cNvGrpSpPr/>
            <p:nvPr/>
          </p:nvGrpSpPr>
          <p:grpSpPr>
            <a:xfrm>
              <a:off x="4572000" y="5264355"/>
              <a:ext cx="1260140" cy="108861"/>
              <a:chOff x="4572000" y="5264355"/>
              <a:chExt cx="1260140" cy="108861"/>
            </a:xfrm>
          </p:grpSpPr>
          <p:cxnSp>
            <p:nvCxnSpPr>
              <p:cNvPr id="73" name="直接连接符 72"/>
              <p:cNvCxnSpPr/>
              <p:nvPr/>
            </p:nvCxnSpPr>
            <p:spPr>
              <a:xfrm>
                <a:off x="4572000" y="5305767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组合 73"/>
              <p:cNvGrpSpPr/>
              <p:nvPr/>
            </p:nvGrpSpPr>
            <p:grpSpPr>
              <a:xfrm>
                <a:off x="4644008" y="5264355"/>
                <a:ext cx="1113943" cy="108861"/>
                <a:chOff x="4644008" y="5264355"/>
                <a:chExt cx="1113943" cy="108861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8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6" name="组合 75"/>
                <p:cNvGrpSpPr/>
                <p:nvPr/>
              </p:nvGrpSpPr>
              <p:grpSpPr>
                <a:xfrm rot="5400000">
                  <a:off x="5453631" y="5066800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7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58" name="组合 57"/>
            <p:cNvGrpSpPr/>
            <p:nvPr/>
          </p:nvGrpSpPr>
          <p:grpSpPr>
            <a:xfrm>
              <a:off x="4572000" y="5542712"/>
              <a:ext cx="1260140" cy="109030"/>
              <a:chOff x="4572000" y="5542712"/>
              <a:chExt cx="1260140" cy="109030"/>
            </a:xfrm>
          </p:grpSpPr>
          <p:cxnSp>
            <p:nvCxnSpPr>
              <p:cNvPr id="59" name="直接连接符 58"/>
              <p:cNvCxnSpPr/>
              <p:nvPr/>
            </p:nvCxnSpPr>
            <p:spPr>
              <a:xfrm>
                <a:off x="4572000" y="5620685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4644008" y="5542712"/>
                <a:ext cx="1113944" cy="109030"/>
                <a:chOff x="4644008" y="5266450"/>
                <a:chExt cx="1113944" cy="109030"/>
              </a:xfrm>
            </p:grpSpPr>
            <p:grpSp>
              <p:nvGrpSpPr>
                <p:cNvPr id="61" name="组合 60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6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" name="组合 61"/>
                <p:cNvGrpSpPr/>
                <p:nvPr/>
              </p:nvGrpSpPr>
              <p:grpSpPr>
                <a:xfrm rot="5400000">
                  <a:off x="5453628" y="5071156"/>
                  <a:ext cx="106773" cy="501875"/>
                  <a:chOff x="6300192" y="4022822"/>
                  <a:chExt cx="106773" cy="501875"/>
                </a:xfrm>
              </p:grpSpPr>
              <p:sp>
                <p:nvSpPr>
                  <p:cNvPr id="6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212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87" name="组合 86"/>
          <p:cNvGrpSpPr/>
          <p:nvPr/>
        </p:nvGrpSpPr>
        <p:grpSpPr>
          <a:xfrm>
            <a:off x="4427984" y="2790508"/>
            <a:ext cx="1548172" cy="102373"/>
            <a:chOff x="4427984" y="5409220"/>
            <a:chExt cx="1548172" cy="102373"/>
          </a:xfrm>
        </p:grpSpPr>
        <p:cxnSp>
          <p:nvCxnSpPr>
            <p:cNvPr id="88" name="直接连接符 87"/>
            <p:cNvCxnSpPr/>
            <p:nvPr/>
          </p:nvCxnSpPr>
          <p:spPr>
            <a:xfrm>
              <a:off x="4427984" y="5463226"/>
              <a:ext cx="15481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Line 1062"/>
            <p:cNvSpPr>
              <a:spLocks noChangeShapeType="1"/>
            </p:cNvSpPr>
            <p:nvPr/>
          </p:nvSpPr>
          <p:spPr bwMode="auto">
            <a:xfrm rot="5400000">
              <a:off x="4673154" y="546322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062"/>
            <p:cNvSpPr>
              <a:spLocks noChangeShapeType="1"/>
            </p:cNvSpPr>
            <p:nvPr/>
          </p:nvSpPr>
          <p:spPr bwMode="auto">
            <a:xfrm rot="5400000">
              <a:off x="4803870" y="546873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062"/>
            <p:cNvSpPr>
              <a:spLocks noChangeShapeType="1"/>
            </p:cNvSpPr>
            <p:nvPr/>
          </p:nvSpPr>
          <p:spPr bwMode="auto">
            <a:xfrm rot="5400000">
              <a:off x="5478541" y="545208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062"/>
            <p:cNvSpPr>
              <a:spLocks noChangeShapeType="1"/>
            </p:cNvSpPr>
            <p:nvPr/>
          </p:nvSpPr>
          <p:spPr bwMode="auto">
            <a:xfrm rot="5400000">
              <a:off x="5609257" y="545758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4572000" y="2645643"/>
            <a:ext cx="1260140" cy="385123"/>
            <a:chOff x="4572000" y="5264355"/>
            <a:chExt cx="1260140" cy="385123"/>
          </a:xfrm>
        </p:grpSpPr>
        <p:grpSp>
          <p:nvGrpSpPr>
            <p:cNvPr id="94" name="组合 93"/>
            <p:cNvGrpSpPr/>
            <p:nvPr/>
          </p:nvGrpSpPr>
          <p:grpSpPr>
            <a:xfrm>
              <a:off x="4572000" y="5264355"/>
              <a:ext cx="1260140" cy="108861"/>
              <a:chOff x="4572000" y="5264355"/>
              <a:chExt cx="1260140" cy="108861"/>
            </a:xfrm>
          </p:grpSpPr>
          <p:cxnSp>
            <p:nvCxnSpPr>
              <p:cNvPr id="110" name="直接连接符 109"/>
              <p:cNvCxnSpPr/>
              <p:nvPr/>
            </p:nvCxnSpPr>
            <p:spPr>
              <a:xfrm>
                <a:off x="4572000" y="5305767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1" name="组合 110"/>
              <p:cNvGrpSpPr/>
              <p:nvPr/>
            </p:nvGrpSpPr>
            <p:grpSpPr>
              <a:xfrm>
                <a:off x="4644008" y="5264355"/>
                <a:ext cx="1113943" cy="108861"/>
                <a:chOff x="4644008" y="5264355"/>
                <a:chExt cx="1113943" cy="108861"/>
              </a:xfrm>
            </p:grpSpPr>
            <p:grpSp>
              <p:nvGrpSpPr>
                <p:cNvPr id="112" name="组合 111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1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" name="组合 112"/>
                <p:cNvGrpSpPr/>
                <p:nvPr/>
              </p:nvGrpSpPr>
              <p:grpSpPr>
                <a:xfrm rot="5400000">
                  <a:off x="5453631" y="5066800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1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95" name="组合 94"/>
            <p:cNvGrpSpPr/>
            <p:nvPr/>
          </p:nvGrpSpPr>
          <p:grpSpPr>
            <a:xfrm>
              <a:off x="4572000" y="5540617"/>
              <a:ext cx="1260140" cy="108861"/>
              <a:chOff x="4572000" y="5540617"/>
              <a:chExt cx="1260140" cy="108861"/>
            </a:xfrm>
          </p:grpSpPr>
          <p:cxnSp>
            <p:nvCxnSpPr>
              <p:cNvPr id="96" name="直接连接符 95"/>
              <p:cNvCxnSpPr/>
              <p:nvPr/>
            </p:nvCxnSpPr>
            <p:spPr>
              <a:xfrm>
                <a:off x="4572000" y="5620685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7" name="组合 96"/>
              <p:cNvGrpSpPr/>
              <p:nvPr/>
            </p:nvGrpSpPr>
            <p:grpSpPr>
              <a:xfrm>
                <a:off x="4644008" y="5540617"/>
                <a:ext cx="1113943" cy="108861"/>
                <a:chOff x="4644008" y="5264355"/>
                <a:chExt cx="1113943" cy="108861"/>
              </a:xfrm>
            </p:grpSpPr>
            <p:grpSp>
              <p:nvGrpSpPr>
                <p:cNvPr id="98" name="组合 97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0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9" name="组合 98"/>
                <p:cNvGrpSpPr/>
                <p:nvPr/>
              </p:nvGrpSpPr>
              <p:grpSpPr>
                <a:xfrm rot="5400000">
                  <a:off x="5453631" y="5066800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0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124" name="Text Box 120"/>
          <p:cNvSpPr txBox="1">
            <a:spLocks noChangeArrowheads="1"/>
          </p:cNvSpPr>
          <p:nvPr/>
        </p:nvSpPr>
        <p:spPr bwMode="auto">
          <a:xfrm>
            <a:off x="404790" y="3665789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检查，加深：</a:t>
            </a:r>
          </a:p>
        </p:txBody>
      </p:sp>
      <p:cxnSp>
        <p:nvCxnSpPr>
          <p:cNvPr id="125" name="直接连接符 124"/>
          <p:cNvCxnSpPr/>
          <p:nvPr/>
        </p:nvCxnSpPr>
        <p:spPr>
          <a:xfrm flipH="1">
            <a:off x="3527884" y="2200260"/>
            <a:ext cx="1764196" cy="540060"/>
          </a:xfrm>
          <a:prstGeom prst="lin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任意多边形 125"/>
          <p:cNvSpPr/>
          <p:nvPr/>
        </p:nvSpPr>
        <p:spPr>
          <a:xfrm>
            <a:off x="6621780" y="2197700"/>
            <a:ext cx="1988820" cy="1046669"/>
          </a:xfrm>
          <a:custGeom>
            <a:avLst/>
            <a:gdLst>
              <a:gd name="connsiteX0" fmla="*/ 0 w 1988820"/>
              <a:gd name="connsiteY0" fmla="*/ 1046480 h 1046480"/>
              <a:gd name="connsiteX1" fmla="*/ 2540 w 1988820"/>
              <a:gd name="connsiteY1" fmla="*/ 0 h 1046480"/>
              <a:gd name="connsiteX2" fmla="*/ 1988820 w 1988820"/>
              <a:gd name="connsiteY2" fmla="*/ 0 h 1046480"/>
              <a:gd name="connsiteX3" fmla="*/ 1988820 w 1988820"/>
              <a:gd name="connsiteY3" fmla="*/ 238760 h 1046480"/>
              <a:gd name="connsiteX4" fmla="*/ 1402080 w 1988820"/>
              <a:gd name="connsiteY4" fmla="*/ 238760 h 1046480"/>
              <a:gd name="connsiteX5" fmla="*/ 1404620 w 1988820"/>
              <a:gd name="connsiteY5" fmla="*/ 1043940 h 1046480"/>
              <a:gd name="connsiteX6" fmla="*/ 894080 w 1988820"/>
              <a:gd name="connsiteY6" fmla="*/ 1046480 h 1046480"/>
              <a:gd name="connsiteX7" fmla="*/ 896620 w 1988820"/>
              <a:gd name="connsiteY7" fmla="*/ 287020 h 1046480"/>
              <a:gd name="connsiteX8" fmla="*/ 320040 w 1988820"/>
              <a:gd name="connsiteY8" fmla="*/ 289560 h 1046480"/>
              <a:gd name="connsiteX9" fmla="*/ 320040 w 1988820"/>
              <a:gd name="connsiteY9" fmla="*/ 1043940 h 1046480"/>
              <a:gd name="connsiteX10" fmla="*/ 0 w 1988820"/>
              <a:gd name="connsiteY10" fmla="*/ 1046480 h 10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8820" h="1046480">
                <a:moveTo>
                  <a:pt x="0" y="1046480"/>
                </a:moveTo>
                <a:cubicBezTo>
                  <a:pt x="847" y="697653"/>
                  <a:pt x="1693" y="348827"/>
                  <a:pt x="2540" y="0"/>
                </a:cubicBezTo>
                <a:lnTo>
                  <a:pt x="1988820" y="0"/>
                </a:lnTo>
                <a:lnTo>
                  <a:pt x="1988820" y="238760"/>
                </a:lnTo>
                <a:lnTo>
                  <a:pt x="1402080" y="238760"/>
                </a:lnTo>
                <a:cubicBezTo>
                  <a:pt x="1402927" y="507153"/>
                  <a:pt x="1403773" y="775547"/>
                  <a:pt x="1404620" y="1043940"/>
                </a:cubicBezTo>
                <a:lnTo>
                  <a:pt x="894080" y="1046480"/>
                </a:lnTo>
                <a:cubicBezTo>
                  <a:pt x="894927" y="793327"/>
                  <a:pt x="895773" y="540173"/>
                  <a:pt x="896620" y="287020"/>
                </a:cubicBezTo>
                <a:lnTo>
                  <a:pt x="320040" y="289560"/>
                </a:lnTo>
                <a:lnTo>
                  <a:pt x="320040" y="1043940"/>
                </a:lnTo>
                <a:lnTo>
                  <a:pt x="0" y="1046480"/>
                </a:lnTo>
                <a:close/>
              </a:path>
            </a:pathLst>
          </a:custGeom>
          <a:solidFill>
            <a:srgbClr val="FFC000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任意多边形 126"/>
          <p:cNvSpPr/>
          <p:nvPr/>
        </p:nvSpPr>
        <p:spPr>
          <a:xfrm>
            <a:off x="3520440" y="3964270"/>
            <a:ext cx="1771650" cy="1985010"/>
          </a:xfrm>
          <a:custGeom>
            <a:avLst/>
            <a:gdLst>
              <a:gd name="connsiteX0" fmla="*/ 7620 w 1771650"/>
              <a:gd name="connsiteY0" fmla="*/ 0 h 1985010"/>
              <a:gd name="connsiteX1" fmla="*/ 1771650 w 1771650"/>
              <a:gd name="connsiteY1" fmla="*/ 0 h 1985010"/>
              <a:gd name="connsiteX2" fmla="*/ 1771650 w 1771650"/>
              <a:gd name="connsiteY2" fmla="*/ 1985010 h 1985010"/>
              <a:gd name="connsiteX3" fmla="*/ 1047750 w 1771650"/>
              <a:gd name="connsiteY3" fmla="*/ 1981200 h 1985010"/>
              <a:gd name="connsiteX4" fmla="*/ 1051560 w 1771650"/>
              <a:gd name="connsiteY4" fmla="*/ 1402080 h 1985010"/>
              <a:gd name="connsiteX5" fmla="*/ 0 w 1771650"/>
              <a:gd name="connsiteY5" fmla="*/ 1409700 h 1985010"/>
              <a:gd name="connsiteX6" fmla="*/ 3810 w 1771650"/>
              <a:gd name="connsiteY6" fmla="*/ 895350 h 1985010"/>
              <a:gd name="connsiteX7" fmla="*/ 803910 w 1771650"/>
              <a:gd name="connsiteY7" fmla="*/ 895350 h 1985010"/>
              <a:gd name="connsiteX8" fmla="*/ 803910 w 1771650"/>
              <a:gd name="connsiteY8" fmla="*/ 323850 h 1985010"/>
              <a:gd name="connsiteX9" fmla="*/ 7620 w 1771650"/>
              <a:gd name="connsiteY9" fmla="*/ 323850 h 1985010"/>
              <a:gd name="connsiteX10" fmla="*/ 7620 w 1771650"/>
              <a:gd name="connsiteY10" fmla="*/ 0 h 198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71650" h="1985010">
                <a:moveTo>
                  <a:pt x="7620" y="0"/>
                </a:moveTo>
                <a:lnTo>
                  <a:pt x="1771650" y="0"/>
                </a:lnTo>
                <a:lnTo>
                  <a:pt x="1771650" y="1985010"/>
                </a:lnTo>
                <a:lnTo>
                  <a:pt x="1047750" y="1981200"/>
                </a:lnTo>
                <a:lnTo>
                  <a:pt x="1051560" y="1402080"/>
                </a:lnTo>
                <a:lnTo>
                  <a:pt x="0" y="1409700"/>
                </a:lnTo>
                <a:lnTo>
                  <a:pt x="3810" y="895350"/>
                </a:lnTo>
                <a:lnTo>
                  <a:pt x="803910" y="895350"/>
                </a:lnTo>
                <a:lnTo>
                  <a:pt x="803910" y="323850"/>
                </a:lnTo>
                <a:lnTo>
                  <a:pt x="7620" y="323850"/>
                </a:lnTo>
                <a:lnTo>
                  <a:pt x="7620" y="0"/>
                </a:lnTo>
                <a:close/>
              </a:path>
            </a:pathLst>
          </a:custGeom>
          <a:solidFill>
            <a:srgbClr val="FFC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8" name="Group 894"/>
          <p:cNvGrpSpPr/>
          <p:nvPr/>
        </p:nvGrpSpPr>
        <p:grpSpPr bwMode="auto">
          <a:xfrm>
            <a:off x="4278463" y="1885633"/>
            <a:ext cx="754062" cy="420687"/>
            <a:chOff x="553" y="1813"/>
            <a:chExt cx="475" cy="265"/>
          </a:xfrm>
        </p:grpSpPr>
        <p:sp>
          <p:nvSpPr>
            <p:cNvPr id="129" name="Text Box 885"/>
            <p:cNvSpPr txBox="1">
              <a:spLocks noChangeArrowheads="1"/>
            </p:cNvSpPr>
            <p:nvPr/>
          </p:nvSpPr>
          <p:spPr bwMode="auto">
            <a:xfrm>
              <a:off x="553" y="1813"/>
              <a:ext cx="47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/>
                <a:t>p</a:t>
              </a:r>
              <a:r>
                <a:rPr lang="en-US" altLang="zh-CN" sz="2000" b="1" dirty="0">
                  <a:latin typeface="黑体" panose="02010609060101010101" pitchFamily="49" charset="-122"/>
                </a:rPr>
                <a:t>′</a:t>
              </a:r>
            </a:p>
          </p:txBody>
        </p:sp>
        <p:sp>
          <p:nvSpPr>
            <p:cNvPr id="130" name="Line 887"/>
            <p:cNvSpPr>
              <a:spLocks noChangeShapeType="1"/>
            </p:cNvSpPr>
            <p:nvPr/>
          </p:nvSpPr>
          <p:spPr bwMode="auto">
            <a:xfrm>
              <a:off x="724" y="1978"/>
              <a:ext cx="228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1" name="Group 891"/>
          <p:cNvGrpSpPr/>
          <p:nvPr/>
        </p:nvGrpSpPr>
        <p:grpSpPr bwMode="auto">
          <a:xfrm>
            <a:off x="4579493" y="2249171"/>
            <a:ext cx="3787776" cy="2738438"/>
            <a:chOff x="613" y="2305"/>
            <a:chExt cx="2386" cy="1725"/>
          </a:xfrm>
        </p:grpSpPr>
        <p:sp>
          <p:nvSpPr>
            <p:cNvPr id="132" name="Text Box 884"/>
            <p:cNvSpPr txBox="1">
              <a:spLocks noChangeArrowheads="1"/>
            </p:cNvSpPr>
            <p:nvPr/>
          </p:nvSpPr>
          <p:spPr bwMode="auto">
            <a:xfrm>
              <a:off x="613" y="3780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000" b="1" i="1" dirty="0"/>
                <a:t>p</a:t>
              </a:r>
            </a:p>
          </p:txBody>
        </p:sp>
        <p:sp>
          <p:nvSpPr>
            <p:cNvPr id="134" name="Text Box 886"/>
            <p:cNvSpPr txBox="1">
              <a:spLocks noChangeArrowheads="1"/>
            </p:cNvSpPr>
            <p:nvPr/>
          </p:nvSpPr>
          <p:spPr bwMode="auto">
            <a:xfrm>
              <a:off x="2470" y="2305"/>
              <a:ext cx="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/>
                <a:t>p</a:t>
              </a:r>
              <a:r>
                <a:rPr lang="en-US" altLang="zh-CN" sz="2000" b="1" dirty="0">
                  <a:latin typeface="黑体" panose="02010609060101010101" pitchFamily="49" charset="-122"/>
                </a:rPr>
                <a:t>″</a:t>
              </a:r>
            </a:p>
          </p:txBody>
        </p:sp>
      </p:grpSp>
      <p:sp>
        <p:nvSpPr>
          <p:cNvPr id="136" name="Text Box 892"/>
          <p:cNvSpPr txBox="1">
            <a:spLocks noChangeArrowheads="1"/>
          </p:cNvSpPr>
          <p:nvPr/>
        </p:nvSpPr>
        <p:spPr bwMode="auto">
          <a:xfrm>
            <a:off x="404790" y="4167141"/>
            <a:ext cx="29790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* </a:t>
            </a:r>
            <a:r>
              <a:rPr lang="en-US" altLang="zh-CN" sz="2000" i="1" dirty="0">
                <a:latin typeface="+mn-lt"/>
                <a:ea typeface="+mn-ea"/>
              </a:rPr>
              <a:t> p′</a:t>
            </a:r>
            <a:r>
              <a:rPr lang="zh-CN" altLang="en-US" dirty="0"/>
              <a:t>与</a:t>
            </a:r>
            <a:r>
              <a:rPr lang="en-US" altLang="zh-CN" sz="2000" i="1" dirty="0">
                <a:latin typeface="+mn-lt"/>
                <a:ea typeface="+mn-ea"/>
              </a:rPr>
              <a:t>p″</a:t>
            </a:r>
            <a:r>
              <a:rPr lang="zh-CN" altLang="en-US" dirty="0"/>
              <a:t>的类似性 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3E263B-9E6D-472F-B50E-35836CAB7BBD}"/>
              </a:ext>
            </a:extLst>
          </p:cNvPr>
          <p:cNvSpPr/>
          <p:nvPr/>
        </p:nvSpPr>
        <p:spPr bwMode="auto">
          <a:xfrm>
            <a:off x="6624228" y="2731368"/>
            <a:ext cx="320883" cy="51300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FFBFAB8-339F-460A-944E-E1813DFFF063}"/>
              </a:ext>
            </a:extLst>
          </p:cNvPr>
          <p:cNvSpPr/>
          <p:nvPr/>
        </p:nvSpPr>
        <p:spPr bwMode="auto">
          <a:xfrm>
            <a:off x="7524329" y="2731368"/>
            <a:ext cx="504055" cy="51300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/>
      <p:bldP spid="7" grpId="0"/>
      <p:bldP spid="8" grpId="0"/>
      <p:bldP spid="9" grpId="0"/>
      <p:bldP spid="28" grpId="0" animBg="1"/>
      <p:bldP spid="43" grpId="0" animBg="1"/>
      <p:bldP spid="49" grpId="0" animBg="1"/>
      <p:bldP spid="124" grpId="0"/>
      <p:bldP spid="126" grpId="0" animBg="1"/>
      <p:bldP spid="127" grpId="0" animBg="1"/>
      <p:bldP spid="1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27884" y="3948740"/>
            <a:ext cx="2304256" cy="19802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527884" y="1608480"/>
            <a:ext cx="2304256" cy="16201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24228" y="1608480"/>
            <a:ext cx="1980220" cy="16201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120"/>
          <p:cNvSpPr txBox="1">
            <a:spLocks noChangeArrowheads="1"/>
          </p:cNvSpPr>
          <p:nvPr/>
        </p:nvSpPr>
        <p:spPr bwMode="auto">
          <a:xfrm>
            <a:off x="404790" y="684853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布置视图：</a:t>
            </a:r>
          </a:p>
        </p:txBody>
      </p:sp>
      <p:sp>
        <p:nvSpPr>
          <p:cNvPr id="6" name="Rectangle 103"/>
          <p:cNvSpPr>
            <a:spLocks noChangeArrowheads="1"/>
          </p:cNvSpPr>
          <p:nvPr/>
        </p:nvSpPr>
        <p:spPr bwMode="auto">
          <a:xfrm>
            <a:off x="404790" y="1102609"/>
            <a:ext cx="48872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画出切割前的基本形体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立方体</a:t>
            </a:r>
          </a:p>
        </p:txBody>
      </p:sp>
      <p:sp>
        <p:nvSpPr>
          <p:cNvPr id="7" name="Text Box 120"/>
          <p:cNvSpPr txBox="1">
            <a:spLocks noChangeArrowheads="1"/>
          </p:cNvSpPr>
          <p:nvPr/>
        </p:nvSpPr>
        <p:spPr bwMode="auto">
          <a:xfrm>
            <a:off x="404790" y="1523946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画底稿：</a:t>
            </a:r>
          </a:p>
        </p:txBody>
      </p:sp>
      <p:sp>
        <p:nvSpPr>
          <p:cNvPr id="8" name="Rectangle 103"/>
          <p:cNvSpPr>
            <a:spLocks noChangeArrowheads="1"/>
          </p:cNvSpPr>
          <p:nvPr/>
        </p:nvSpPr>
        <p:spPr bwMode="auto">
          <a:xfrm>
            <a:off x="400439" y="1924056"/>
            <a:ext cx="34341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逐块切割、绘制；</a:t>
            </a:r>
          </a:p>
        </p:txBody>
      </p:sp>
      <p:sp>
        <p:nvSpPr>
          <p:cNvPr id="9" name="Rectangle 103"/>
          <p:cNvSpPr>
            <a:spLocks noChangeArrowheads="1"/>
          </p:cNvSpPr>
          <p:nvPr/>
        </p:nvSpPr>
        <p:spPr bwMode="auto">
          <a:xfrm>
            <a:off x="400439" y="2386625"/>
            <a:ext cx="30194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680" indent="-3606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*  从反映形体特征的视图开始，三个视图对照画；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27884" y="1608480"/>
            <a:ext cx="1764196" cy="1116124"/>
            <a:chOff x="3527884" y="1412776"/>
            <a:chExt cx="1764196" cy="111612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92080" y="1412776"/>
              <a:ext cx="0" cy="576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3527884" y="1988840"/>
              <a:ext cx="1764196" cy="540060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2" name="直接连接符 11"/>
          <p:cNvCxnSpPr/>
          <p:nvPr/>
        </p:nvCxnSpPr>
        <p:spPr>
          <a:xfrm>
            <a:off x="6624228" y="2184544"/>
            <a:ext cx="1980220" cy="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3505024" y="1608480"/>
            <a:ext cx="17641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527884" y="1608480"/>
            <a:ext cx="0" cy="111612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27884" y="4257092"/>
            <a:ext cx="792088" cy="612068"/>
            <a:chOff x="3527884" y="4061388"/>
            <a:chExt cx="792088" cy="612068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527884" y="4077072"/>
              <a:ext cx="792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316973" y="4061388"/>
              <a:ext cx="2999" cy="612068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527884" y="4653136"/>
              <a:ext cx="792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6948264" y="2477656"/>
            <a:ext cx="576064" cy="7510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3527884" y="4293540"/>
            <a:ext cx="0" cy="54006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4274111" y="2477656"/>
            <a:ext cx="106766" cy="751004"/>
            <a:chOff x="4274111" y="2281952"/>
            <a:chExt cx="106766" cy="751004"/>
          </a:xfrm>
        </p:grpSpPr>
        <p:cxnSp>
          <p:nvCxnSpPr>
            <p:cNvPr id="21" name="直接连接符 20"/>
            <p:cNvCxnSpPr/>
            <p:nvPr/>
          </p:nvCxnSpPr>
          <p:spPr>
            <a:xfrm flipV="1">
              <a:off x="4321325" y="2281952"/>
              <a:ext cx="1" cy="7510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Line 1062"/>
            <p:cNvSpPr>
              <a:spLocks noChangeShapeType="1"/>
            </p:cNvSpPr>
            <p:nvPr/>
          </p:nvSpPr>
          <p:spPr bwMode="auto">
            <a:xfrm>
              <a:off x="4278463" y="2785839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062"/>
            <p:cNvSpPr>
              <a:spLocks noChangeShapeType="1"/>
            </p:cNvSpPr>
            <p:nvPr/>
          </p:nvSpPr>
          <p:spPr bwMode="auto">
            <a:xfrm>
              <a:off x="4274111" y="290942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62"/>
            <p:cNvSpPr>
              <a:spLocks noChangeShapeType="1"/>
            </p:cNvSpPr>
            <p:nvPr/>
          </p:nvSpPr>
          <p:spPr bwMode="auto">
            <a:xfrm>
              <a:off x="4288320" y="2531534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062"/>
            <p:cNvSpPr>
              <a:spLocks noChangeShapeType="1"/>
            </p:cNvSpPr>
            <p:nvPr/>
          </p:nvSpPr>
          <p:spPr bwMode="auto">
            <a:xfrm>
              <a:off x="4283968" y="265512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062"/>
            <p:cNvSpPr>
              <a:spLocks noChangeShapeType="1"/>
            </p:cNvSpPr>
            <p:nvPr/>
          </p:nvSpPr>
          <p:spPr bwMode="auto">
            <a:xfrm>
              <a:off x="4295152" y="240755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9" name="直接连接符 38"/>
          <p:cNvCxnSpPr/>
          <p:nvPr/>
        </p:nvCxnSpPr>
        <p:spPr>
          <a:xfrm>
            <a:off x="3527884" y="5352896"/>
            <a:ext cx="1044116" cy="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572000" y="5352896"/>
            <a:ext cx="0" cy="576064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527884" y="5373216"/>
            <a:ext cx="0" cy="57606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512644" y="5928960"/>
            <a:ext cx="104411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028384" y="2418570"/>
            <a:ext cx="576064" cy="8100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572000" y="2418570"/>
            <a:ext cx="0" cy="8100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8100392" y="2823615"/>
            <a:ext cx="468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8334418" y="2580588"/>
            <a:ext cx="0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/>
          <p:cNvSpPr/>
          <p:nvPr/>
        </p:nvSpPr>
        <p:spPr>
          <a:xfrm>
            <a:off x="8181518" y="2666065"/>
            <a:ext cx="314918" cy="31491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4427984" y="5604924"/>
            <a:ext cx="1548172" cy="102373"/>
            <a:chOff x="4427984" y="5409220"/>
            <a:chExt cx="1548172" cy="102373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4427984" y="5463226"/>
              <a:ext cx="15481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Line 1062"/>
            <p:cNvSpPr>
              <a:spLocks noChangeShapeType="1"/>
            </p:cNvSpPr>
            <p:nvPr/>
          </p:nvSpPr>
          <p:spPr bwMode="auto">
            <a:xfrm rot="5400000">
              <a:off x="4673154" y="546322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062"/>
            <p:cNvSpPr>
              <a:spLocks noChangeShapeType="1"/>
            </p:cNvSpPr>
            <p:nvPr/>
          </p:nvSpPr>
          <p:spPr bwMode="auto">
            <a:xfrm rot="5400000">
              <a:off x="4803870" y="546873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062"/>
            <p:cNvSpPr>
              <a:spLocks noChangeShapeType="1"/>
            </p:cNvSpPr>
            <p:nvPr/>
          </p:nvSpPr>
          <p:spPr bwMode="auto">
            <a:xfrm rot="5400000">
              <a:off x="5478541" y="545208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062"/>
            <p:cNvSpPr>
              <a:spLocks noChangeShapeType="1"/>
            </p:cNvSpPr>
            <p:nvPr/>
          </p:nvSpPr>
          <p:spPr bwMode="auto">
            <a:xfrm rot="5400000">
              <a:off x="5609257" y="545758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572000" y="5460059"/>
            <a:ext cx="1260140" cy="387387"/>
            <a:chOff x="4572000" y="5264355"/>
            <a:chExt cx="1260140" cy="387387"/>
          </a:xfrm>
        </p:grpSpPr>
        <p:grpSp>
          <p:nvGrpSpPr>
            <p:cNvPr id="57" name="组合 56"/>
            <p:cNvGrpSpPr/>
            <p:nvPr/>
          </p:nvGrpSpPr>
          <p:grpSpPr>
            <a:xfrm>
              <a:off x="4572000" y="5264355"/>
              <a:ext cx="1260140" cy="108861"/>
              <a:chOff x="4572000" y="5264355"/>
              <a:chExt cx="1260140" cy="108861"/>
            </a:xfrm>
          </p:grpSpPr>
          <p:cxnSp>
            <p:nvCxnSpPr>
              <p:cNvPr id="73" name="直接连接符 72"/>
              <p:cNvCxnSpPr/>
              <p:nvPr/>
            </p:nvCxnSpPr>
            <p:spPr>
              <a:xfrm>
                <a:off x="4572000" y="5305767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组合 73"/>
              <p:cNvGrpSpPr/>
              <p:nvPr/>
            </p:nvGrpSpPr>
            <p:grpSpPr>
              <a:xfrm>
                <a:off x="4644008" y="5264355"/>
                <a:ext cx="1113943" cy="108861"/>
                <a:chOff x="4644008" y="5264355"/>
                <a:chExt cx="1113943" cy="108861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8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6" name="组合 75"/>
                <p:cNvGrpSpPr/>
                <p:nvPr/>
              </p:nvGrpSpPr>
              <p:grpSpPr>
                <a:xfrm rot="5400000">
                  <a:off x="5453631" y="5066800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7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58" name="组合 57"/>
            <p:cNvGrpSpPr/>
            <p:nvPr/>
          </p:nvGrpSpPr>
          <p:grpSpPr>
            <a:xfrm>
              <a:off x="4572000" y="5542712"/>
              <a:ext cx="1260140" cy="109030"/>
              <a:chOff x="4572000" y="5542712"/>
              <a:chExt cx="1260140" cy="109030"/>
            </a:xfrm>
          </p:grpSpPr>
          <p:cxnSp>
            <p:nvCxnSpPr>
              <p:cNvPr id="59" name="直接连接符 58"/>
              <p:cNvCxnSpPr/>
              <p:nvPr/>
            </p:nvCxnSpPr>
            <p:spPr>
              <a:xfrm>
                <a:off x="4572000" y="5620685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4644008" y="5542712"/>
                <a:ext cx="1113944" cy="109030"/>
                <a:chOff x="4644008" y="5266450"/>
                <a:chExt cx="1113944" cy="109030"/>
              </a:xfrm>
            </p:grpSpPr>
            <p:grpSp>
              <p:nvGrpSpPr>
                <p:cNvPr id="61" name="组合 60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6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" name="组合 61"/>
                <p:cNvGrpSpPr/>
                <p:nvPr/>
              </p:nvGrpSpPr>
              <p:grpSpPr>
                <a:xfrm rot="5400000">
                  <a:off x="5453628" y="5071156"/>
                  <a:ext cx="106773" cy="501875"/>
                  <a:chOff x="6300192" y="4022822"/>
                  <a:chExt cx="106773" cy="501875"/>
                </a:xfrm>
              </p:grpSpPr>
              <p:sp>
                <p:nvSpPr>
                  <p:cNvPr id="6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212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87" name="组合 86"/>
          <p:cNvGrpSpPr/>
          <p:nvPr/>
        </p:nvGrpSpPr>
        <p:grpSpPr>
          <a:xfrm>
            <a:off x="4427984" y="2774792"/>
            <a:ext cx="1548172" cy="102373"/>
            <a:chOff x="4427984" y="5409220"/>
            <a:chExt cx="1548172" cy="102373"/>
          </a:xfrm>
        </p:grpSpPr>
        <p:cxnSp>
          <p:nvCxnSpPr>
            <p:cNvPr id="88" name="直接连接符 87"/>
            <p:cNvCxnSpPr/>
            <p:nvPr/>
          </p:nvCxnSpPr>
          <p:spPr>
            <a:xfrm>
              <a:off x="4427984" y="5463226"/>
              <a:ext cx="15481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Line 1062"/>
            <p:cNvSpPr>
              <a:spLocks noChangeShapeType="1"/>
            </p:cNvSpPr>
            <p:nvPr/>
          </p:nvSpPr>
          <p:spPr bwMode="auto">
            <a:xfrm rot="5400000">
              <a:off x="4673154" y="5463226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062"/>
            <p:cNvSpPr>
              <a:spLocks noChangeShapeType="1"/>
            </p:cNvSpPr>
            <p:nvPr/>
          </p:nvSpPr>
          <p:spPr bwMode="auto">
            <a:xfrm rot="5400000">
              <a:off x="4803870" y="5468731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062"/>
            <p:cNvSpPr>
              <a:spLocks noChangeShapeType="1"/>
            </p:cNvSpPr>
            <p:nvPr/>
          </p:nvSpPr>
          <p:spPr bwMode="auto">
            <a:xfrm rot="5400000">
              <a:off x="5478541" y="5452083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062"/>
            <p:cNvSpPr>
              <a:spLocks noChangeShapeType="1"/>
            </p:cNvSpPr>
            <p:nvPr/>
          </p:nvSpPr>
          <p:spPr bwMode="auto">
            <a:xfrm rot="5400000">
              <a:off x="5609257" y="5457588"/>
              <a:ext cx="85725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4572000" y="2629927"/>
            <a:ext cx="1260140" cy="385123"/>
            <a:chOff x="4572000" y="5264355"/>
            <a:chExt cx="1260140" cy="385123"/>
          </a:xfrm>
        </p:grpSpPr>
        <p:grpSp>
          <p:nvGrpSpPr>
            <p:cNvPr id="94" name="组合 93"/>
            <p:cNvGrpSpPr/>
            <p:nvPr/>
          </p:nvGrpSpPr>
          <p:grpSpPr>
            <a:xfrm>
              <a:off x="4572000" y="5264355"/>
              <a:ext cx="1260140" cy="108861"/>
              <a:chOff x="4572000" y="5264355"/>
              <a:chExt cx="1260140" cy="108861"/>
            </a:xfrm>
          </p:grpSpPr>
          <p:cxnSp>
            <p:nvCxnSpPr>
              <p:cNvPr id="110" name="直接连接符 109"/>
              <p:cNvCxnSpPr/>
              <p:nvPr/>
            </p:nvCxnSpPr>
            <p:spPr>
              <a:xfrm>
                <a:off x="4572000" y="5305767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1" name="组合 110"/>
              <p:cNvGrpSpPr/>
              <p:nvPr/>
            </p:nvGrpSpPr>
            <p:grpSpPr>
              <a:xfrm>
                <a:off x="4644008" y="5264355"/>
                <a:ext cx="1113943" cy="108861"/>
                <a:chOff x="4644008" y="5264355"/>
                <a:chExt cx="1113943" cy="108861"/>
              </a:xfrm>
            </p:grpSpPr>
            <p:grpSp>
              <p:nvGrpSpPr>
                <p:cNvPr id="112" name="组合 111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1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" name="组合 112"/>
                <p:cNvGrpSpPr/>
                <p:nvPr/>
              </p:nvGrpSpPr>
              <p:grpSpPr>
                <a:xfrm rot="5400000">
                  <a:off x="5453631" y="5066800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1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95" name="组合 94"/>
            <p:cNvGrpSpPr/>
            <p:nvPr/>
          </p:nvGrpSpPr>
          <p:grpSpPr>
            <a:xfrm>
              <a:off x="4572000" y="5540617"/>
              <a:ext cx="1260140" cy="108861"/>
              <a:chOff x="4572000" y="5540617"/>
              <a:chExt cx="1260140" cy="108861"/>
            </a:xfrm>
          </p:grpSpPr>
          <p:cxnSp>
            <p:nvCxnSpPr>
              <p:cNvPr id="96" name="直接连接符 95"/>
              <p:cNvCxnSpPr/>
              <p:nvPr/>
            </p:nvCxnSpPr>
            <p:spPr>
              <a:xfrm>
                <a:off x="4572000" y="5620685"/>
                <a:ext cx="12601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7" name="组合 96"/>
              <p:cNvGrpSpPr/>
              <p:nvPr/>
            </p:nvGrpSpPr>
            <p:grpSpPr>
              <a:xfrm>
                <a:off x="4644008" y="5540617"/>
                <a:ext cx="1113943" cy="108861"/>
                <a:chOff x="4644008" y="5264355"/>
                <a:chExt cx="1113943" cy="108861"/>
              </a:xfrm>
            </p:grpSpPr>
            <p:grpSp>
              <p:nvGrpSpPr>
                <p:cNvPr id="98" name="组合 97"/>
                <p:cNvGrpSpPr/>
                <p:nvPr/>
              </p:nvGrpSpPr>
              <p:grpSpPr>
                <a:xfrm rot="5400000">
                  <a:off x="4841563" y="5068895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05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9" name="组合 98"/>
                <p:cNvGrpSpPr/>
                <p:nvPr/>
              </p:nvGrpSpPr>
              <p:grpSpPr>
                <a:xfrm rot="5400000">
                  <a:off x="5453631" y="5066800"/>
                  <a:ext cx="106766" cy="501875"/>
                  <a:chOff x="6295840" y="4022822"/>
                  <a:chExt cx="106766" cy="501875"/>
                </a:xfrm>
              </p:grpSpPr>
              <p:sp>
                <p:nvSpPr>
                  <p:cNvPr id="100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0192" y="4401108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295840" y="4524697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0049" y="4146803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05697" y="427039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Line 1062"/>
                  <p:cNvSpPr>
                    <a:spLocks noChangeShapeType="1"/>
                  </p:cNvSpPr>
                  <p:nvPr/>
                </p:nvSpPr>
                <p:spPr bwMode="auto">
                  <a:xfrm>
                    <a:off x="6316881" y="4022822"/>
                    <a:ext cx="857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124" name="Text Box 120"/>
          <p:cNvSpPr txBox="1">
            <a:spLocks noChangeArrowheads="1"/>
          </p:cNvSpPr>
          <p:nvPr/>
        </p:nvSpPr>
        <p:spPr bwMode="auto">
          <a:xfrm>
            <a:off x="402610" y="3723419"/>
            <a:ext cx="215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A50021"/>
                </a:solidFill>
                <a:ea typeface="黑体" panose="02010609060101010101" pitchFamily="49" charset="-122"/>
              </a:rPr>
              <a:t>检查，加深：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5292080" y="3948740"/>
            <a:ext cx="0" cy="198022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5" name="Text Box 892"/>
          <p:cNvSpPr txBox="1">
            <a:spLocks noChangeArrowheads="1"/>
          </p:cNvSpPr>
          <p:nvPr/>
        </p:nvSpPr>
        <p:spPr bwMode="auto">
          <a:xfrm>
            <a:off x="402609" y="4263479"/>
            <a:ext cx="26572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0680" indent="-360680">
              <a:defRPr kumimoji="1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* </a:t>
            </a:r>
            <a:r>
              <a:rPr lang="en-US" altLang="zh-CN" sz="2000" i="1" dirty="0">
                <a:latin typeface="+mn-lt"/>
                <a:ea typeface="+mn-ea"/>
              </a:rPr>
              <a:t> p′</a:t>
            </a:r>
            <a:r>
              <a:rPr lang="zh-CN" altLang="en-US" dirty="0"/>
              <a:t>与</a:t>
            </a:r>
            <a:r>
              <a:rPr lang="en-US" altLang="zh-CN" sz="2000" i="1" dirty="0">
                <a:latin typeface="+mn-lt"/>
                <a:ea typeface="+mn-ea"/>
              </a:rPr>
              <a:t>p″</a:t>
            </a:r>
            <a:r>
              <a:rPr lang="zh-CN" altLang="en-US" dirty="0"/>
              <a:t>的类似性 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17</a:t>
            </a:fld>
            <a:endParaRPr lang="zh-CN" altLang="en-US" dirty="0"/>
          </a:p>
        </p:txBody>
      </p:sp>
      <p:cxnSp>
        <p:nvCxnSpPr>
          <p:cNvPr id="126" name="直接连接符 11">
            <a:extLst>
              <a:ext uri="{FF2B5EF4-FFF2-40B4-BE49-F238E27FC236}">
                <a16:creationId xmlns:a16="http://schemas.microsoft.com/office/drawing/2014/main" id="{5905E0B3-29DA-497D-BA17-8643F073126D}"/>
              </a:ext>
            </a:extLst>
          </p:cNvPr>
          <p:cNvCxnSpPr>
            <a:cxnSpLocks/>
          </p:cNvCxnSpPr>
          <p:nvPr/>
        </p:nvCxnSpPr>
        <p:spPr>
          <a:xfrm>
            <a:off x="6624228" y="2696258"/>
            <a:ext cx="324036" cy="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直接连接符 11">
            <a:extLst>
              <a:ext uri="{FF2B5EF4-FFF2-40B4-BE49-F238E27FC236}">
                <a16:creationId xmlns:a16="http://schemas.microsoft.com/office/drawing/2014/main" id="{E6D55686-781C-4C0F-A0F3-980E85F11380}"/>
              </a:ext>
            </a:extLst>
          </p:cNvPr>
          <p:cNvCxnSpPr>
            <a:cxnSpLocks/>
          </p:cNvCxnSpPr>
          <p:nvPr/>
        </p:nvCxnSpPr>
        <p:spPr>
          <a:xfrm>
            <a:off x="7524328" y="2696258"/>
            <a:ext cx="504056" cy="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2">
            <a:extLst>
              <a:ext uri="{FF2B5EF4-FFF2-40B4-BE49-F238E27FC236}">
                <a16:creationId xmlns:a16="http://schemas.microsoft.com/office/drawing/2014/main" id="{B192FC77-2F44-487C-BEBA-5FEFA991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18" name="Text Box 3">
            <a:extLst>
              <a:ext uri="{FF2B5EF4-FFF2-40B4-BE49-F238E27FC236}">
                <a16:creationId xmlns:a16="http://schemas.microsoft.com/office/drawing/2014/main" id="{427420A2-51B8-4882-A972-180C57666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896938"/>
            <a:ext cx="65293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latin typeface="黑体" panose="02010609060101010101" pitchFamily="49" charset="-122"/>
                <a:ea typeface="等线" panose="02010600030101010101" pitchFamily="2" charset="-122"/>
              </a:rPr>
              <a:t>一、看图时需要注意的几个问题</a:t>
            </a:r>
          </a:p>
        </p:txBody>
      </p:sp>
      <p:sp>
        <p:nvSpPr>
          <p:cNvPr id="3019" name="Rectangle 5">
            <a:extLst>
              <a:ext uri="{FF2B5EF4-FFF2-40B4-BE49-F238E27FC236}">
                <a16:creationId xmlns:a16="http://schemas.microsoft.com/office/drawing/2014/main" id="{529300EE-5AA1-4279-8407-CF0E4C807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1619250"/>
            <a:ext cx="4337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ea typeface="等线" panose="02010600030101010101" pitchFamily="2" charset="-122"/>
              </a:rPr>
              <a:t>1.</a:t>
            </a:r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</a:rPr>
              <a:t>注意抓特征视图</a:t>
            </a:r>
          </a:p>
        </p:txBody>
      </p:sp>
      <p:sp>
        <p:nvSpPr>
          <p:cNvPr id="3020" name="Text Box 6">
            <a:extLst>
              <a:ext uri="{FF2B5EF4-FFF2-40B4-BE49-F238E27FC236}">
                <a16:creationId xmlns:a16="http://schemas.microsoft.com/office/drawing/2014/main" id="{D7319B49-446B-4CF7-8CCC-55F606D95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2905125"/>
            <a:ext cx="6767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——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最能反映物体形状特征的那个视图。 </a:t>
            </a:r>
          </a:p>
        </p:txBody>
      </p:sp>
      <p:sp>
        <p:nvSpPr>
          <p:cNvPr id="3021" name="Text Box 7">
            <a:extLst>
              <a:ext uri="{FF2B5EF4-FFF2-40B4-BE49-F238E27FC236}">
                <a16:creationId xmlns:a16="http://schemas.microsoft.com/office/drawing/2014/main" id="{4BD81EA5-A5EB-4525-A4E3-FD4676EFD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838" y="2408238"/>
            <a:ext cx="2581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latin typeface="黑体" panose="02010609060101010101" pitchFamily="49" charset="-122"/>
                <a:ea typeface="等线" panose="02010600030101010101" pitchFamily="2" charset="-122"/>
              </a:rPr>
              <a:t>形状特征视图</a:t>
            </a:r>
          </a:p>
        </p:txBody>
      </p:sp>
      <p:grpSp>
        <p:nvGrpSpPr>
          <p:cNvPr id="3022" name="Group 8">
            <a:extLst>
              <a:ext uri="{FF2B5EF4-FFF2-40B4-BE49-F238E27FC236}">
                <a16:creationId xmlns:a16="http://schemas.microsoft.com/office/drawing/2014/main" id="{60639F20-2C49-41EC-BC3C-377EEC4172DE}"/>
              </a:ext>
            </a:extLst>
          </p:cNvPr>
          <p:cNvGrpSpPr>
            <a:grpSpLocks/>
          </p:cNvGrpSpPr>
          <p:nvPr/>
        </p:nvGrpSpPr>
        <p:grpSpPr bwMode="auto">
          <a:xfrm>
            <a:off x="1265238" y="3498850"/>
            <a:ext cx="6788150" cy="2519363"/>
            <a:chOff x="797" y="2155"/>
            <a:chExt cx="4276" cy="1587"/>
          </a:xfrm>
        </p:grpSpPr>
        <p:sp>
          <p:nvSpPr>
            <p:cNvPr id="3023" name="Line 9">
              <a:extLst>
                <a:ext uri="{FF2B5EF4-FFF2-40B4-BE49-F238E27FC236}">
                  <a16:creationId xmlns:a16="http://schemas.microsoft.com/office/drawing/2014/main" id="{69A7C577-06ED-47D0-BD5A-0646D9A37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6" y="2971"/>
              <a:ext cx="0" cy="596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24" name="Line 10">
              <a:extLst>
                <a:ext uri="{FF2B5EF4-FFF2-40B4-BE49-F238E27FC236}">
                  <a16:creationId xmlns:a16="http://schemas.microsoft.com/office/drawing/2014/main" id="{916351A0-D8C8-42D1-A816-B5FC94727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7" y="3491"/>
              <a:ext cx="23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25" name="Line 11">
              <a:extLst>
                <a:ext uri="{FF2B5EF4-FFF2-40B4-BE49-F238E27FC236}">
                  <a16:creationId xmlns:a16="http://schemas.microsoft.com/office/drawing/2014/main" id="{3726EF01-C050-4B32-A97D-52544B3F6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3048"/>
              <a:ext cx="0" cy="45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26" name="Line 12">
              <a:extLst>
                <a:ext uri="{FF2B5EF4-FFF2-40B4-BE49-F238E27FC236}">
                  <a16:creationId xmlns:a16="http://schemas.microsoft.com/office/drawing/2014/main" id="{E9FCA6AF-B4B2-4D33-9F82-238DE47C8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" y="3049"/>
              <a:ext cx="0" cy="4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27" name="Line 13">
              <a:extLst>
                <a:ext uri="{FF2B5EF4-FFF2-40B4-BE49-F238E27FC236}">
                  <a16:creationId xmlns:a16="http://schemas.microsoft.com/office/drawing/2014/main" id="{CB0BBD8A-8507-4F66-9373-FA6951110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7" y="3295"/>
              <a:ext cx="36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28" name="Line 14">
              <a:extLst>
                <a:ext uri="{FF2B5EF4-FFF2-40B4-BE49-F238E27FC236}">
                  <a16:creationId xmlns:a16="http://schemas.microsoft.com/office/drawing/2014/main" id="{8F052430-6615-4414-8CDB-5EFD6DA74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1" y="3289"/>
              <a:ext cx="0" cy="21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29" name="Line 15">
              <a:extLst>
                <a:ext uri="{FF2B5EF4-FFF2-40B4-BE49-F238E27FC236}">
                  <a16:creationId xmlns:a16="http://schemas.microsoft.com/office/drawing/2014/main" id="{CA6C6100-62DC-4100-85D8-FCC75DDE9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" y="3289"/>
              <a:ext cx="0" cy="22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0" name="Line 16">
              <a:extLst>
                <a:ext uri="{FF2B5EF4-FFF2-40B4-BE49-F238E27FC236}">
                  <a16:creationId xmlns:a16="http://schemas.microsoft.com/office/drawing/2014/main" id="{7DDF8A6D-3853-4CD3-8C31-D1914B83A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1" y="3491"/>
              <a:ext cx="22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1" name="Line 17">
              <a:extLst>
                <a:ext uri="{FF2B5EF4-FFF2-40B4-BE49-F238E27FC236}">
                  <a16:creationId xmlns:a16="http://schemas.microsoft.com/office/drawing/2014/main" id="{2EBED505-2764-4AFD-B58E-571EC611B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" y="3048"/>
              <a:ext cx="822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2" name="Rectangle 18">
              <a:extLst>
                <a:ext uri="{FF2B5EF4-FFF2-40B4-BE49-F238E27FC236}">
                  <a16:creationId xmlns:a16="http://schemas.microsoft.com/office/drawing/2014/main" id="{0E9B0AE9-625A-40AC-9B34-8C8DA2031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" y="2231"/>
              <a:ext cx="814" cy="53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33" name="Line 19">
              <a:extLst>
                <a:ext uri="{FF2B5EF4-FFF2-40B4-BE49-F238E27FC236}">
                  <a16:creationId xmlns:a16="http://schemas.microsoft.com/office/drawing/2014/main" id="{C6878D77-F8DD-437D-A89D-50504FCAF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6" y="2155"/>
              <a:ext cx="0" cy="686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4" name="Rectangle 20">
              <a:extLst>
                <a:ext uri="{FF2B5EF4-FFF2-40B4-BE49-F238E27FC236}">
                  <a16:creationId xmlns:a16="http://schemas.microsoft.com/office/drawing/2014/main" id="{DD9109F8-1F8D-4877-81F9-7EB890A83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" y="2231"/>
              <a:ext cx="462" cy="53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35" name="Line 21">
              <a:extLst>
                <a:ext uri="{FF2B5EF4-FFF2-40B4-BE49-F238E27FC236}">
                  <a16:creationId xmlns:a16="http://schemas.microsoft.com/office/drawing/2014/main" id="{7A508C7C-395D-42B3-B562-E202DD5F4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2231"/>
              <a:ext cx="0" cy="534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6" name="Line 22">
              <a:extLst>
                <a:ext uri="{FF2B5EF4-FFF2-40B4-BE49-F238E27FC236}">
                  <a16:creationId xmlns:a16="http://schemas.microsoft.com/office/drawing/2014/main" id="{E261ABC0-DC8E-4970-95E9-705435E3C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1" y="2231"/>
              <a:ext cx="0" cy="53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7" name="Line 23">
              <a:extLst>
                <a:ext uri="{FF2B5EF4-FFF2-40B4-BE49-F238E27FC236}">
                  <a16:creationId xmlns:a16="http://schemas.microsoft.com/office/drawing/2014/main" id="{EAF28E45-11D0-45E8-8CBB-4A50C49A8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" y="2238"/>
              <a:ext cx="0" cy="53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38" name="Rectangle 24">
              <a:extLst>
                <a:ext uri="{FF2B5EF4-FFF2-40B4-BE49-F238E27FC236}">
                  <a16:creationId xmlns:a16="http://schemas.microsoft.com/office/drawing/2014/main" id="{A4BCF24D-E960-4633-A7B4-4A7FDAF93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" y="2264"/>
              <a:ext cx="784" cy="515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39" name="Line 25">
              <a:extLst>
                <a:ext uri="{FF2B5EF4-FFF2-40B4-BE49-F238E27FC236}">
                  <a16:creationId xmlns:a16="http://schemas.microsoft.com/office/drawing/2014/main" id="{63F67A3F-3ABE-4D2B-A519-6B9F82BC8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1" y="2191"/>
              <a:ext cx="0" cy="661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0" name="Rectangle 26">
              <a:extLst>
                <a:ext uri="{FF2B5EF4-FFF2-40B4-BE49-F238E27FC236}">
                  <a16:creationId xmlns:a16="http://schemas.microsoft.com/office/drawing/2014/main" id="{82C6906D-4682-4DFE-8BCE-7CF3F3B58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2264"/>
              <a:ext cx="438" cy="515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41" name="Line 27">
              <a:extLst>
                <a:ext uri="{FF2B5EF4-FFF2-40B4-BE49-F238E27FC236}">
                  <a16:creationId xmlns:a16="http://schemas.microsoft.com/office/drawing/2014/main" id="{C18E059C-D402-4D19-B46A-7506DA1B4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8" y="2264"/>
              <a:ext cx="0" cy="51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2" name="Line 28">
              <a:extLst>
                <a:ext uri="{FF2B5EF4-FFF2-40B4-BE49-F238E27FC236}">
                  <a16:creationId xmlns:a16="http://schemas.microsoft.com/office/drawing/2014/main" id="{93A72B7E-2804-4804-890C-50552607C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7" y="2271"/>
              <a:ext cx="0" cy="51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3" name="Line 29">
              <a:extLst>
                <a:ext uri="{FF2B5EF4-FFF2-40B4-BE49-F238E27FC236}">
                  <a16:creationId xmlns:a16="http://schemas.microsoft.com/office/drawing/2014/main" id="{B8FE5630-1417-44B8-8739-7744ADCC6D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9" y="2259"/>
              <a:ext cx="0" cy="51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4" name="Line 30">
              <a:extLst>
                <a:ext uri="{FF2B5EF4-FFF2-40B4-BE49-F238E27FC236}">
                  <a16:creationId xmlns:a16="http://schemas.microsoft.com/office/drawing/2014/main" id="{36006E82-B916-45E7-AA56-099CF18E4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5" y="3074"/>
              <a:ext cx="783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5" name="Line 31">
              <a:extLst>
                <a:ext uri="{FF2B5EF4-FFF2-40B4-BE49-F238E27FC236}">
                  <a16:creationId xmlns:a16="http://schemas.microsoft.com/office/drawing/2014/main" id="{54E6CE8A-3274-4938-9D89-802CE54FD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" y="3002"/>
              <a:ext cx="0" cy="529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6" name="Line 32">
              <a:extLst>
                <a:ext uri="{FF2B5EF4-FFF2-40B4-BE49-F238E27FC236}">
                  <a16:creationId xmlns:a16="http://schemas.microsoft.com/office/drawing/2014/main" id="{16712011-1F4E-4DC8-BF4D-0C248A430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6" y="3489"/>
              <a:ext cx="22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7" name="Line 33">
              <a:extLst>
                <a:ext uri="{FF2B5EF4-FFF2-40B4-BE49-F238E27FC236}">
                  <a16:creationId xmlns:a16="http://schemas.microsoft.com/office/drawing/2014/main" id="{FF521A92-CF8E-4F18-85C9-D3420FBD9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" y="3074"/>
              <a:ext cx="0" cy="41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8" name="Line 34">
              <a:extLst>
                <a:ext uri="{FF2B5EF4-FFF2-40B4-BE49-F238E27FC236}">
                  <a16:creationId xmlns:a16="http://schemas.microsoft.com/office/drawing/2014/main" id="{E50B8BD4-9E11-44CE-8BEC-26EA2DF5F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7" y="3067"/>
              <a:ext cx="0" cy="42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49" name="Line 35">
              <a:extLst>
                <a:ext uri="{FF2B5EF4-FFF2-40B4-BE49-F238E27FC236}">
                  <a16:creationId xmlns:a16="http://schemas.microsoft.com/office/drawing/2014/main" id="{45ABEC84-FC98-44E9-A830-B70DB4134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1" y="3489"/>
              <a:ext cx="227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50" name="Arc 36">
              <a:extLst>
                <a:ext uri="{FF2B5EF4-FFF2-40B4-BE49-F238E27FC236}">
                  <a16:creationId xmlns:a16="http://schemas.microsoft.com/office/drawing/2014/main" id="{EABC3A8B-FD86-47D3-8B26-6CB9EDBB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" y="3317"/>
              <a:ext cx="350" cy="184"/>
            </a:xfrm>
            <a:custGeom>
              <a:avLst/>
              <a:gdLst>
                <a:gd name="T0" fmla="*/ -1 w 43133"/>
                <a:gd name="T1" fmla="*/ 19903 h 21600"/>
                <a:gd name="T2" fmla="*/ 21533 w 43133"/>
                <a:gd name="T3" fmla="*/ 0 h 21600"/>
                <a:gd name="T4" fmla="*/ 43133 w 43133"/>
                <a:gd name="T5" fmla="*/ 21600 h 21600"/>
                <a:gd name="T6" fmla="*/ -1 w 43133"/>
                <a:gd name="T7" fmla="*/ 19903 h 21600"/>
                <a:gd name="T8" fmla="*/ 21533 w 43133"/>
                <a:gd name="T9" fmla="*/ 0 h 21600"/>
                <a:gd name="T10" fmla="*/ 43133 w 43133"/>
                <a:gd name="T11" fmla="*/ 21600 h 21600"/>
                <a:gd name="T12" fmla="*/ 21533 w 43133"/>
                <a:gd name="T13" fmla="*/ 21600 h 21600"/>
                <a:gd name="T14" fmla="*/ -1 w 43133"/>
                <a:gd name="T15" fmla="*/ 1990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133" h="21600" fill="none">
                  <a:moveTo>
                    <a:pt x="-1" y="19903"/>
                  </a:moveTo>
                  <a:cubicBezTo>
                    <a:pt x="884" y="8667"/>
                    <a:pt x="10261" y="0"/>
                    <a:pt x="21533" y="0"/>
                  </a:cubicBezTo>
                  <a:cubicBezTo>
                    <a:pt x="33462" y="0"/>
                    <a:pt x="43133" y="9670"/>
                    <a:pt x="43133" y="21600"/>
                  </a:cubicBezTo>
                </a:path>
                <a:path w="43133" h="21600" stroke="0">
                  <a:moveTo>
                    <a:pt x="-1" y="19903"/>
                  </a:moveTo>
                  <a:cubicBezTo>
                    <a:pt x="884" y="8667"/>
                    <a:pt x="10261" y="0"/>
                    <a:pt x="21533" y="0"/>
                  </a:cubicBezTo>
                  <a:cubicBezTo>
                    <a:pt x="33462" y="0"/>
                    <a:pt x="43133" y="9670"/>
                    <a:pt x="43133" y="21600"/>
                  </a:cubicBezTo>
                  <a:lnTo>
                    <a:pt x="21533" y="21600"/>
                  </a:lnTo>
                  <a:lnTo>
                    <a:pt x="-1" y="19903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51" name="Line 37">
              <a:extLst>
                <a:ext uri="{FF2B5EF4-FFF2-40B4-BE49-F238E27FC236}">
                  <a16:creationId xmlns:a16="http://schemas.microsoft.com/office/drawing/2014/main" id="{3EEC692E-502C-4823-B706-5A954504D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487"/>
              <a:ext cx="263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3052" name="Group 38">
              <a:extLst>
                <a:ext uri="{FF2B5EF4-FFF2-40B4-BE49-F238E27FC236}">
                  <a16:creationId xmlns:a16="http://schemas.microsoft.com/office/drawing/2014/main" id="{A112F872-BC7D-489C-8BE4-DB87F9C3B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7" y="2918"/>
              <a:ext cx="830" cy="824"/>
              <a:chOff x="1864" y="1240"/>
              <a:chExt cx="830" cy="824"/>
            </a:xfrm>
          </p:grpSpPr>
          <p:sp>
            <p:nvSpPr>
              <p:cNvPr id="3053" name="Freeform 39">
                <a:extLst>
                  <a:ext uri="{FF2B5EF4-FFF2-40B4-BE49-F238E27FC236}">
                    <a16:creationId xmlns:a16="http://schemas.microsoft.com/office/drawing/2014/main" id="{4AF8CA6B-4B5C-4854-B0D2-65DBC1B11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400"/>
                <a:ext cx="287" cy="434"/>
              </a:xfrm>
              <a:custGeom>
                <a:avLst/>
                <a:gdLst>
                  <a:gd name="T0" fmla="*/ 0 w 755"/>
                  <a:gd name="T1" fmla="*/ 408 h 1142"/>
                  <a:gd name="T2" fmla="*/ 755 w 755"/>
                  <a:gd name="T3" fmla="*/ 0 h 1142"/>
                  <a:gd name="T4" fmla="*/ 755 w 755"/>
                  <a:gd name="T5" fmla="*/ 917 h 1142"/>
                  <a:gd name="T6" fmla="*/ 364 w 755"/>
                  <a:gd name="T7" fmla="*/ 1142 h 1142"/>
                  <a:gd name="T8" fmla="*/ 371 w 755"/>
                  <a:gd name="T9" fmla="*/ 641 h 1142"/>
                  <a:gd name="T10" fmla="*/ 0 w 755"/>
                  <a:gd name="T11" fmla="*/ 408 h 1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5" h="1142">
                    <a:moveTo>
                      <a:pt x="0" y="408"/>
                    </a:moveTo>
                    <a:lnTo>
                      <a:pt x="755" y="0"/>
                    </a:lnTo>
                    <a:lnTo>
                      <a:pt x="755" y="917"/>
                    </a:lnTo>
                    <a:lnTo>
                      <a:pt x="364" y="1142"/>
                    </a:lnTo>
                    <a:lnTo>
                      <a:pt x="371" y="641"/>
                    </a:lnTo>
                    <a:lnTo>
                      <a:pt x="0" y="40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47"/>
                  </a:gs>
                  <a:gs pos="100000">
                    <a:srgbClr val="FF3399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54" name="Freeform 40">
                <a:extLst>
                  <a:ext uri="{FF2B5EF4-FFF2-40B4-BE49-F238E27FC236}">
                    <a16:creationId xmlns:a16="http://schemas.microsoft.com/office/drawing/2014/main" id="{91716090-50BE-4859-9508-0A1C062B2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" y="1240"/>
                <a:ext cx="830" cy="481"/>
              </a:xfrm>
              <a:custGeom>
                <a:avLst/>
                <a:gdLst>
                  <a:gd name="T0" fmla="*/ 0 w 2182"/>
                  <a:gd name="T1" fmla="*/ 843 h 1265"/>
                  <a:gd name="T2" fmla="*/ 735 w 2182"/>
                  <a:gd name="T3" fmla="*/ 1265 h 1265"/>
                  <a:gd name="T4" fmla="*/ 1106 w 2182"/>
                  <a:gd name="T5" fmla="*/ 1054 h 1265"/>
                  <a:gd name="T6" fmla="*/ 742 w 2182"/>
                  <a:gd name="T7" fmla="*/ 843 h 1265"/>
                  <a:gd name="T8" fmla="*/ 1455 w 2182"/>
                  <a:gd name="T9" fmla="*/ 436 h 1265"/>
                  <a:gd name="T10" fmla="*/ 1818 w 2182"/>
                  <a:gd name="T11" fmla="*/ 647 h 1265"/>
                  <a:gd name="T12" fmla="*/ 2182 w 2182"/>
                  <a:gd name="T13" fmla="*/ 429 h 1265"/>
                  <a:gd name="T14" fmla="*/ 1462 w 2182"/>
                  <a:gd name="T15" fmla="*/ 0 h 1265"/>
                  <a:gd name="T16" fmla="*/ 0 w 2182"/>
                  <a:gd name="T17" fmla="*/ 843 h 1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82" h="1265">
                    <a:moveTo>
                      <a:pt x="0" y="843"/>
                    </a:moveTo>
                    <a:lnTo>
                      <a:pt x="735" y="1265"/>
                    </a:lnTo>
                    <a:lnTo>
                      <a:pt x="1106" y="1054"/>
                    </a:lnTo>
                    <a:lnTo>
                      <a:pt x="742" y="843"/>
                    </a:lnTo>
                    <a:lnTo>
                      <a:pt x="1455" y="436"/>
                    </a:lnTo>
                    <a:lnTo>
                      <a:pt x="1818" y="647"/>
                    </a:lnTo>
                    <a:lnTo>
                      <a:pt x="2182" y="429"/>
                    </a:lnTo>
                    <a:lnTo>
                      <a:pt x="1462" y="0"/>
                    </a:lnTo>
                    <a:lnTo>
                      <a:pt x="0" y="8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700"/>
                  </a:gs>
                  <a:gs pos="100000">
                    <a:srgbClr val="009900"/>
                  </a:gs>
                </a:gsLst>
                <a:lin ang="54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55" name="Freeform 41">
                <a:extLst>
                  <a:ext uri="{FF2B5EF4-FFF2-40B4-BE49-F238E27FC236}">
                    <a16:creationId xmlns:a16="http://schemas.microsoft.com/office/drawing/2014/main" id="{37E470AC-202A-4981-911D-1E4285357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558"/>
                <a:ext cx="277" cy="506"/>
              </a:xfrm>
              <a:custGeom>
                <a:avLst/>
                <a:gdLst>
                  <a:gd name="T0" fmla="*/ 0 w 728"/>
                  <a:gd name="T1" fmla="*/ 0 h 1331"/>
                  <a:gd name="T2" fmla="*/ 0 w 728"/>
                  <a:gd name="T3" fmla="*/ 916 h 1331"/>
                  <a:gd name="T4" fmla="*/ 728 w 728"/>
                  <a:gd name="T5" fmla="*/ 1331 h 1331"/>
                  <a:gd name="T6" fmla="*/ 728 w 728"/>
                  <a:gd name="T7" fmla="*/ 422 h 1331"/>
                  <a:gd name="T8" fmla="*/ 0 w 728"/>
                  <a:gd name="T9" fmla="*/ 0 h 1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8" h="1331">
                    <a:moveTo>
                      <a:pt x="0" y="0"/>
                    </a:moveTo>
                    <a:lnTo>
                      <a:pt x="0" y="916"/>
                    </a:lnTo>
                    <a:lnTo>
                      <a:pt x="728" y="1331"/>
                    </a:lnTo>
                    <a:lnTo>
                      <a:pt x="728" y="42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400"/>
                  </a:gs>
                  <a:gs pos="100000">
                    <a:srgbClr val="009900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56" name="Freeform 42">
                <a:extLst>
                  <a:ext uri="{FF2B5EF4-FFF2-40B4-BE49-F238E27FC236}">
                    <a16:creationId xmlns:a16="http://schemas.microsoft.com/office/drawing/2014/main" id="{57F12D16-3301-4B5E-86C0-287499607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1" y="1635"/>
                <a:ext cx="141" cy="429"/>
              </a:xfrm>
              <a:custGeom>
                <a:avLst/>
                <a:gdLst>
                  <a:gd name="T0" fmla="*/ 0 w 371"/>
                  <a:gd name="T1" fmla="*/ 218 h 1127"/>
                  <a:gd name="T2" fmla="*/ 0 w 371"/>
                  <a:gd name="T3" fmla="*/ 1127 h 1127"/>
                  <a:gd name="T4" fmla="*/ 371 w 371"/>
                  <a:gd name="T5" fmla="*/ 923 h 1127"/>
                  <a:gd name="T6" fmla="*/ 371 w 371"/>
                  <a:gd name="T7" fmla="*/ 0 h 1127"/>
                  <a:gd name="T8" fmla="*/ 0 w 371"/>
                  <a:gd name="T9" fmla="*/ 218 h 1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1" h="1127">
                    <a:moveTo>
                      <a:pt x="0" y="218"/>
                    </a:moveTo>
                    <a:lnTo>
                      <a:pt x="0" y="1127"/>
                    </a:lnTo>
                    <a:lnTo>
                      <a:pt x="371" y="923"/>
                    </a:lnTo>
                    <a:lnTo>
                      <a:pt x="371" y="0"/>
                    </a:lnTo>
                    <a:lnTo>
                      <a:pt x="0" y="218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57" name="Freeform 43">
                <a:extLst>
                  <a:ext uri="{FF2B5EF4-FFF2-40B4-BE49-F238E27FC236}">
                    <a16:creationId xmlns:a16="http://schemas.microsoft.com/office/drawing/2014/main" id="{252D89EA-BCCF-43E5-9D3E-687D733F1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1400"/>
                <a:ext cx="138" cy="429"/>
              </a:xfrm>
              <a:custGeom>
                <a:avLst/>
                <a:gdLst>
                  <a:gd name="T0" fmla="*/ 0 w 364"/>
                  <a:gd name="T1" fmla="*/ 211 h 1128"/>
                  <a:gd name="T2" fmla="*/ 0 w 364"/>
                  <a:gd name="T3" fmla="*/ 1128 h 1128"/>
                  <a:gd name="T4" fmla="*/ 364 w 364"/>
                  <a:gd name="T5" fmla="*/ 911 h 1128"/>
                  <a:gd name="T6" fmla="*/ 364 w 364"/>
                  <a:gd name="T7" fmla="*/ 0 h 1128"/>
                  <a:gd name="T8" fmla="*/ 0 w 364"/>
                  <a:gd name="T9" fmla="*/ 211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4" h="1128">
                    <a:moveTo>
                      <a:pt x="0" y="211"/>
                    </a:moveTo>
                    <a:lnTo>
                      <a:pt x="0" y="1128"/>
                    </a:lnTo>
                    <a:lnTo>
                      <a:pt x="364" y="911"/>
                    </a:lnTo>
                    <a:lnTo>
                      <a:pt x="364" y="0"/>
                    </a:lnTo>
                    <a:lnTo>
                      <a:pt x="0" y="21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FF00"/>
                  </a:gs>
                  <a:gs pos="100000">
                    <a:srgbClr val="00A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58" name="Freeform 44">
                <a:extLst>
                  <a:ext uri="{FF2B5EF4-FFF2-40B4-BE49-F238E27FC236}">
                    <a16:creationId xmlns:a16="http://schemas.microsoft.com/office/drawing/2014/main" id="{A41AF158-1181-4E05-BA8D-CABDDAAF8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7" y="1403"/>
                <a:ext cx="136" cy="426"/>
              </a:xfrm>
              <a:custGeom>
                <a:avLst/>
                <a:gdLst>
                  <a:gd name="T0" fmla="*/ 0 w 356"/>
                  <a:gd name="T1" fmla="*/ 0 h 1120"/>
                  <a:gd name="T2" fmla="*/ 0 w 356"/>
                  <a:gd name="T3" fmla="*/ 902 h 1120"/>
                  <a:gd name="T4" fmla="*/ 356 w 356"/>
                  <a:gd name="T5" fmla="*/ 1120 h 1120"/>
                  <a:gd name="T6" fmla="*/ 356 w 356"/>
                  <a:gd name="T7" fmla="*/ 203 h 1120"/>
                  <a:gd name="T8" fmla="*/ 0 w 356"/>
                  <a:gd name="T9" fmla="*/ 0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1120">
                    <a:moveTo>
                      <a:pt x="0" y="0"/>
                    </a:moveTo>
                    <a:lnTo>
                      <a:pt x="0" y="902"/>
                    </a:lnTo>
                    <a:lnTo>
                      <a:pt x="356" y="1120"/>
                    </a:lnTo>
                    <a:lnTo>
                      <a:pt x="356" y="20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11D74"/>
                  </a:gs>
                  <a:gs pos="100000">
                    <a:srgbClr val="FF33CC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059" name="Group 45">
              <a:extLst>
                <a:ext uri="{FF2B5EF4-FFF2-40B4-BE49-F238E27FC236}">
                  <a16:creationId xmlns:a16="http://schemas.microsoft.com/office/drawing/2014/main" id="{321BE21C-27E2-4CE1-AAB8-1750BBB37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0" y="2900"/>
              <a:ext cx="833" cy="826"/>
              <a:chOff x="4240" y="2900"/>
              <a:chExt cx="833" cy="826"/>
            </a:xfrm>
          </p:grpSpPr>
          <p:sp>
            <p:nvSpPr>
              <p:cNvPr id="3060" name="Freeform 46">
                <a:extLst>
                  <a:ext uri="{FF2B5EF4-FFF2-40B4-BE49-F238E27FC236}">
                    <a16:creationId xmlns:a16="http://schemas.microsoft.com/office/drawing/2014/main" id="{162AFCAA-7372-45FA-87DA-6C7B80E34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" y="3092"/>
                <a:ext cx="332" cy="397"/>
              </a:xfrm>
              <a:custGeom>
                <a:avLst/>
                <a:gdLst>
                  <a:gd name="T0" fmla="*/ 96 w 600"/>
                  <a:gd name="T1" fmla="*/ 377 h 718"/>
                  <a:gd name="T2" fmla="*/ 45 w 600"/>
                  <a:gd name="T3" fmla="*/ 342 h 718"/>
                  <a:gd name="T4" fmla="*/ 15 w 600"/>
                  <a:gd name="T5" fmla="*/ 292 h 718"/>
                  <a:gd name="T6" fmla="*/ 0 w 600"/>
                  <a:gd name="T7" fmla="*/ 166 h 718"/>
                  <a:gd name="T8" fmla="*/ 45 w 600"/>
                  <a:gd name="T9" fmla="*/ 96 h 718"/>
                  <a:gd name="T10" fmla="*/ 141 w 600"/>
                  <a:gd name="T11" fmla="*/ 35 h 718"/>
                  <a:gd name="T12" fmla="*/ 236 w 600"/>
                  <a:gd name="T13" fmla="*/ 6 h 718"/>
                  <a:gd name="T14" fmla="*/ 402 w 600"/>
                  <a:gd name="T15" fmla="*/ 0 h 718"/>
                  <a:gd name="T16" fmla="*/ 534 w 600"/>
                  <a:gd name="T17" fmla="*/ 35 h 718"/>
                  <a:gd name="T18" fmla="*/ 594 w 600"/>
                  <a:gd name="T19" fmla="*/ 70 h 718"/>
                  <a:gd name="T20" fmla="*/ 600 w 600"/>
                  <a:gd name="T21" fmla="*/ 710 h 718"/>
                  <a:gd name="T22" fmla="*/ 568 w 600"/>
                  <a:gd name="T23" fmla="*/ 698 h 718"/>
                  <a:gd name="T24" fmla="*/ 513 w 600"/>
                  <a:gd name="T25" fmla="*/ 678 h 718"/>
                  <a:gd name="T26" fmla="*/ 453 w 600"/>
                  <a:gd name="T27" fmla="*/ 658 h 718"/>
                  <a:gd name="T28" fmla="*/ 377 w 600"/>
                  <a:gd name="T29" fmla="*/ 643 h 718"/>
                  <a:gd name="T30" fmla="*/ 322 w 600"/>
                  <a:gd name="T31" fmla="*/ 643 h 718"/>
                  <a:gd name="T32" fmla="*/ 267 w 600"/>
                  <a:gd name="T33" fmla="*/ 649 h 718"/>
                  <a:gd name="T34" fmla="*/ 206 w 600"/>
                  <a:gd name="T35" fmla="*/ 663 h 718"/>
                  <a:gd name="T36" fmla="*/ 146 w 600"/>
                  <a:gd name="T37" fmla="*/ 694 h 718"/>
                  <a:gd name="T38" fmla="*/ 96 w 600"/>
                  <a:gd name="T39" fmla="*/ 718 h 718"/>
                  <a:gd name="T40" fmla="*/ 96 w 600"/>
                  <a:gd name="T41" fmla="*/ 377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00" h="718">
                    <a:moveTo>
                      <a:pt x="96" y="377"/>
                    </a:moveTo>
                    <a:lnTo>
                      <a:pt x="45" y="342"/>
                    </a:lnTo>
                    <a:lnTo>
                      <a:pt x="15" y="292"/>
                    </a:lnTo>
                    <a:lnTo>
                      <a:pt x="0" y="166"/>
                    </a:lnTo>
                    <a:lnTo>
                      <a:pt x="45" y="96"/>
                    </a:lnTo>
                    <a:lnTo>
                      <a:pt x="141" y="35"/>
                    </a:lnTo>
                    <a:lnTo>
                      <a:pt x="236" y="6"/>
                    </a:lnTo>
                    <a:lnTo>
                      <a:pt x="402" y="0"/>
                    </a:lnTo>
                    <a:lnTo>
                      <a:pt x="534" y="35"/>
                    </a:lnTo>
                    <a:lnTo>
                      <a:pt x="594" y="70"/>
                    </a:lnTo>
                    <a:lnTo>
                      <a:pt x="600" y="710"/>
                    </a:lnTo>
                    <a:lnTo>
                      <a:pt x="568" y="698"/>
                    </a:lnTo>
                    <a:lnTo>
                      <a:pt x="513" y="678"/>
                    </a:lnTo>
                    <a:lnTo>
                      <a:pt x="453" y="658"/>
                    </a:lnTo>
                    <a:lnTo>
                      <a:pt x="377" y="643"/>
                    </a:lnTo>
                    <a:lnTo>
                      <a:pt x="322" y="643"/>
                    </a:lnTo>
                    <a:lnTo>
                      <a:pt x="267" y="649"/>
                    </a:lnTo>
                    <a:lnTo>
                      <a:pt x="206" y="663"/>
                    </a:lnTo>
                    <a:lnTo>
                      <a:pt x="146" y="694"/>
                    </a:lnTo>
                    <a:lnTo>
                      <a:pt x="96" y="718"/>
                    </a:lnTo>
                    <a:lnTo>
                      <a:pt x="96" y="37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2F"/>
                  </a:gs>
                  <a:gs pos="100000">
                    <a:srgbClr val="FF9966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61" name="Freeform 47">
                <a:extLst>
                  <a:ext uri="{FF2B5EF4-FFF2-40B4-BE49-F238E27FC236}">
                    <a16:creationId xmlns:a16="http://schemas.microsoft.com/office/drawing/2014/main" id="{8795D2C0-DE05-4867-ADBB-B2804947F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900"/>
                <a:ext cx="833" cy="484"/>
              </a:xfrm>
              <a:custGeom>
                <a:avLst/>
                <a:gdLst>
                  <a:gd name="T0" fmla="*/ 277 w 833"/>
                  <a:gd name="T1" fmla="*/ 484 h 484"/>
                  <a:gd name="T2" fmla="*/ 424 w 833"/>
                  <a:gd name="T3" fmla="*/ 398 h 484"/>
                  <a:gd name="T4" fmla="*/ 402 w 833"/>
                  <a:gd name="T5" fmla="*/ 384 h 484"/>
                  <a:gd name="T6" fmla="*/ 382 w 833"/>
                  <a:gd name="T7" fmla="*/ 359 h 484"/>
                  <a:gd name="T8" fmla="*/ 377 w 833"/>
                  <a:gd name="T9" fmla="*/ 328 h 484"/>
                  <a:gd name="T10" fmla="*/ 377 w 833"/>
                  <a:gd name="T11" fmla="*/ 301 h 484"/>
                  <a:gd name="T12" fmla="*/ 397 w 833"/>
                  <a:gd name="T13" fmla="*/ 264 h 484"/>
                  <a:gd name="T14" fmla="*/ 433 w 833"/>
                  <a:gd name="T15" fmla="*/ 237 h 484"/>
                  <a:gd name="T16" fmla="*/ 477 w 833"/>
                  <a:gd name="T17" fmla="*/ 214 h 484"/>
                  <a:gd name="T18" fmla="*/ 525 w 833"/>
                  <a:gd name="T19" fmla="*/ 206 h 484"/>
                  <a:gd name="T20" fmla="*/ 572 w 833"/>
                  <a:gd name="T21" fmla="*/ 209 h 484"/>
                  <a:gd name="T22" fmla="*/ 616 w 833"/>
                  <a:gd name="T23" fmla="*/ 214 h 484"/>
                  <a:gd name="T24" fmla="*/ 655 w 833"/>
                  <a:gd name="T25" fmla="*/ 226 h 484"/>
                  <a:gd name="T26" fmla="*/ 688 w 833"/>
                  <a:gd name="T27" fmla="*/ 247 h 484"/>
                  <a:gd name="T28" fmla="*/ 833 w 833"/>
                  <a:gd name="T29" fmla="*/ 161 h 484"/>
                  <a:gd name="T30" fmla="*/ 555 w 833"/>
                  <a:gd name="T31" fmla="*/ 0 h 484"/>
                  <a:gd name="T32" fmla="*/ 0 w 833"/>
                  <a:gd name="T33" fmla="*/ 316 h 484"/>
                  <a:gd name="T34" fmla="*/ 277 w 833"/>
                  <a:gd name="T35" fmla="*/ 484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33" h="484">
                    <a:moveTo>
                      <a:pt x="277" y="484"/>
                    </a:moveTo>
                    <a:lnTo>
                      <a:pt x="424" y="398"/>
                    </a:lnTo>
                    <a:lnTo>
                      <a:pt x="402" y="384"/>
                    </a:lnTo>
                    <a:lnTo>
                      <a:pt x="382" y="359"/>
                    </a:lnTo>
                    <a:lnTo>
                      <a:pt x="377" y="328"/>
                    </a:lnTo>
                    <a:lnTo>
                      <a:pt x="377" y="301"/>
                    </a:lnTo>
                    <a:lnTo>
                      <a:pt x="397" y="264"/>
                    </a:lnTo>
                    <a:lnTo>
                      <a:pt x="433" y="237"/>
                    </a:lnTo>
                    <a:lnTo>
                      <a:pt x="477" y="214"/>
                    </a:lnTo>
                    <a:lnTo>
                      <a:pt x="525" y="206"/>
                    </a:lnTo>
                    <a:lnTo>
                      <a:pt x="572" y="209"/>
                    </a:lnTo>
                    <a:lnTo>
                      <a:pt x="616" y="214"/>
                    </a:lnTo>
                    <a:lnTo>
                      <a:pt x="655" y="226"/>
                    </a:lnTo>
                    <a:lnTo>
                      <a:pt x="688" y="247"/>
                    </a:lnTo>
                    <a:lnTo>
                      <a:pt x="833" y="161"/>
                    </a:lnTo>
                    <a:lnTo>
                      <a:pt x="555" y="0"/>
                    </a:lnTo>
                    <a:lnTo>
                      <a:pt x="0" y="316"/>
                    </a:lnTo>
                    <a:lnTo>
                      <a:pt x="277" y="4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300"/>
                  </a:gs>
                  <a:gs pos="100000">
                    <a:srgbClr val="009900"/>
                  </a:gs>
                </a:gsLst>
                <a:lin ang="54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62" name="Freeform 48">
                <a:extLst>
                  <a:ext uri="{FF2B5EF4-FFF2-40B4-BE49-F238E27FC236}">
                    <a16:creationId xmlns:a16="http://schemas.microsoft.com/office/drawing/2014/main" id="{DC2536BF-BF7D-4318-93B6-A2794CE6F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0" y="3300"/>
                <a:ext cx="139" cy="426"/>
              </a:xfrm>
              <a:custGeom>
                <a:avLst/>
                <a:gdLst>
                  <a:gd name="T0" fmla="*/ 0 w 364"/>
                  <a:gd name="T1" fmla="*/ 211 h 1113"/>
                  <a:gd name="T2" fmla="*/ 0 w 364"/>
                  <a:gd name="T3" fmla="*/ 1113 h 1113"/>
                  <a:gd name="T4" fmla="*/ 364 w 364"/>
                  <a:gd name="T5" fmla="*/ 909 h 1113"/>
                  <a:gd name="T6" fmla="*/ 364 w 364"/>
                  <a:gd name="T7" fmla="*/ 0 h 1113"/>
                  <a:gd name="T8" fmla="*/ 0 w 364"/>
                  <a:gd name="T9" fmla="*/ 211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4" h="1113">
                    <a:moveTo>
                      <a:pt x="0" y="211"/>
                    </a:moveTo>
                    <a:lnTo>
                      <a:pt x="0" y="1113"/>
                    </a:lnTo>
                    <a:lnTo>
                      <a:pt x="364" y="909"/>
                    </a:lnTo>
                    <a:lnTo>
                      <a:pt x="364" y="0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63" name="Freeform 49">
                <a:extLst>
                  <a:ext uri="{FF2B5EF4-FFF2-40B4-BE49-F238E27FC236}">
                    <a16:creationId xmlns:a16="http://schemas.microsoft.com/office/drawing/2014/main" id="{E33328C4-F07C-4251-B0C9-F086E3605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2" y="3214"/>
                <a:ext cx="280" cy="511"/>
              </a:xfrm>
              <a:custGeom>
                <a:avLst/>
                <a:gdLst>
                  <a:gd name="T0" fmla="*/ 0 w 280"/>
                  <a:gd name="T1" fmla="*/ 0 h 511"/>
                  <a:gd name="T2" fmla="*/ 0 w 280"/>
                  <a:gd name="T3" fmla="*/ 356 h 511"/>
                  <a:gd name="T4" fmla="*/ 280 w 280"/>
                  <a:gd name="T5" fmla="*/ 511 h 511"/>
                  <a:gd name="T6" fmla="*/ 278 w 280"/>
                  <a:gd name="T7" fmla="*/ 158 h 511"/>
                  <a:gd name="T8" fmla="*/ 0 w 280"/>
                  <a:gd name="T9" fmla="*/ 0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0" h="511">
                    <a:moveTo>
                      <a:pt x="0" y="0"/>
                    </a:moveTo>
                    <a:lnTo>
                      <a:pt x="0" y="356"/>
                    </a:lnTo>
                    <a:lnTo>
                      <a:pt x="280" y="511"/>
                    </a:lnTo>
                    <a:lnTo>
                      <a:pt x="278" y="15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A00"/>
                  </a:gs>
                  <a:gs pos="100000">
                    <a:srgbClr val="009900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64" name="Freeform 50">
                <a:extLst>
                  <a:ext uri="{FF2B5EF4-FFF2-40B4-BE49-F238E27FC236}">
                    <a16:creationId xmlns:a16="http://schemas.microsoft.com/office/drawing/2014/main" id="{927099DE-6D12-4F19-A13C-31BBA7E6E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" y="3063"/>
                <a:ext cx="144" cy="426"/>
              </a:xfrm>
              <a:custGeom>
                <a:avLst/>
                <a:gdLst>
                  <a:gd name="T0" fmla="*/ 0 w 378"/>
                  <a:gd name="T1" fmla="*/ 214 h 1115"/>
                  <a:gd name="T2" fmla="*/ 378 w 378"/>
                  <a:gd name="T3" fmla="*/ 0 h 1115"/>
                  <a:gd name="T4" fmla="*/ 378 w 378"/>
                  <a:gd name="T5" fmla="*/ 905 h 1115"/>
                  <a:gd name="T6" fmla="*/ 14 w 378"/>
                  <a:gd name="T7" fmla="*/ 1115 h 1115"/>
                  <a:gd name="T8" fmla="*/ 14 w 378"/>
                  <a:gd name="T9" fmla="*/ 170 h 1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8" h="1115">
                    <a:moveTo>
                      <a:pt x="0" y="214"/>
                    </a:moveTo>
                    <a:lnTo>
                      <a:pt x="378" y="0"/>
                    </a:lnTo>
                    <a:lnTo>
                      <a:pt x="378" y="905"/>
                    </a:lnTo>
                    <a:lnTo>
                      <a:pt x="14" y="1115"/>
                    </a:lnTo>
                    <a:lnTo>
                      <a:pt x="14" y="170"/>
                    </a:lnTo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84718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65" name="Freeform 51">
                <a:extLst>
                  <a:ext uri="{FF2B5EF4-FFF2-40B4-BE49-F238E27FC236}">
                    <a16:creationId xmlns:a16="http://schemas.microsoft.com/office/drawing/2014/main" id="{41929352-7AF9-419D-8F78-0956DAE9E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8" y="3058"/>
                <a:ext cx="145" cy="431"/>
              </a:xfrm>
              <a:custGeom>
                <a:avLst/>
                <a:gdLst>
                  <a:gd name="T0" fmla="*/ 378 w 378"/>
                  <a:gd name="T1" fmla="*/ 0 h 1127"/>
                  <a:gd name="T2" fmla="*/ 378 w 378"/>
                  <a:gd name="T3" fmla="*/ 909 h 1127"/>
                  <a:gd name="T4" fmla="*/ 0 w 378"/>
                  <a:gd name="T5" fmla="*/ 1127 h 1127"/>
                  <a:gd name="T6" fmla="*/ 0 w 378"/>
                  <a:gd name="T7" fmla="*/ 233 h 1127"/>
                  <a:gd name="T8" fmla="*/ 378 w 378"/>
                  <a:gd name="T9" fmla="*/ 0 h 1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8" h="1127">
                    <a:moveTo>
                      <a:pt x="378" y="0"/>
                    </a:moveTo>
                    <a:lnTo>
                      <a:pt x="378" y="909"/>
                    </a:lnTo>
                    <a:lnTo>
                      <a:pt x="0" y="1127"/>
                    </a:lnTo>
                    <a:lnTo>
                      <a:pt x="0" y="233"/>
                    </a:lnTo>
                    <a:lnTo>
                      <a:pt x="37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6FF33"/>
                  </a:gs>
                  <a:gs pos="100000">
                    <a:srgbClr val="44AA22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3066" name="Text Box 52">
            <a:extLst>
              <a:ext uri="{FF2B5EF4-FFF2-40B4-BE49-F238E27FC236}">
                <a16:creationId xmlns:a16="http://schemas.microsoft.com/office/drawing/2014/main" id="{E5C0A9AB-3BAD-452B-8825-667229190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6061075"/>
            <a:ext cx="46783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</a:rPr>
              <a:t>俯视图为形状特征视图</a:t>
            </a:r>
          </a:p>
        </p:txBody>
      </p:sp>
      <p:sp>
        <p:nvSpPr>
          <p:cNvPr id="3067" name="Text Box 54">
            <a:extLst>
              <a:ext uri="{FF2B5EF4-FFF2-40B4-BE49-F238E27FC236}">
                <a16:creationId xmlns:a16="http://schemas.microsoft.com/office/drawing/2014/main" id="{E912275C-DC3D-4CFA-83BA-C78CC17C4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34" y="-7151"/>
            <a:ext cx="7091363" cy="641350"/>
          </a:xfrm>
          <a:prstGeom prst="rect">
            <a:avLst/>
          </a:prstGeom>
          <a:gradFill rotWithShape="0">
            <a:gsLst>
              <a:gs pos="0">
                <a:srgbClr val="FF99FF"/>
              </a:gs>
              <a:gs pos="50000">
                <a:srgbClr val="FFFF00"/>
              </a:gs>
              <a:gs pos="100000">
                <a:srgbClr val="FF99FF"/>
              </a:gs>
            </a:gsLst>
            <a:lin ang="5400000"/>
          </a:gradFill>
          <a:ln w="57150" cap="flat" algn="ctr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en-US" altLang="en-US" sz="3600" dirty="0">
                <a:solidFill>
                  <a:srgbClr val="000000"/>
                </a:solidFill>
                <a:ea typeface="等线" panose="02010600030101010101" pitchFamily="2" charset="-122"/>
              </a:rPr>
              <a:t>§</a:t>
            </a:r>
            <a:r>
              <a:rPr lang="en-US" altLang="zh-CN" sz="3600" dirty="0">
                <a:solidFill>
                  <a:srgbClr val="000000"/>
                </a:solidFill>
                <a:ea typeface="等线" panose="02010600030101010101" pitchFamily="2" charset="-122"/>
              </a:rPr>
              <a:t>10.3  </a:t>
            </a:r>
            <a:r>
              <a:rPr lang="zh-CN" altLang="en-US" sz="3600" dirty="0">
                <a:solidFill>
                  <a:srgbClr val="000000"/>
                </a:solidFill>
                <a:ea typeface="等线" panose="02010600030101010101" pitchFamily="2" charset="-122"/>
              </a:rPr>
              <a:t>组合体视图的阅读方法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14" dur="500"/>
                                        <p:tgtEl>
                                          <p:spTgt spid="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0" dur="75"/>
                                        <p:tgtEl>
                                          <p:spTgt spid="30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base">
                                        <p:cTn id="26" dur="500"/>
                                        <p:tgtEl>
                                          <p:spTgt spid="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32" dur="500"/>
                                        <p:tgtEl>
                                          <p:spTgt spid="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8" grpId="0" animBg="1"/>
      <p:bldP spid="3019" grpId="0" animBg="1"/>
      <p:bldP spid="3020" grpId="0" animBg="1"/>
      <p:bldP spid="3021" grpId="0" build="p" animBg="1"/>
      <p:bldP spid="306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oter Placeholder 2">
            <a:extLst>
              <a:ext uri="{FF2B5EF4-FFF2-40B4-BE49-F238E27FC236}">
                <a16:creationId xmlns:a16="http://schemas.microsoft.com/office/drawing/2014/main" id="{30740107-0866-477B-9A44-1F80B9D00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0" name="Text Box 2">
            <a:extLst>
              <a:ext uri="{FF2B5EF4-FFF2-40B4-BE49-F238E27FC236}">
                <a16:creationId xmlns:a16="http://schemas.microsoft.com/office/drawing/2014/main" id="{F12079EF-3AF3-4B7F-938D-DA6AF9A51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" y="668338"/>
            <a:ext cx="6767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——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最能反映物体位置特征的那个视图。 </a:t>
            </a:r>
          </a:p>
        </p:txBody>
      </p:sp>
      <p:sp>
        <p:nvSpPr>
          <p:cNvPr id="3071" name="Text Box 3">
            <a:extLst>
              <a:ext uri="{FF2B5EF4-FFF2-40B4-BE49-F238E27FC236}">
                <a16:creationId xmlns:a16="http://schemas.microsoft.com/office/drawing/2014/main" id="{52A98616-7163-4C6B-874E-996C82984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9908" y="-41165"/>
            <a:ext cx="3227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  <a:ea typeface="等线" panose="02010600030101010101" pitchFamily="2" charset="-122"/>
              </a:rPr>
              <a:t>位置特征视图</a:t>
            </a:r>
          </a:p>
        </p:txBody>
      </p:sp>
      <p:grpSp>
        <p:nvGrpSpPr>
          <p:cNvPr id="3072" name="Group 4">
            <a:extLst>
              <a:ext uri="{FF2B5EF4-FFF2-40B4-BE49-F238E27FC236}">
                <a16:creationId xmlns:a16="http://schemas.microsoft.com/office/drawing/2014/main" id="{7E2313B7-3345-463C-8943-9D9F3F931E1B}"/>
              </a:ext>
            </a:extLst>
          </p:cNvPr>
          <p:cNvGrpSpPr>
            <a:grpSpLocks/>
          </p:cNvGrpSpPr>
          <p:nvPr/>
        </p:nvGrpSpPr>
        <p:grpSpPr bwMode="auto">
          <a:xfrm>
            <a:off x="1025525" y="1511300"/>
            <a:ext cx="1973263" cy="3736975"/>
            <a:chOff x="646" y="787"/>
            <a:chExt cx="1243" cy="2354"/>
          </a:xfrm>
        </p:grpSpPr>
        <p:sp>
          <p:nvSpPr>
            <p:cNvPr id="3073" name="Oval 5">
              <a:extLst>
                <a:ext uri="{FF2B5EF4-FFF2-40B4-BE49-F238E27FC236}">
                  <a16:creationId xmlns:a16="http://schemas.microsoft.com/office/drawing/2014/main" id="{F5104728-9E10-42F5-B9AF-9000DA3E1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887"/>
              <a:ext cx="973" cy="902"/>
            </a:xfrm>
            <a:prstGeom prst="ellipse">
              <a:avLst/>
            </a:pr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 useBgFill="1">
          <p:nvSpPr>
            <p:cNvPr id="3074" name="Rectangle 6">
              <a:extLst>
                <a:ext uri="{FF2B5EF4-FFF2-40B4-BE49-F238E27FC236}">
                  <a16:creationId xmlns:a16="http://schemas.microsoft.com/office/drawing/2014/main" id="{ADBED8C4-D5E6-49F4-94D8-8A555EEE6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355"/>
              <a:ext cx="1109" cy="467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75" name="Freeform 7">
              <a:extLst>
                <a:ext uri="{FF2B5EF4-FFF2-40B4-BE49-F238E27FC236}">
                  <a16:creationId xmlns:a16="http://schemas.microsoft.com/office/drawing/2014/main" id="{DEF6DFFE-F1F4-4524-AFC0-F43AFA7D3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787"/>
              <a:ext cx="0" cy="1658"/>
            </a:xfrm>
            <a:custGeom>
              <a:avLst/>
              <a:gdLst>
                <a:gd name="T0" fmla="*/ 0 w 1"/>
                <a:gd name="T1" fmla="*/ 0 h 2385"/>
                <a:gd name="T2" fmla="*/ 0 w 1"/>
                <a:gd name="T3" fmla="*/ 2385 h 2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385">
                  <a:moveTo>
                    <a:pt x="0" y="0"/>
                  </a:moveTo>
                  <a:lnTo>
                    <a:pt x="0" y="2385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6" name="Oval 8">
              <a:extLst>
                <a:ext uri="{FF2B5EF4-FFF2-40B4-BE49-F238E27FC236}">
                  <a16:creationId xmlns:a16="http://schemas.microsoft.com/office/drawing/2014/main" id="{9EB5B006-530A-4A4F-B349-5513E7FFE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1085"/>
              <a:ext cx="570" cy="534"/>
            </a:xfrm>
            <a:prstGeom prst="ellipse">
              <a:avLst/>
            </a:pr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77" name="Freeform 9">
              <a:extLst>
                <a:ext uri="{FF2B5EF4-FFF2-40B4-BE49-F238E27FC236}">
                  <a16:creationId xmlns:a16="http://schemas.microsoft.com/office/drawing/2014/main" id="{4A0EF90B-2D77-44D2-950B-0BF8879B1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1355"/>
              <a:ext cx="1" cy="967"/>
            </a:xfrm>
            <a:custGeom>
              <a:avLst/>
              <a:gdLst>
                <a:gd name="T0" fmla="*/ 0 w 1"/>
                <a:gd name="T1" fmla="*/ 0 h 967"/>
                <a:gd name="T2" fmla="*/ 0 w 1"/>
                <a:gd name="T3" fmla="*/ 967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67">
                  <a:moveTo>
                    <a:pt x="0" y="0"/>
                  </a:moveTo>
                  <a:lnTo>
                    <a:pt x="0" y="967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8" name="Freeform 10">
              <a:extLst>
                <a:ext uri="{FF2B5EF4-FFF2-40B4-BE49-F238E27FC236}">
                  <a16:creationId xmlns:a16="http://schemas.microsoft.com/office/drawing/2014/main" id="{E69F1A10-E751-436E-92D6-C0567C7BD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1352"/>
              <a:ext cx="2" cy="970"/>
            </a:xfrm>
            <a:custGeom>
              <a:avLst/>
              <a:gdLst>
                <a:gd name="T0" fmla="*/ 0 w 2"/>
                <a:gd name="T1" fmla="*/ 0 h 970"/>
                <a:gd name="T2" fmla="*/ 2 w 2"/>
                <a:gd name="T3" fmla="*/ 970 h 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970">
                  <a:moveTo>
                    <a:pt x="0" y="0"/>
                  </a:moveTo>
                  <a:lnTo>
                    <a:pt x="2" y="97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9" name="Freeform 11">
              <a:extLst>
                <a:ext uri="{FF2B5EF4-FFF2-40B4-BE49-F238E27FC236}">
                  <a16:creationId xmlns:a16="http://schemas.microsoft.com/office/drawing/2014/main" id="{E8444EFF-D991-4F74-BAE0-7F24A8D63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320"/>
              <a:ext cx="986" cy="5"/>
            </a:xfrm>
            <a:custGeom>
              <a:avLst/>
              <a:gdLst>
                <a:gd name="T0" fmla="*/ 0 w 1256"/>
                <a:gd name="T1" fmla="*/ 0 h 6"/>
                <a:gd name="T2" fmla="*/ 1256 w 1256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6" h="6">
                  <a:moveTo>
                    <a:pt x="0" y="0"/>
                  </a:moveTo>
                  <a:lnTo>
                    <a:pt x="1256" y="6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0" name="Rectangle 12">
              <a:extLst>
                <a:ext uri="{FF2B5EF4-FFF2-40B4-BE49-F238E27FC236}">
                  <a16:creationId xmlns:a16="http://schemas.microsoft.com/office/drawing/2014/main" id="{C1970649-CF60-412F-8871-F71B54A0A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1853"/>
              <a:ext cx="570" cy="267"/>
            </a:xfrm>
            <a:prstGeom prst="rect">
              <a:avLst/>
            </a:prstGeom>
            <a:noFill/>
            <a:ln w="38100" cap="flat" algn="ctr">
              <a:solidFill>
                <a:srgbClr val="00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081" name="Line 13">
              <a:extLst>
                <a:ext uri="{FF2B5EF4-FFF2-40B4-BE49-F238E27FC236}">
                  <a16:creationId xmlns:a16="http://schemas.microsoft.com/office/drawing/2014/main" id="{6894E797-1FB7-4AB7-B870-4E39D71B9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" y="1355"/>
              <a:ext cx="1243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2" name="Freeform 14">
              <a:extLst>
                <a:ext uri="{FF2B5EF4-FFF2-40B4-BE49-F238E27FC236}">
                  <a16:creationId xmlns:a16="http://schemas.microsoft.com/office/drawing/2014/main" id="{6BAB8146-626F-4809-B12D-9A12BE97B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2520"/>
              <a:ext cx="1" cy="621"/>
            </a:xfrm>
            <a:custGeom>
              <a:avLst/>
              <a:gdLst>
                <a:gd name="T0" fmla="*/ 0 w 1"/>
                <a:gd name="T1" fmla="*/ 0 h 791"/>
                <a:gd name="T2" fmla="*/ 0 w 1"/>
                <a:gd name="T3" fmla="*/ 79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91">
                  <a:moveTo>
                    <a:pt x="0" y="0"/>
                  </a:moveTo>
                  <a:lnTo>
                    <a:pt x="0" y="791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3" name="Freeform 15">
              <a:extLst>
                <a:ext uri="{FF2B5EF4-FFF2-40B4-BE49-F238E27FC236}">
                  <a16:creationId xmlns:a16="http://schemas.microsoft.com/office/drawing/2014/main" id="{599CCBB7-1A49-4FEA-A96D-097943D71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2558"/>
              <a:ext cx="975" cy="1"/>
            </a:xfrm>
            <a:custGeom>
              <a:avLst/>
              <a:gdLst>
                <a:gd name="T0" fmla="*/ 0 w 1242"/>
                <a:gd name="T1" fmla="*/ 0 h 1"/>
                <a:gd name="T2" fmla="*/ 1242 w 124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42" h="1">
                  <a:moveTo>
                    <a:pt x="0" y="0"/>
                  </a:moveTo>
                  <a:lnTo>
                    <a:pt x="1242" y="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4" name="Freeform 16">
              <a:extLst>
                <a:ext uri="{FF2B5EF4-FFF2-40B4-BE49-F238E27FC236}">
                  <a16:creationId xmlns:a16="http://schemas.microsoft.com/office/drawing/2014/main" id="{5374947A-1E86-44F9-ABBC-0597691FD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2558"/>
              <a:ext cx="1" cy="377"/>
            </a:xfrm>
            <a:custGeom>
              <a:avLst/>
              <a:gdLst>
                <a:gd name="T0" fmla="*/ 0 w 1"/>
                <a:gd name="T1" fmla="*/ 0 h 480"/>
                <a:gd name="T2" fmla="*/ 0 w 1"/>
                <a:gd name="T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80">
                  <a:moveTo>
                    <a:pt x="0" y="0"/>
                  </a:moveTo>
                  <a:lnTo>
                    <a:pt x="0" y="48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5" name="Freeform 17">
              <a:extLst>
                <a:ext uri="{FF2B5EF4-FFF2-40B4-BE49-F238E27FC236}">
                  <a16:creationId xmlns:a16="http://schemas.microsoft.com/office/drawing/2014/main" id="{46407C03-00D3-43A5-B1F5-33FA25B9F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2923"/>
              <a:ext cx="975" cy="1"/>
            </a:xfrm>
            <a:custGeom>
              <a:avLst/>
              <a:gdLst>
                <a:gd name="T0" fmla="*/ 0 w 1242"/>
                <a:gd name="T1" fmla="*/ 0 h 1"/>
                <a:gd name="T2" fmla="*/ 1242 w 124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42" h="1">
                  <a:moveTo>
                    <a:pt x="0" y="0"/>
                  </a:moveTo>
                  <a:lnTo>
                    <a:pt x="1242" y="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6" name="Freeform 18">
              <a:extLst>
                <a:ext uri="{FF2B5EF4-FFF2-40B4-BE49-F238E27FC236}">
                  <a16:creationId xmlns:a16="http://schemas.microsoft.com/office/drawing/2014/main" id="{B6CC021B-EDFB-4946-B4CC-604662296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558"/>
              <a:ext cx="1" cy="377"/>
            </a:xfrm>
            <a:custGeom>
              <a:avLst/>
              <a:gdLst>
                <a:gd name="T0" fmla="*/ 0 w 1"/>
                <a:gd name="T1" fmla="*/ 0 h 480"/>
                <a:gd name="T2" fmla="*/ 0 w 1"/>
                <a:gd name="T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80">
                  <a:moveTo>
                    <a:pt x="0" y="0"/>
                  </a:moveTo>
                  <a:lnTo>
                    <a:pt x="0" y="48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7" name="Freeform 19">
              <a:extLst>
                <a:ext uri="{FF2B5EF4-FFF2-40B4-BE49-F238E27FC236}">
                  <a16:creationId xmlns:a16="http://schemas.microsoft.com/office/drawing/2014/main" id="{CBA2DD30-4276-4FF7-A584-7F147EAFB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558"/>
              <a:ext cx="1" cy="365"/>
            </a:xfrm>
            <a:custGeom>
              <a:avLst/>
              <a:gdLst>
                <a:gd name="T0" fmla="*/ 0 w 1"/>
                <a:gd name="T1" fmla="*/ 0 h 465"/>
                <a:gd name="T2" fmla="*/ 0 w 1"/>
                <a:gd name="T3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65">
                  <a:moveTo>
                    <a:pt x="0" y="0"/>
                  </a:moveTo>
                  <a:lnTo>
                    <a:pt x="0" y="465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8" name="Freeform 20">
              <a:extLst>
                <a:ext uri="{FF2B5EF4-FFF2-40B4-BE49-F238E27FC236}">
                  <a16:creationId xmlns:a16="http://schemas.microsoft.com/office/drawing/2014/main" id="{A4428074-A249-41C6-8E5E-D5E50AF0E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558"/>
              <a:ext cx="1" cy="354"/>
            </a:xfrm>
            <a:custGeom>
              <a:avLst/>
              <a:gdLst>
                <a:gd name="T0" fmla="*/ 0 w 1"/>
                <a:gd name="T1" fmla="*/ 0 h 451"/>
                <a:gd name="T2" fmla="*/ 0 w 1"/>
                <a:gd name="T3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1">
                  <a:moveTo>
                    <a:pt x="0" y="0"/>
                  </a:moveTo>
                  <a:lnTo>
                    <a:pt x="0" y="451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9" name="Freeform 21">
              <a:extLst>
                <a:ext uri="{FF2B5EF4-FFF2-40B4-BE49-F238E27FC236}">
                  <a16:creationId xmlns:a16="http://schemas.microsoft.com/office/drawing/2014/main" id="{6D2A6C5D-D0D2-4C3E-A426-6D518CED0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935"/>
              <a:ext cx="1" cy="143"/>
            </a:xfrm>
            <a:custGeom>
              <a:avLst/>
              <a:gdLst>
                <a:gd name="T0" fmla="*/ 0 w 1"/>
                <a:gd name="T1" fmla="*/ 0 h 183"/>
                <a:gd name="T2" fmla="*/ 0 w 1"/>
                <a:gd name="T3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3">
                  <a:moveTo>
                    <a:pt x="0" y="0"/>
                  </a:moveTo>
                  <a:lnTo>
                    <a:pt x="0" y="183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0" name="Freeform 22">
              <a:extLst>
                <a:ext uri="{FF2B5EF4-FFF2-40B4-BE49-F238E27FC236}">
                  <a16:creationId xmlns:a16="http://schemas.microsoft.com/office/drawing/2014/main" id="{FDE53850-F7EC-48DD-BDC3-5F2AE666C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3067"/>
              <a:ext cx="565" cy="1"/>
            </a:xfrm>
            <a:custGeom>
              <a:avLst/>
              <a:gdLst>
                <a:gd name="T0" fmla="*/ 0 w 720"/>
                <a:gd name="T1" fmla="*/ 0 h 1"/>
                <a:gd name="T2" fmla="*/ 720 w 7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">
                  <a:moveTo>
                    <a:pt x="0" y="0"/>
                  </a:moveTo>
                  <a:lnTo>
                    <a:pt x="720" y="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1" name="Freeform 23">
              <a:extLst>
                <a:ext uri="{FF2B5EF4-FFF2-40B4-BE49-F238E27FC236}">
                  <a16:creationId xmlns:a16="http://schemas.microsoft.com/office/drawing/2014/main" id="{1C2835FD-C6CA-4E6F-A523-FBE3F4BA9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923"/>
              <a:ext cx="1" cy="155"/>
            </a:xfrm>
            <a:custGeom>
              <a:avLst/>
              <a:gdLst>
                <a:gd name="T0" fmla="*/ 0 w 1"/>
                <a:gd name="T1" fmla="*/ 0 h 198"/>
                <a:gd name="T2" fmla="*/ 0 w 1"/>
                <a:gd name="T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92" name="Group 24">
            <a:extLst>
              <a:ext uri="{FF2B5EF4-FFF2-40B4-BE49-F238E27FC236}">
                <a16:creationId xmlns:a16="http://schemas.microsoft.com/office/drawing/2014/main" id="{8C47C5A2-48B9-4E40-9A6C-4A298B703786}"/>
              </a:ext>
            </a:extLst>
          </p:cNvPr>
          <p:cNvGrpSpPr>
            <a:grpSpLocks/>
          </p:cNvGrpSpPr>
          <p:nvPr/>
        </p:nvGrpSpPr>
        <p:grpSpPr bwMode="auto">
          <a:xfrm>
            <a:off x="4852988" y="1665288"/>
            <a:ext cx="1076325" cy="2305050"/>
            <a:chOff x="3057" y="862"/>
            <a:chExt cx="678" cy="1452"/>
          </a:xfrm>
        </p:grpSpPr>
        <p:sp>
          <p:nvSpPr>
            <p:cNvPr id="3093" name="Freeform 25">
              <a:extLst>
                <a:ext uri="{FF2B5EF4-FFF2-40B4-BE49-F238E27FC236}">
                  <a16:creationId xmlns:a16="http://schemas.microsoft.com/office/drawing/2014/main" id="{0DB65F12-3AF8-4C93-918A-D4911AC76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862"/>
              <a:ext cx="1" cy="1452"/>
            </a:xfrm>
            <a:custGeom>
              <a:avLst/>
              <a:gdLst>
                <a:gd name="T0" fmla="*/ 1 w 1"/>
                <a:gd name="T1" fmla="*/ 0 h 1849"/>
                <a:gd name="T2" fmla="*/ 0 w 1"/>
                <a:gd name="T3" fmla="*/ 1849 h 1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49">
                  <a:moveTo>
                    <a:pt x="1" y="0"/>
                  </a:moveTo>
                  <a:lnTo>
                    <a:pt x="0" y="1849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4" name="Freeform 26">
              <a:extLst>
                <a:ext uri="{FF2B5EF4-FFF2-40B4-BE49-F238E27FC236}">
                  <a16:creationId xmlns:a16="http://schemas.microsoft.com/office/drawing/2014/main" id="{22E00B6D-C9CD-4522-812F-AAFE0DB06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862"/>
              <a:ext cx="415" cy="1"/>
            </a:xfrm>
            <a:custGeom>
              <a:avLst/>
              <a:gdLst>
                <a:gd name="T0" fmla="*/ 0 w 530"/>
                <a:gd name="T1" fmla="*/ 0 h 1"/>
                <a:gd name="T2" fmla="*/ 530 w 530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0" h="1">
                  <a:moveTo>
                    <a:pt x="0" y="0"/>
                  </a:moveTo>
                  <a:lnTo>
                    <a:pt x="530" y="1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5" name="Freeform 27">
              <a:extLst>
                <a:ext uri="{FF2B5EF4-FFF2-40B4-BE49-F238E27FC236}">
                  <a16:creationId xmlns:a16="http://schemas.microsoft.com/office/drawing/2014/main" id="{EB4A19DA-C869-4071-935E-8EA90874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862"/>
              <a:ext cx="1" cy="1440"/>
            </a:xfrm>
            <a:custGeom>
              <a:avLst/>
              <a:gdLst>
                <a:gd name="T0" fmla="*/ 0 w 1"/>
                <a:gd name="T1" fmla="*/ 0 h 1834"/>
                <a:gd name="T2" fmla="*/ 0 w 1"/>
                <a:gd name="T3" fmla="*/ 1834 h 1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34">
                  <a:moveTo>
                    <a:pt x="0" y="0"/>
                  </a:moveTo>
                  <a:lnTo>
                    <a:pt x="0" y="1834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6" name="Freeform 28">
              <a:extLst>
                <a:ext uri="{FF2B5EF4-FFF2-40B4-BE49-F238E27FC236}">
                  <a16:creationId xmlns:a16="http://schemas.microsoft.com/office/drawing/2014/main" id="{5FF9165A-A5D7-426A-A8B0-A9629C329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2302"/>
              <a:ext cx="421" cy="1"/>
            </a:xfrm>
            <a:custGeom>
              <a:avLst/>
              <a:gdLst>
                <a:gd name="T0" fmla="*/ 537 w 537"/>
                <a:gd name="T1" fmla="*/ 0 h 1"/>
                <a:gd name="T2" fmla="*/ 0 w 537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7" h="1">
                  <a:moveTo>
                    <a:pt x="537" y="0"/>
                  </a:moveTo>
                  <a:lnTo>
                    <a:pt x="0" y="1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7" name="Line 29">
              <a:extLst>
                <a:ext uri="{FF2B5EF4-FFF2-40B4-BE49-F238E27FC236}">
                  <a16:creationId xmlns:a16="http://schemas.microsoft.com/office/drawing/2014/main" id="{51BD0F4E-AC51-4A47-AA26-B98F91E38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1352"/>
              <a:ext cx="678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8" name="Freeform 30">
              <a:extLst>
                <a:ext uri="{FF2B5EF4-FFF2-40B4-BE49-F238E27FC236}">
                  <a16:creationId xmlns:a16="http://schemas.microsoft.com/office/drawing/2014/main" id="{8892C3F8-F1D3-4B16-9A61-9FC56BE4F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1083"/>
              <a:ext cx="1" cy="533"/>
            </a:xfrm>
            <a:custGeom>
              <a:avLst/>
              <a:gdLst>
                <a:gd name="T0" fmla="*/ 0 w 1"/>
                <a:gd name="T1" fmla="*/ 678 h 678"/>
                <a:gd name="T2" fmla="*/ 0 w 1"/>
                <a:gd name="T3" fmla="*/ 0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78">
                  <a:moveTo>
                    <a:pt x="0" y="678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9" name="Freeform 31">
              <a:extLst>
                <a:ext uri="{FF2B5EF4-FFF2-40B4-BE49-F238E27FC236}">
                  <a16:creationId xmlns:a16="http://schemas.microsoft.com/office/drawing/2014/main" id="{809CA5B2-DEEF-4A7F-A715-89A8F402F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086"/>
              <a:ext cx="161" cy="3"/>
            </a:xfrm>
            <a:custGeom>
              <a:avLst/>
              <a:gdLst>
                <a:gd name="T0" fmla="*/ 205 w 205"/>
                <a:gd name="T1" fmla="*/ 0 h 4"/>
                <a:gd name="T2" fmla="*/ 0 w 205"/>
                <a:gd name="T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5" h="4">
                  <a:moveTo>
                    <a:pt x="205" y="0"/>
                  </a:moveTo>
                  <a:lnTo>
                    <a:pt x="0" y="4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0" name="Freeform 32">
              <a:extLst>
                <a:ext uri="{FF2B5EF4-FFF2-40B4-BE49-F238E27FC236}">
                  <a16:creationId xmlns:a16="http://schemas.microsoft.com/office/drawing/2014/main" id="{6623CB74-4E4F-4294-B849-6240698C8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616"/>
              <a:ext cx="167" cy="1"/>
            </a:xfrm>
            <a:custGeom>
              <a:avLst/>
              <a:gdLst>
                <a:gd name="T0" fmla="*/ 213 w 213"/>
                <a:gd name="T1" fmla="*/ 0 h 1"/>
                <a:gd name="T2" fmla="*/ 0 w 213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3" h="1">
                  <a:moveTo>
                    <a:pt x="213" y="0"/>
                  </a:moveTo>
                  <a:lnTo>
                    <a:pt x="0" y="1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1" name="Line 33">
              <a:extLst>
                <a:ext uri="{FF2B5EF4-FFF2-40B4-BE49-F238E27FC236}">
                  <a16:creationId xmlns:a16="http://schemas.microsoft.com/office/drawing/2014/main" id="{53A6D1D1-3EAA-44E7-8BA5-CF32BCAE0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1842"/>
              <a:ext cx="415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2" name="Line 34">
              <a:extLst>
                <a:ext uri="{FF2B5EF4-FFF2-40B4-BE49-F238E27FC236}">
                  <a16:creationId xmlns:a16="http://schemas.microsoft.com/office/drawing/2014/main" id="{79DD2BC0-FACC-4A11-8C71-EDD034E2A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2106"/>
              <a:ext cx="415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03" name="Group 35">
            <a:extLst>
              <a:ext uri="{FF2B5EF4-FFF2-40B4-BE49-F238E27FC236}">
                <a16:creationId xmlns:a16="http://schemas.microsoft.com/office/drawing/2014/main" id="{F8348FB8-50E1-4748-8B3E-70A21E7508D7}"/>
              </a:ext>
            </a:extLst>
          </p:cNvPr>
          <p:cNvGrpSpPr>
            <a:grpSpLocks/>
          </p:cNvGrpSpPr>
          <p:nvPr/>
        </p:nvGrpSpPr>
        <p:grpSpPr bwMode="auto">
          <a:xfrm>
            <a:off x="3370263" y="1665288"/>
            <a:ext cx="1063625" cy="2286000"/>
            <a:chOff x="2123" y="873"/>
            <a:chExt cx="670" cy="1440"/>
          </a:xfrm>
        </p:grpSpPr>
        <p:sp>
          <p:nvSpPr>
            <p:cNvPr id="3104" name="Freeform 36">
              <a:extLst>
                <a:ext uri="{FF2B5EF4-FFF2-40B4-BE49-F238E27FC236}">
                  <a16:creationId xmlns:a16="http://schemas.microsoft.com/office/drawing/2014/main" id="{F43682F5-E2DA-45AA-AF1D-E1146EB0E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873"/>
              <a:ext cx="1" cy="1440"/>
            </a:xfrm>
            <a:custGeom>
              <a:avLst/>
              <a:gdLst>
                <a:gd name="T0" fmla="*/ 0 w 1"/>
                <a:gd name="T1" fmla="*/ 0 h 1835"/>
                <a:gd name="T2" fmla="*/ 0 w 1"/>
                <a:gd name="T3" fmla="*/ 1835 h 1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35">
                  <a:moveTo>
                    <a:pt x="0" y="0"/>
                  </a:moveTo>
                  <a:lnTo>
                    <a:pt x="0" y="1835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5" name="Freeform 37">
              <a:extLst>
                <a:ext uri="{FF2B5EF4-FFF2-40B4-BE49-F238E27FC236}">
                  <a16:creationId xmlns:a16="http://schemas.microsoft.com/office/drawing/2014/main" id="{4122A3FD-58A2-41BE-ACC4-1871A4FEB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873"/>
              <a:ext cx="424" cy="2"/>
            </a:xfrm>
            <a:custGeom>
              <a:avLst/>
              <a:gdLst>
                <a:gd name="T0" fmla="*/ 0 w 540"/>
                <a:gd name="T1" fmla="*/ 0 h 2"/>
                <a:gd name="T2" fmla="*/ 540 w 540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2">
                  <a:moveTo>
                    <a:pt x="0" y="0"/>
                  </a:moveTo>
                  <a:lnTo>
                    <a:pt x="540" y="2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6" name="Freeform 38">
              <a:extLst>
                <a:ext uri="{FF2B5EF4-FFF2-40B4-BE49-F238E27FC236}">
                  <a16:creationId xmlns:a16="http://schemas.microsoft.com/office/drawing/2014/main" id="{4437DAB1-0239-4CA9-9518-B8A0FADB3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873"/>
              <a:ext cx="0" cy="1440"/>
            </a:xfrm>
            <a:custGeom>
              <a:avLst/>
              <a:gdLst>
                <a:gd name="T0" fmla="*/ 0 w 1"/>
                <a:gd name="T1" fmla="*/ 0 h 1835"/>
                <a:gd name="T2" fmla="*/ 0 w 1"/>
                <a:gd name="T3" fmla="*/ 1835 h 1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35">
                  <a:moveTo>
                    <a:pt x="0" y="0"/>
                  </a:moveTo>
                  <a:lnTo>
                    <a:pt x="0" y="1835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7" name="Line 39">
              <a:extLst>
                <a:ext uri="{FF2B5EF4-FFF2-40B4-BE49-F238E27FC236}">
                  <a16:creationId xmlns:a16="http://schemas.microsoft.com/office/drawing/2014/main" id="{021B3A10-916A-4092-9745-C1F47DBCF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" y="1352"/>
              <a:ext cx="600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8" name="Line 40">
              <a:extLst>
                <a:ext uri="{FF2B5EF4-FFF2-40B4-BE49-F238E27FC236}">
                  <a16:creationId xmlns:a16="http://schemas.microsoft.com/office/drawing/2014/main" id="{C046B059-4215-4333-AF4E-0BD88BB8C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" y="1615"/>
              <a:ext cx="414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09" name="Freeform 41">
              <a:extLst>
                <a:ext uri="{FF2B5EF4-FFF2-40B4-BE49-F238E27FC236}">
                  <a16:creationId xmlns:a16="http://schemas.microsoft.com/office/drawing/2014/main" id="{C263A543-A1B8-4446-A35E-B3FB241C2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1072"/>
              <a:ext cx="400" cy="1"/>
            </a:xfrm>
            <a:custGeom>
              <a:avLst/>
              <a:gdLst>
                <a:gd name="T0" fmla="*/ 0 w 509"/>
                <a:gd name="T1" fmla="*/ 0 h 1"/>
                <a:gd name="T2" fmla="*/ 509 w 50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9" h="1">
                  <a:moveTo>
                    <a:pt x="0" y="0"/>
                  </a:moveTo>
                  <a:lnTo>
                    <a:pt x="509" y="0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0" name="Freeform 42">
              <a:extLst>
                <a:ext uri="{FF2B5EF4-FFF2-40B4-BE49-F238E27FC236}">
                  <a16:creationId xmlns:a16="http://schemas.microsoft.com/office/drawing/2014/main" id="{0F449E31-AD56-416E-9879-89C9EDD41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1837"/>
              <a:ext cx="1" cy="277"/>
            </a:xfrm>
            <a:custGeom>
              <a:avLst/>
              <a:gdLst>
                <a:gd name="T0" fmla="*/ 0 w 1"/>
                <a:gd name="T1" fmla="*/ 353 h 353"/>
                <a:gd name="T2" fmla="*/ 0 w 1"/>
                <a:gd name="T3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53">
                  <a:moveTo>
                    <a:pt x="0" y="353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1" name="Freeform 43">
              <a:extLst>
                <a:ext uri="{FF2B5EF4-FFF2-40B4-BE49-F238E27FC236}">
                  <a16:creationId xmlns:a16="http://schemas.microsoft.com/office/drawing/2014/main" id="{D2C42447-7D35-4145-9897-997D8E7EB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101"/>
              <a:ext cx="157" cy="2"/>
            </a:xfrm>
            <a:custGeom>
              <a:avLst/>
              <a:gdLst>
                <a:gd name="T0" fmla="*/ 200 w 200"/>
                <a:gd name="T1" fmla="*/ 3 h 3"/>
                <a:gd name="T2" fmla="*/ 0 w 20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3">
                  <a:moveTo>
                    <a:pt x="200" y="3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2" name="Freeform 44">
              <a:extLst>
                <a:ext uri="{FF2B5EF4-FFF2-40B4-BE49-F238E27FC236}">
                  <a16:creationId xmlns:a16="http://schemas.microsoft.com/office/drawing/2014/main" id="{0B602158-1A16-4473-8B3D-FDE09453C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1834"/>
              <a:ext cx="149" cy="8"/>
            </a:xfrm>
            <a:custGeom>
              <a:avLst/>
              <a:gdLst>
                <a:gd name="T0" fmla="*/ 190 w 190"/>
                <a:gd name="T1" fmla="*/ 0 h 10"/>
                <a:gd name="T2" fmla="*/ 0 w 190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0" h="10">
                  <a:moveTo>
                    <a:pt x="190" y="0"/>
                  </a:moveTo>
                  <a:lnTo>
                    <a:pt x="0" y="10"/>
                  </a:lnTo>
                </a:path>
              </a:pathLst>
            </a:custGeom>
            <a:noFill/>
            <a:ln w="3810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3" name="Line 45">
              <a:extLst>
                <a:ext uri="{FF2B5EF4-FFF2-40B4-BE49-F238E27FC236}">
                  <a16:creationId xmlns:a16="http://schemas.microsoft.com/office/drawing/2014/main" id="{CDBE0C96-8C2A-4986-93D1-4B669DE5B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2311"/>
              <a:ext cx="423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114" name="Group 46">
            <a:extLst>
              <a:ext uri="{FF2B5EF4-FFF2-40B4-BE49-F238E27FC236}">
                <a16:creationId xmlns:a16="http://schemas.microsoft.com/office/drawing/2014/main" id="{88853409-5B78-4513-9C4C-F98A73192C94}"/>
              </a:ext>
            </a:extLst>
          </p:cNvPr>
          <p:cNvGrpSpPr>
            <a:grpSpLocks/>
          </p:cNvGrpSpPr>
          <p:nvPr/>
        </p:nvGrpSpPr>
        <p:grpSpPr bwMode="auto">
          <a:xfrm>
            <a:off x="6786563" y="4052888"/>
            <a:ext cx="1395412" cy="2170112"/>
            <a:chOff x="4275" y="2553"/>
            <a:chExt cx="879" cy="1367"/>
          </a:xfrm>
        </p:grpSpPr>
        <p:sp>
          <p:nvSpPr>
            <p:cNvPr id="3115" name="Freeform 47">
              <a:extLst>
                <a:ext uri="{FF2B5EF4-FFF2-40B4-BE49-F238E27FC236}">
                  <a16:creationId xmlns:a16="http://schemas.microsoft.com/office/drawing/2014/main" id="{9C9C7480-7280-4F6A-83B3-F3057D376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2553"/>
              <a:ext cx="775" cy="1360"/>
            </a:xfrm>
            <a:custGeom>
              <a:avLst/>
              <a:gdLst>
                <a:gd name="T0" fmla="*/ 762 w 909"/>
                <a:gd name="T1" fmla="*/ 1596 h 1596"/>
                <a:gd name="T2" fmla="*/ 909 w 909"/>
                <a:gd name="T3" fmla="*/ 1455 h 1596"/>
                <a:gd name="T4" fmla="*/ 909 w 909"/>
                <a:gd name="T5" fmla="*/ 416 h 1596"/>
                <a:gd name="T6" fmla="*/ 891 w 909"/>
                <a:gd name="T7" fmla="*/ 322 h 1596"/>
                <a:gd name="T8" fmla="*/ 862 w 909"/>
                <a:gd name="T9" fmla="*/ 260 h 1596"/>
                <a:gd name="T10" fmla="*/ 829 w 909"/>
                <a:gd name="T11" fmla="*/ 203 h 1596"/>
                <a:gd name="T12" fmla="*/ 796 w 909"/>
                <a:gd name="T13" fmla="*/ 161 h 1596"/>
                <a:gd name="T14" fmla="*/ 749 w 909"/>
                <a:gd name="T15" fmla="*/ 109 h 1596"/>
                <a:gd name="T16" fmla="*/ 706 w 909"/>
                <a:gd name="T17" fmla="*/ 75 h 1596"/>
                <a:gd name="T18" fmla="*/ 658 w 909"/>
                <a:gd name="T19" fmla="*/ 43 h 1596"/>
                <a:gd name="T20" fmla="*/ 583 w 909"/>
                <a:gd name="T21" fmla="*/ 14 h 1596"/>
                <a:gd name="T22" fmla="*/ 516 w 909"/>
                <a:gd name="T23" fmla="*/ 4 h 1596"/>
                <a:gd name="T24" fmla="*/ 441 w 909"/>
                <a:gd name="T25" fmla="*/ 0 h 1596"/>
                <a:gd name="T26" fmla="*/ 369 w 909"/>
                <a:gd name="T27" fmla="*/ 10 h 1596"/>
                <a:gd name="T28" fmla="*/ 312 w 909"/>
                <a:gd name="T29" fmla="*/ 19 h 1596"/>
                <a:gd name="T30" fmla="*/ 261 w 909"/>
                <a:gd name="T31" fmla="*/ 43 h 1596"/>
                <a:gd name="T32" fmla="*/ 204 w 909"/>
                <a:gd name="T33" fmla="*/ 72 h 1596"/>
                <a:gd name="T34" fmla="*/ 151 w 909"/>
                <a:gd name="T35" fmla="*/ 114 h 1596"/>
                <a:gd name="T36" fmla="*/ 0 w 909"/>
                <a:gd name="T37" fmla="*/ 270 h 1596"/>
                <a:gd name="T38" fmla="*/ 530 w 909"/>
                <a:gd name="T39" fmla="*/ 280 h 1596"/>
                <a:gd name="T40" fmla="*/ 696 w 909"/>
                <a:gd name="T41" fmla="*/ 625 h 1596"/>
                <a:gd name="T42" fmla="*/ 720 w 909"/>
                <a:gd name="T43" fmla="*/ 1581 h 1596"/>
                <a:gd name="T44" fmla="*/ 762 w 909"/>
                <a:gd name="T45" fmla="*/ 1596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9" h="1596">
                  <a:moveTo>
                    <a:pt x="762" y="1596"/>
                  </a:moveTo>
                  <a:lnTo>
                    <a:pt x="909" y="1455"/>
                  </a:lnTo>
                  <a:lnTo>
                    <a:pt x="909" y="416"/>
                  </a:lnTo>
                  <a:lnTo>
                    <a:pt x="891" y="322"/>
                  </a:lnTo>
                  <a:lnTo>
                    <a:pt x="862" y="260"/>
                  </a:lnTo>
                  <a:lnTo>
                    <a:pt x="829" y="203"/>
                  </a:lnTo>
                  <a:lnTo>
                    <a:pt x="796" y="161"/>
                  </a:lnTo>
                  <a:lnTo>
                    <a:pt x="749" y="109"/>
                  </a:lnTo>
                  <a:lnTo>
                    <a:pt x="706" y="75"/>
                  </a:lnTo>
                  <a:lnTo>
                    <a:pt x="658" y="43"/>
                  </a:lnTo>
                  <a:lnTo>
                    <a:pt x="583" y="14"/>
                  </a:lnTo>
                  <a:lnTo>
                    <a:pt x="516" y="4"/>
                  </a:lnTo>
                  <a:lnTo>
                    <a:pt x="441" y="0"/>
                  </a:lnTo>
                  <a:lnTo>
                    <a:pt x="369" y="10"/>
                  </a:lnTo>
                  <a:lnTo>
                    <a:pt x="312" y="19"/>
                  </a:lnTo>
                  <a:lnTo>
                    <a:pt x="261" y="43"/>
                  </a:lnTo>
                  <a:lnTo>
                    <a:pt x="204" y="72"/>
                  </a:lnTo>
                  <a:lnTo>
                    <a:pt x="151" y="114"/>
                  </a:lnTo>
                  <a:lnTo>
                    <a:pt x="0" y="270"/>
                  </a:lnTo>
                  <a:lnTo>
                    <a:pt x="530" y="280"/>
                  </a:lnTo>
                  <a:lnTo>
                    <a:pt x="696" y="625"/>
                  </a:lnTo>
                  <a:lnTo>
                    <a:pt x="720" y="1581"/>
                  </a:lnTo>
                  <a:lnTo>
                    <a:pt x="762" y="1596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6" name="Freeform 48">
              <a:extLst>
                <a:ext uri="{FF2B5EF4-FFF2-40B4-BE49-F238E27FC236}">
                  <a16:creationId xmlns:a16="http://schemas.microsoft.com/office/drawing/2014/main" id="{F16E893D-E730-4932-AEE3-E8411AC53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61"/>
              <a:ext cx="753" cy="1259"/>
            </a:xfrm>
            <a:custGeom>
              <a:avLst/>
              <a:gdLst>
                <a:gd name="T0" fmla="*/ 0 w 883"/>
                <a:gd name="T1" fmla="*/ 1472 h 1477"/>
                <a:gd name="T2" fmla="*/ 883 w 883"/>
                <a:gd name="T3" fmla="*/ 1477 h 1477"/>
                <a:gd name="T4" fmla="*/ 883 w 883"/>
                <a:gd name="T5" fmla="*/ 420 h 1477"/>
                <a:gd name="T6" fmla="*/ 856 w 883"/>
                <a:gd name="T7" fmla="*/ 296 h 1477"/>
                <a:gd name="T8" fmla="*/ 821 w 883"/>
                <a:gd name="T9" fmla="*/ 216 h 1477"/>
                <a:gd name="T10" fmla="*/ 785 w 883"/>
                <a:gd name="T11" fmla="*/ 172 h 1477"/>
                <a:gd name="T12" fmla="*/ 723 w 883"/>
                <a:gd name="T13" fmla="*/ 101 h 1477"/>
                <a:gd name="T14" fmla="*/ 661 w 883"/>
                <a:gd name="T15" fmla="*/ 65 h 1477"/>
                <a:gd name="T16" fmla="*/ 581 w 883"/>
                <a:gd name="T17" fmla="*/ 30 h 1477"/>
                <a:gd name="T18" fmla="*/ 501 w 883"/>
                <a:gd name="T19" fmla="*/ 12 h 1477"/>
                <a:gd name="T20" fmla="*/ 444 w 883"/>
                <a:gd name="T21" fmla="*/ 0 h 1477"/>
                <a:gd name="T22" fmla="*/ 368 w 883"/>
                <a:gd name="T23" fmla="*/ 10 h 1477"/>
                <a:gd name="T24" fmla="*/ 292 w 883"/>
                <a:gd name="T25" fmla="*/ 24 h 1477"/>
                <a:gd name="T26" fmla="*/ 235 w 883"/>
                <a:gd name="T27" fmla="*/ 57 h 1477"/>
                <a:gd name="T28" fmla="*/ 172 w 883"/>
                <a:gd name="T29" fmla="*/ 83 h 1477"/>
                <a:gd name="T30" fmla="*/ 119 w 883"/>
                <a:gd name="T31" fmla="*/ 145 h 1477"/>
                <a:gd name="T32" fmla="*/ 57 w 883"/>
                <a:gd name="T33" fmla="*/ 234 h 1477"/>
                <a:gd name="T34" fmla="*/ 22 w 883"/>
                <a:gd name="T35" fmla="*/ 317 h 1477"/>
                <a:gd name="T36" fmla="*/ 4 w 883"/>
                <a:gd name="T37" fmla="*/ 403 h 1477"/>
                <a:gd name="T38" fmla="*/ 0 w 883"/>
                <a:gd name="T39" fmla="*/ 1472 h 1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3" h="1477">
                  <a:moveTo>
                    <a:pt x="0" y="1472"/>
                  </a:moveTo>
                  <a:lnTo>
                    <a:pt x="883" y="1477"/>
                  </a:lnTo>
                  <a:lnTo>
                    <a:pt x="883" y="420"/>
                  </a:lnTo>
                  <a:lnTo>
                    <a:pt x="856" y="296"/>
                  </a:lnTo>
                  <a:lnTo>
                    <a:pt x="821" y="216"/>
                  </a:lnTo>
                  <a:lnTo>
                    <a:pt x="785" y="172"/>
                  </a:lnTo>
                  <a:lnTo>
                    <a:pt x="723" y="101"/>
                  </a:lnTo>
                  <a:lnTo>
                    <a:pt x="661" y="65"/>
                  </a:lnTo>
                  <a:lnTo>
                    <a:pt x="581" y="30"/>
                  </a:lnTo>
                  <a:lnTo>
                    <a:pt x="501" y="12"/>
                  </a:lnTo>
                  <a:lnTo>
                    <a:pt x="444" y="0"/>
                  </a:lnTo>
                  <a:lnTo>
                    <a:pt x="368" y="10"/>
                  </a:lnTo>
                  <a:lnTo>
                    <a:pt x="292" y="24"/>
                  </a:lnTo>
                  <a:lnTo>
                    <a:pt x="235" y="57"/>
                  </a:lnTo>
                  <a:lnTo>
                    <a:pt x="172" y="83"/>
                  </a:lnTo>
                  <a:lnTo>
                    <a:pt x="119" y="145"/>
                  </a:lnTo>
                  <a:lnTo>
                    <a:pt x="57" y="234"/>
                  </a:lnTo>
                  <a:lnTo>
                    <a:pt x="22" y="317"/>
                  </a:lnTo>
                  <a:lnTo>
                    <a:pt x="4" y="403"/>
                  </a:lnTo>
                  <a:lnTo>
                    <a:pt x="0" y="1472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7" name="Freeform 49">
              <a:extLst>
                <a:ext uri="{FF2B5EF4-FFF2-40B4-BE49-F238E27FC236}">
                  <a16:creationId xmlns:a16="http://schemas.microsoft.com/office/drawing/2014/main" id="{A2561917-9692-4AB0-A368-D47E49E05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2835"/>
              <a:ext cx="419" cy="444"/>
            </a:xfrm>
            <a:custGeom>
              <a:avLst/>
              <a:gdLst>
                <a:gd name="T0" fmla="*/ 0 w 665"/>
                <a:gd name="T1" fmla="*/ 192 h 704"/>
                <a:gd name="T2" fmla="*/ 102 w 665"/>
                <a:gd name="T3" fmla="*/ 90 h 704"/>
                <a:gd name="T4" fmla="*/ 160 w 665"/>
                <a:gd name="T5" fmla="*/ 58 h 704"/>
                <a:gd name="T6" fmla="*/ 205 w 665"/>
                <a:gd name="T7" fmla="*/ 26 h 704"/>
                <a:gd name="T8" fmla="*/ 262 w 665"/>
                <a:gd name="T9" fmla="*/ 6 h 704"/>
                <a:gd name="T10" fmla="*/ 326 w 665"/>
                <a:gd name="T11" fmla="*/ 0 h 704"/>
                <a:gd name="T12" fmla="*/ 397 w 665"/>
                <a:gd name="T13" fmla="*/ 6 h 704"/>
                <a:gd name="T14" fmla="*/ 473 w 665"/>
                <a:gd name="T15" fmla="*/ 26 h 704"/>
                <a:gd name="T16" fmla="*/ 537 w 665"/>
                <a:gd name="T17" fmla="*/ 64 h 704"/>
                <a:gd name="T18" fmla="*/ 595 w 665"/>
                <a:gd name="T19" fmla="*/ 122 h 704"/>
                <a:gd name="T20" fmla="*/ 640 w 665"/>
                <a:gd name="T21" fmla="*/ 198 h 704"/>
                <a:gd name="T22" fmla="*/ 665 w 665"/>
                <a:gd name="T23" fmla="*/ 275 h 704"/>
                <a:gd name="T24" fmla="*/ 665 w 665"/>
                <a:gd name="T25" fmla="*/ 365 h 704"/>
                <a:gd name="T26" fmla="*/ 646 w 665"/>
                <a:gd name="T27" fmla="*/ 461 h 704"/>
                <a:gd name="T28" fmla="*/ 614 w 665"/>
                <a:gd name="T29" fmla="*/ 538 h 704"/>
                <a:gd name="T30" fmla="*/ 582 w 665"/>
                <a:gd name="T31" fmla="*/ 589 h 704"/>
                <a:gd name="T32" fmla="*/ 461 w 665"/>
                <a:gd name="T33" fmla="*/ 704 h 704"/>
                <a:gd name="T34" fmla="*/ 0 w 665"/>
                <a:gd name="T35" fmla="*/ 192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5" h="704">
                  <a:moveTo>
                    <a:pt x="0" y="192"/>
                  </a:moveTo>
                  <a:lnTo>
                    <a:pt x="102" y="90"/>
                  </a:lnTo>
                  <a:lnTo>
                    <a:pt x="160" y="58"/>
                  </a:lnTo>
                  <a:lnTo>
                    <a:pt x="205" y="26"/>
                  </a:lnTo>
                  <a:lnTo>
                    <a:pt x="262" y="6"/>
                  </a:lnTo>
                  <a:lnTo>
                    <a:pt x="326" y="0"/>
                  </a:lnTo>
                  <a:lnTo>
                    <a:pt x="397" y="6"/>
                  </a:lnTo>
                  <a:lnTo>
                    <a:pt x="473" y="26"/>
                  </a:lnTo>
                  <a:lnTo>
                    <a:pt x="537" y="64"/>
                  </a:lnTo>
                  <a:lnTo>
                    <a:pt x="595" y="122"/>
                  </a:lnTo>
                  <a:lnTo>
                    <a:pt x="640" y="198"/>
                  </a:lnTo>
                  <a:lnTo>
                    <a:pt x="665" y="275"/>
                  </a:lnTo>
                  <a:lnTo>
                    <a:pt x="665" y="365"/>
                  </a:lnTo>
                  <a:lnTo>
                    <a:pt x="646" y="461"/>
                  </a:lnTo>
                  <a:lnTo>
                    <a:pt x="614" y="538"/>
                  </a:lnTo>
                  <a:lnTo>
                    <a:pt x="582" y="589"/>
                  </a:lnTo>
                  <a:lnTo>
                    <a:pt x="461" y="704"/>
                  </a:lnTo>
                  <a:lnTo>
                    <a:pt x="0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18" name="Oval 50">
              <a:extLst>
                <a:ext uri="{FF2B5EF4-FFF2-40B4-BE49-F238E27FC236}">
                  <a16:creationId xmlns:a16="http://schemas.microsoft.com/office/drawing/2014/main" id="{4E360D4A-1EED-4A37-A526-0E3CD1B32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" y="2892"/>
              <a:ext cx="420" cy="426"/>
            </a:xfrm>
            <a:prstGeom prst="ellipse">
              <a:avLst/>
            </a:prstGeom>
            <a:solidFill>
              <a:srgbClr val="FF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119" name="Freeform 51">
              <a:extLst>
                <a:ext uri="{FF2B5EF4-FFF2-40B4-BE49-F238E27FC236}">
                  <a16:creationId xmlns:a16="http://schemas.microsoft.com/office/drawing/2014/main" id="{F3DC3351-09A6-4000-9F61-CF40BA859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614"/>
              <a:ext cx="432" cy="133"/>
            </a:xfrm>
            <a:custGeom>
              <a:avLst/>
              <a:gdLst>
                <a:gd name="T0" fmla="*/ 0 w 685"/>
                <a:gd name="T1" fmla="*/ 211 h 211"/>
                <a:gd name="T2" fmla="*/ 685 w 685"/>
                <a:gd name="T3" fmla="*/ 205 h 211"/>
                <a:gd name="T4" fmla="*/ 685 w 685"/>
                <a:gd name="T5" fmla="*/ 0 h 211"/>
                <a:gd name="T6" fmla="*/ 218 w 685"/>
                <a:gd name="T7" fmla="*/ 0 h 211"/>
                <a:gd name="T8" fmla="*/ 0 w 685"/>
                <a:gd name="T9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5" h="211">
                  <a:moveTo>
                    <a:pt x="0" y="211"/>
                  </a:moveTo>
                  <a:lnTo>
                    <a:pt x="685" y="205"/>
                  </a:lnTo>
                  <a:lnTo>
                    <a:pt x="685" y="0"/>
                  </a:lnTo>
                  <a:lnTo>
                    <a:pt x="218" y="0"/>
                  </a:lnTo>
                  <a:lnTo>
                    <a:pt x="0" y="211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69542A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0" name="Freeform 52">
              <a:extLst>
                <a:ext uri="{FF2B5EF4-FFF2-40B4-BE49-F238E27FC236}">
                  <a16:creationId xmlns:a16="http://schemas.microsoft.com/office/drawing/2014/main" id="{B9946B53-B3CD-4AF7-829D-403F7DA86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562"/>
              <a:ext cx="141" cy="185"/>
            </a:xfrm>
            <a:custGeom>
              <a:avLst/>
              <a:gdLst>
                <a:gd name="T0" fmla="*/ 0 w 224"/>
                <a:gd name="T1" fmla="*/ 294 h 294"/>
                <a:gd name="T2" fmla="*/ 0 w 224"/>
                <a:gd name="T3" fmla="*/ 0 h 294"/>
                <a:gd name="T4" fmla="*/ 224 w 224"/>
                <a:gd name="T5" fmla="*/ 0 h 294"/>
                <a:gd name="T6" fmla="*/ 224 w 224"/>
                <a:gd name="T7" fmla="*/ 90 h 294"/>
                <a:gd name="T8" fmla="*/ 0 w 224"/>
                <a:gd name="T9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294">
                  <a:moveTo>
                    <a:pt x="0" y="294"/>
                  </a:moveTo>
                  <a:lnTo>
                    <a:pt x="0" y="0"/>
                  </a:lnTo>
                  <a:lnTo>
                    <a:pt x="224" y="0"/>
                  </a:lnTo>
                  <a:lnTo>
                    <a:pt x="224" y="90"/>
                  </a:lnTo>
                  <a:lnTo>
                    <a:pt x="0" y="29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1" name="Freeform 53">
              <a:extLst>
                <a:ext uri="{FF2B5EF4-FFF2-40B4-BE49-F238E27FC236}">
                  <a16:creationId xmlns:a16="http://schemas.microsoft.com/office/drawing/2014/main" id="{512E6F20-D7AE-4396-90DC-6CC78BB59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3565"/>
              <a:ext cx="299" cy="58"/>
            </a:xfrm>
            <a:custGeom>
              <a:avLst/>
              <a:gdLst>
                <a:gd name="T0" fmla="*/ 0 w 474"/>
                <a:gd name="T1" fmla="*/ 0 h 90"/>
                <a:gd name="T2" fmla="*/ 474 w 474"/>
                <a:gd name="T3" fmla="*/ 0 h 90"/>
                <a:gd name="T4" fmla="*/ 474 w 474"/>
                <a:gd name="T5" fmla="*/ 90 h 90"/>
                <a:gd name="T6" fmla="*/ 0 w 474"/>
                <a:gd name="T7" fmla="*/ 90 h 90"/>
                <a:gd name="T8" fmla="*/ 0 w 474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4" h="90">
                  <a:moveTo>
                    <a:pt x="0" y="0"/>
                  </a:moveTo>
                  <a:lnTo>
                    <a:pt x="474" y="0"/>
                  </a:lnTo>
                  <a:lnTo>
                    <a:pt x="474" y="90"/>
                  </a:ln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22" name="Group 54">
            <a:extLst>
              <a:ext uri="{FF2B5EF4-FFF2-40B4-BE49-F238E27FC236}">
                <a16:creationId xmlns:a16="http://schemas.microsoft.com/office/drawing/2014/main" id="{F73AB716-7F83-4BC1-A34E-DD4B34AC0C06}"/>
              </a:ext>
            </a:extLst>
          </p:cNvPr>
          <p:cNvGrpSpPr>
            <a:grpSpLocks/>
          </p:cNvGrpSpPr>
          <p:nvPr/>
        </p:nvGrpSpPr>
        <p:grpSpPr bwMode="auto">
          <a:xfrm>
            <a:off x="6634163" y="1398588"/>
            <a:ext cx="1468437" cy="2295525"/>
            <a:chOff x="4179" y="881"/>
            <a:chExt cx="925" cy="1446"/>
          </a:xfrm>
        </p:grpSpPr>
        <p:sp>
          <p:nvSpPr>
            <p:cNvPr id="3123" name="Freeform 55">
              <a:extLst>
                <a:ext uri="{FF2B5EF4-FFF2-40B4-BE49-F238E27FC236}">
                  <a16:creationId xmlns:a16="http://schemas.microsoft.com/office/drawing/2014/main" id="{74EFBAF6-7B40-4B8D-A055-CB203F3FB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881"/>
              <a:ext cx="814" cy="1445"/>
            </a:xfrm>
            <a:custGeom>
              <a:avLst/>
              <a:gdLst>
                <a:gd name="T0" fmla="*/ 1017 w 1229"/>
                <a:gd name="T1" fmla="*/ 2182 h 2182"/>
                <a:gd name="T2" fmla="*/ 1229 w 1229"/>
                <a:gd name="T3" fmla="*/ 1972 h 2182"/>
                <a:gd name="T4" fmla="*/ 1228 w 1229"/>
                <a:gd name="T5" fmla="*/ 563 h 2182"/>
                <a:gd name="T6" fmla="*/ 1203 w 1229"/>
                <a:gd name="T7" fmla="*/ 435 h 2182"/>
                <a:gd name="T8" fmla="*/ 1164 w 1229"/>
                <a:gd name="T9" fmla="*/ 352 h 2182"/>
                <a:gd name="T10" fmla="*/ 1120 w 1229"/>
                <a:gd name="T11" fmla="*/ 275 h 2182"/>
                <a:gd name="T12" fmla="*/ 1075 w 1229"/>
                <a:gd name="T13" fmla="*/ 218 h 2182"/>
                <a:gd name="T14" fmla="*/ 1011 w 1229"/>
                <a:gd name="T15" fmla="*/ 147 h 2182"/>
                <a:gd name="T16" fmla="*/ 953 w 1229"/>
                <a:gd name="T17" fmla="*/ 102 h 2182"/>
                <a:gd name="T18" fmla="*/ 889 w 1229"/>
                <a:gd name="T19" fmla="*/ 58 h 2182"/>
                <a:gd name="T20" fmla="*/ 787 w 1229"/>
                <a:gd name="T21" fmla="*/ 19 h 2182"/>
                <a:gd name="T22" fmla="*/ 697 w 1229"/>
                <a:gd name="T23" fmla="*/ 6 h 2182"/>
                <a:gd name="T24" fmla="*/ 595 w 1229"/>
                <a:gd name="T25" fmla="*/ 0 h 2182"/>
                <a:gd name="T26" fmla="*/ 499 w 1229"/>
                <a:gd name="T27" fmla="*/ 13 h 2182"/>
                <a:gd name="T28" fmla="*/ 422 w 1229"/>
                <a:gd name="T29" fmla="*/ 26 h 2182"/>
                <a:gd name="T30" fmla="*/ 352 w 1229"/>
                <a:gd name="T31" fmla="*/ 58 h 2182"/>
                <a:gd name="T32" fmla="*/ 275 w 1229"/>
                <a:gd name="T33" fmla="*/ 97 h 2182"/>
                <a:gd name="T34" fmla="*/ 204 w 1229"/>
                <a:gd name="T35" fmla="*/ 154 h 2182"/>
                <a:gd name="T36" fmla="*/ 0 w 1229"/>
                <a:gd name="T37" fmla="*/ 365 h 2182"/>
                <a:gd name="T38" fmla="*/ 716 w 1229"/>
                <a:gd name="T39" fmla="*/ 378 h 2182"/>
                <a:gd name="T40" fmla="*/ 940 w 1229"/>
                <a:gd name="T41" fmla="*/ 845 h 2182"/>
                <a:gd name="T42" fmla="*/ 972 w 1229"/>
                <a:gd name="T43" fmla="*/ 2138 h 2182"/>
                <a:gd name="T44" fmla="*/ 1017 w 1229"/>
                <a:gd name="T45" fmla="*/ 2182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29" h="2182">
                  <a:moveTo>
                    <a:pt x="1017" y="2182"/>
                  </a:moveTo>
                  <a:lnTo>
                    <a:pt x="1229" y="1972"/>
                  </a:lnTo>
                  <a:lnTo>
                    <a:pt x="1228" y="563"/>
                  </a:lnTo>
                  <a:lnTo>
                    <a:pt x="1203" y="435"/>
                  </a:lnTo>
                  <a:lnTo>
                    <a:pt x="1164" y="352"/>
                  </a:lnTo>
                  <a:lnTo>
                    <a:pt x="1120" y="275"/>
                  </a:lnTo>
                  <a:lnTo>
                    <a:pt x="1075" y="218"/>
                  </a:lnTo>
                  <a:lnTo>
                    <a:pt x="1011" y="147"/>
                  </a:lnTo>
                  <a:lnTo>
                    <a:pt x="953" y="102"/>
                  </a:lnTo>
                  <a:lnTo>
                    <a:pt x="889" y="58"/>
                  </a:lnTo>
                  <a:lnTo>
                    <a:pt x="787" y="19"/>
                  </a:lnTo>
                  <a:lnTo>
                    <a:pt x="697" y="6"/>
                  </a:lnTo>
                  <a:lnTo>
                    <a:pt x="595" y="0"/>
                  </a:lnTo>
                  <a:lnTo>
                    <a:pt x="499" y="13"/>
                  </a:lnTo>
                  <a:lnTo>
                    <a:pt x="422" y="26"/>
                  </a:lnTo>
                  <a:lnTo>
                    <a:pt x="352" y="58"/>
                  </a:lnTo>
                  <a:lnTo>
                    <a:pt x="275" y="97"/>
                  </a:lnTo>
                  <a:lnTo>
                    <a:pt x="204" y="154"/>
                  </a:lnTo>
                  <a:lnTo>
                    <a:pt x="0" y="365"/>
                  </a:lnTo>
                  <a:lnTo>
                    <a:pt x="716" y="378"/>
                  </a:lnTo>
                  <a:lnTo>
                    <a:pt x="940" y="845"/>
                  </a:lnTo>
                  <a:lnTo>
                    <a:pt x="972" y="2138"/>
                  </a:lnTo>
                  <a:lnTo>
                    <a:pt x="1017" y="2182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4" name="Freeform 56">
              <a:extLst>
                <a:ext uri="{FF2B5EF4-FFF2-40B4-BE49-F238E27FC236}">
                  <a16:creationId xmlns:a16="http://schemas.microsoft.com/office/drawing/2014/main" id="{81711999-354E-4168-9D62-1FA048814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1000"/>
              <a:ext cx="788" cy="1327"/>
            </a:xfrm>
            <a:custGeom>
              <a:avLst/>
              <a:gdLst>
                <a:gd name="T0" fmla="*/ 0 w 1189"/>
                <a:gd name="T1" fmla="*/ 2003 h 2003"/>
                <a:gd name="T2" fmla="*/ 1189 w 1189"/>
                <a:gd name="T3" fmla="*/ 1996 h 2003"/>
                <a:gd name="T4" fmla="*/ 1189 w 1189"/>
                <a:gd name="T5" fmla="*/ 568 h 2003"/>
                <a:gd name="T6" fmla="*/ 1153 w 1189"/>
                <a:gd name="T7" fmla="*/ 400 h 2003"/>
                <a:gd name="T8" fmla="*/ 1105 w 1189"/>
                <a:gd name="T9" fmla="*/ 292 h 2003"/>
                <a:gd name="T10" fmla="*/ 1057 w 1189"/>
                <a:gd name="T11" fmla="*/ 232 h 2003"/>
                <a:gd name="T12" fmla="*/ 973 w 1189"/>
                <a:gd name="T13" fmla="*/ 136 h 2003"/>
                <a:gd name="T14" fmla="*/ 889 w 1189"/>
                <a:gd name="T15" fmla="*/ 88 h 2003"/>
                <a:gd name="T16" fmla="*/ 781 w 1189"/>
                <a:gd name="T17" fmla="*/ 40 h 2003"/>
                <a:gd name="T18" fmla="*/ 673 w 1189"/>
                <a:gd name="T19" fmla="*/ 16 h 2003"/>
                <a:gd name="T20" fmla="*/ 596 w 1189"/>
                <a:gd name="T21" fmla="*/ 0 h 2003"/>
                <a:gd name="T22" fmla="*/ 493 w 1189"/>
                <a:gd name="T23" fmla="*/ 13 h 2003"/>
                <a:gd name="T24" fmla="*/ 391 w 1189"/>
                <a:gd name="T25" fmla="*/ 32 h 2003"/>
                <a:gd name="T26" fmla="*/ 314 w 1189"/>
                <a:gd name="T27" fmla="*/ 77 h 2003"/>
                <a:gd name="T28" fmla="*/ 229 w 1189"/>
                <a:gd name="T29" fmla="*/ 112 h 2003"/>
                <a:gd name="T30" fmla="*/ 157 w 1189"/>
                <a:gd name="T31" fmla="*/ 196 h 2003"/>
                <a:gd name="T32" fmla="*/ 73 w 1189"/>
                <a:gd name="T33" fmla="*/ 316 h 2003"/>
                <a:gd name="T34" fmla="*/ 26 w 1189"/>
                <a:gd name="T35" fmla="*/ 429 h 2003"/>
                <a:gd name="T36" fmla="*/ 1 w 1189"/>
                <a:gd name="T37" fmla="*/ 544 h 2003"/>
                <a:gd name="T38" fmla="*/ 0 w 1189"/>
                <a:gd name="T39" fmla="*/ 2003 h 2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9" h="2003">
                  <a:moveTo>
                    <a:pt x="0" y="2003"/>
                  </a:moveTo>
                  <a:lnTo>
                    <a:pt x="1189" y="1996"/>
                  </a:lnTo>
                  <a:lnTo>
                    <a:pt x="1189" y="568"/>
                  </a:lnTo>
                  <a:lnTo>
                    <a:pt x="1153" y="400"/>
                  </a:lnTo>
                  <a:lnTo>
                    <a:pt x="1105" y="292"/>
                  </a:lnTo>
                  <a:lnTo>
                    <a:pt x="1057" y="232"/>
                  </a:lnTo>
                  <a:lnTo>
                    <a:pt x="973" y="136"/>
                  </a:lnTo>
                  <a:lnTo>
                    <a:pt x="889" y="88"/>
                  </a:lnTo>
                  <a:lnTo>
                    <a:pt x="781" y="40"/>
                  </a:lnTo>
                  <a:lnTo>
                    <a:pt x="673" y="16"/>
                  </a:lnTo>
                  <a:lnTo>
                    <a:pt x="596" y="0"/>
                  </a:lnTo>
                  <a:lnTo>
                    <a:pt x="493" y="13"/>
                  </a:lnTo>
                  <a:lnTo>
                    <a:pt x="391" y="32"/>
                  </a:lnTo>
                  <a:lnTo>
                    <a:pt x="314" y="77"/>
                  </a:lnTo>
                  <a:lnTo>
                    <a:pt x="229" y="112"/>
                  </a:lnTo>
                  <a:lnTo>
                    <a:pt x="157" y="196"/>
                  </a:lnTo>
                  <a:lnTo>
                    <a:pt x="73" y="316"/>
                  </a:lnTo>
                  <a:lnTo>
                    <a:pt x="26" y="429"/>
                  </a:lnTo>
                  <a:lnTo>
                    <a:pt x="1" y="544"/>
                  </a:lnTo>
                  <a:lnTo>
                    <a:pt x="0" y="2003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 useBgFill="1">
          <p:nvSpPr>
            <p:cNvPr id="3125" name="Oval 57">
              <a:extLst>
                <a:ext uri="{FF2B5EF4-FFF2-40B4-BE49-F238E27FC236}">
                  <a16:creationId xmlns:a16="http://schemas.microsoft.com/office/drawing/2014/main" id="{8B500C36-83EB-4AB8-890C-424106AC2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1183"/>
              <a:ext cx="441" cy="447"/>
            </a:xfrm>
            <a:prstGeom prst="ellipse">
              <a:avLst/>
            </a:prstGeom>
            <a:ln w="9525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126" name="Freeform 58">
              <a:extLst>
                <a:ext uri="{FF2B5EF4-FFF2-40B4-BE49-F238E27FC236}">
                  <a16:creationId xmlns:a16="http://schemas.microsoft.com/office/drawing/2014/main" id="{FDA38AE1-7E25-40C3-B021-BD553DD1F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" y="1195"/>
              <a:ext cx="448" cy="449"/>
            </a:xfrm>
            <a:custGeom>
              <a:avLst/>
              <a:gdLst>
                <a:gd name="T0" fmla="*/ 166 w 501"/>
                <a:gd name="T1" fmla="*/ 0 h 501"/>
                <a:gd name="T2" fmla="*/ 123 w 501"/>
                <a:gd name="T3" fmla="*/ 24 h 501"/>
                <a:gd name="T4" fmla="*/ 89 w 501"/>
                <a:gd name="T5" fmla="*/ 42 h 501"/>
                <a:gd name="T6" fmla="*/ 47 w 501"/>
                <a:gd name="T7" fmla="*/ 80 h 501"/>
                <a:gd name="T8" fmla="*/ 24 w 501"/>
                <a:gd name="T9" fmla="*/ 132 h 501"/>
                <a:gd name="T10" fmla="*/ 9 w 501"/>
                <a:gd name="T11" fmla="*/ 180 h 501"/>
                <a:gd name="T12" fmla="*/ 0 w 501"/>
                <a:gd name="T13" fmla="*/ 236 h 501"/>
                <a:gd name="T14" fmla="*/ 4 w 501"/>
                <a:gd name="T15" fmla="*/ 293 h 501"/>
                <a:gd name="T16" fmla="*/ 24 w 501"/>
                <a:gd name="T17" fmla="*/ 350 h 501"/>
                <a:gd name="T18" fmla="*/ 42 w 501"/>
                <a:gd name="T19" fmla="*/ 378 h 501"/>
                <a:gd name="T20" fmla="*/ 66 w 501"/>
                <a:gd name="T21" fmla="*/ 411 h 501"/>
                <a:gd name="T22" fmla="*/ 104 w 501"/>
                <a:gd name="T23" fmla="*/ 440 h 501"/>
                <a:gd name="T24" fmla="*/ 132 w 501"/>
                <a:gd name="T25" fmla="*/ 458 h 501"/>
                <a:gd name="T26" fmla="*/ 189 w 501"/>
                <a:gd name="T27" fmla="*/ 482 h 501"/>
                <a:gd name="T28" fmla="*/ 251 w 501"/>
                <a:gd name="T29" fmla="*/ 501 h 501"/>
                <a:gd name="T30" fmla="*/ 312 w 501"/>
                <a:gd name="T31" fmla="*/ 487 h 501"/>
                <a:gd name="T32" fmla="*/ 366 w 501"/>
                <a:gd name="T33" fmla="*/ 466 h 501"/>
                <a:gd name="T34" fmla="*/ 411 w 501"/>
                <a:gd name="T35" fmla="*/ 441 h 501"/>
                <a:gd name="T36" fmla="*/ 450 w 501"/>
                <a:gd name="T37" fmla="*/ 402 h 501"/>
                <a:gd name="T38" fmla="*/ 482 w 501"/>
                <a:gd name="T39" fmla="*/ 364 h 501"/>
                <a:gd name="T40" fmla="*/ 501 w 501"/>
                <a:gd name="T41" fmla="*/ 306 h 501"/>
                <a:gd name="T42" fmla="*/ 497 w 501"/>
                <a:gd name="T43" fmla="*/ 265 h 501"/>
                <a:gd name="T44" fmla="*/ 459 w 501"/>
                <a:gd name="T45" fmla="*/ 307 h 501"/>
                <a:gd name="T46" fmla="*/ 421 w 501"/>
                <a:gd name="T47" fmla="*/ 335 h 501"/>
                <a:gd name="T48" fmla="*/ 379 w 501"/>
                <a:gd name="T49" fmla="*/ 350 h 501"/>
                <a:gd name="T50" fmla="*/ 331 w 501"/>
                <a:gd name="T51" fmla="*/ 350 h 501"/>
                <a:gd name="T52" fmla="*/ 288 w 501"/>
                <a:gd name="T53" fmla="*/ 345 h 501"/>
                <a:gd name="T54" fmla="*/ 241 w 501"/>
                <a:gd name="T55" fmla="*/ 331 h 501"/>
                <a:gd name="T56" fmla="*/ 203 w 501"/>
                <a:gd name="T57" fmla="*/ 302 h 501"/>
                <a:gd name="T58" fmla="*/ 170 w 501"/>
                <a:gd name="T59" fmla="*/ 279 h 501"/>
                <a:gd name="T60" fmla="*/ 142 w 501"/>
                <a:gd name="T61" fmla="*/ 231 h 501"/>
                <a:gd name="T62" fmla="*/ 123 w 501"/>
                <a:gd name="T63" fmla="*/ 174 h 501"/>
                <a:gd name="T64" fmla="*/ 127 w 501"/>
                <a:gd name="T65" fmla="*/ 103 h 501"/>
                <a:gd name="T66" fmla="*/ 132 w 501"/>
                <a:gd name="T67" fmla="*/ 61 h 501"/>
                <a:gd name="T68" fmla="*/ 166 w 501"/>
                <a:gd name="T69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1" h="501">
                  <a:moveTo>
                    <a:pt x="166" y="0"/>
                  </a:moveTo>
                  <a:lnTo>
                    <a:pt x="123" y="24"/>
                  </a:lnTo>
                  <a:lnTo>
                    <a:pt x="89" y="42"/>
                  </a:lnTo>
                  <a:lnTo>
                    <a:pt x="47" y="80"/>
                  </a:lnTo>
                  <a:lnTo>
                    <a:pt x="24" y="132"/>
                  </a:lnTo>
                  <a:lnTo>
                    <a:pt x="9" y="180"/>
                  </a:lnTo>
                  <a:lnTo>
                    <a:pt x="0" y="236"/>
                  </a:lnTo>
                  <a:lnTo>
                    <a:pt x="4" y="293"/>
                  </a:lnTo>
                  <a:lnTo>
                    <a:pt x="24" y="350"/>
                  </a:lnTo>
                  <a:lnTo>
                    <a:pt x="42" y="378"/>
                  </a:lnTo>
                  <a:lnTo>
                    <a:pt x="66" y="411"/>
                  </a:lnTo>
                  <a:lnTo>
                    <a:pt x="104" y="440"/>
                  </a:lnTo>
                  <a:lnTo>
                    <a:pt x="132" y="458"/>
                  </a:lnTo>
                  <a:lnTo>
                    <a:pt x="189" y="482"/>
                  </a:lnTo>
                  <a:lnTo>
                    <a:pt x="251" y="501"/>
                  </a:lnTo>
                  <a:lnTo>
                    <a:pt x="312" y="487"/>
                  </a:lnTo>
                  <a:lnTo>
                    <a:pt x="366" y="466"/>
                  </a:lnTo>
                  <a:lnTo>
                    <a:pt x="411" y="441"/>
                  </a:lnTo>
                  <a:lnTo>
                    <a:pt x="450" y="402"/>
                  </a:lnTo>
                  <a:lnTo>
                    <a:pt x="482" y="364"/>
                  </a:lnTo>
                  <a:lnTo>
                    <a:pt x="501" y="306"/>
                  </a:lnTo>
                  <a:lnTo>
                    <a:pt x="497" y="265"/>
                  </a:lnTo>
                  <a:lnTo>
                    <a:pt x="459" y="307"/>
                  </a:lnTo>
                  <a:lnTo>
                    <a:pt x="421" y="335"/>
                  </a:lnTo>
                  <a:lnTo>
                    <a:pt x="379" y="350"/>
                  </a:lnTo>
                  <a:lnTo>
                    <a:pt x="331" y="350"/>
                  </a:lnTo>
                  <a:lnTo>
                    <a:pt x="288" y="345"/>
                  </a:lnTo>
                  <a:lnTo>
                    <a:pt x="241" y="331"/>
                  </a:lnTo>
                  <a:lnTo>
                    <a:pt x="203" y="302"/>
                  </a:lnTo>
                  <a:lnTo>
                    <a:pt x="170" y="279"/>
                  </a:lnTo>
                  <a:lnTo>
                    <a:pt x="142" y="231"/>
                  </a:lnTo>
                  <a:lnTo>
                    <a:pt x="123" y="174"/>
                  </a:lnTo>
                  <a:lnTo>
                    <a:pt x="127" y="103"/>
                  </a:lnTo>
                  <a:lnTo>
                    <a:pt x="132" y="61"/>
                  </a:lnTo>
                  <a:lnTo>
                    <a:pt x="166" y="0"/>
                  </a:lnTo>
                  <a:close/>
                </a:path>
              </a:pathLst>
            </a:custGeom>
            <a:gradFill rotWithShape="0">
              <a:gsLst>
                <a:gs pos="0">
                  <a:srgbClr val="645028"/>
                </a:gs>
                <a:gs pos="50000">
                  <a:srgbClr val="FFCC66"/>
                </a:gs>
                <a:gs pos="100000">
                  <a:srgbClr val="645028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7" name="Freeform 59">
              <a:extLst>
                <a:ext uri="{FF2B5EF4-FFF2-40B4-BE49-F238E27FC236}">
                  <a16:creationId xmlns:a16="http://schemas.microsoft.com/office/drawing/2014/main" id="{4A580CBA-4271-4635-9A64-447BD92D5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1941"/>
              <a:ext cx="503" cy="84"/>
            </a:xfrm>
            <a:custGeom>
              <a:avLst/>
              <a:gdLst>
                <a:gd name="T0" fmla="*/ 0 w 561"/>
                <a:gd name="T1" fmla="*/ 74 h 94"/>
                <a:gd name="T2" fmla="*/ 59 w 561"/>
                <a:gd name="T3" fmla="*/ 0 h 94"/>
                <a:gd name="T4" fmla="*/ 561 w 561"/>
                <a:gd name="T5" fmla="*/ 0 h 94"/>
                <a:gd name="T6" fmla="*/ 461 w 561"/>
                <a:gd name="T7" fmla="*/ 94 h 94"/>
                <a:gd name="T8" fmla="*/ 0 w 561"/>
                <a:gd name="T9" fmla="*/ 7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1" h="94">
                  <a:moveTo>
                    <a:pt x="0" y="74"/>
                  </a:moveTo>
                  <a:lnTo>
                    <a:pt x="59" y="0"/>
                  </a:lnTo>
                  <a:lnTo>
                    <a:pt x="561" y="0"/>
                  </a:lnTo>
                  <a:lnTo>
                    <a:pt x="461" y="94"/>
                  </a:lnTo>
                  <a:lnTo>
                    <a:pt x="0" y="74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8" name="Freeform 60">
              <a:extLst>
                <a:ext uri="{FF2B5EF4-FFF2-40B4-BE49-F238E27FC236}">
                  <a16:creationId xmlns:a16="http://schemas.microsoft.com/office/drawing/2014/main" id="{F47CA7C3-33CC-4599-9A63-7CC91DEAD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1937"/>
              <a:ext cx="73" cy="264"/>
            </a:xfrm>
            <a:custGeom>
              <a:avLst/>
              <a:gdLst>
                <a:gd name="T0" fmla="*/ 81 w 81"/>
                <a:gd name="T1" fmla="*/ 0 h 295"/>
                <a:gd name="T2" fmla="*/ 81 w 81"/>
                <a:gd name="T3" fmla="*/ 232 h 295"/>
                <a:gd name="T4" fmla="*/ 14 w 81"/>
                <a:gd name="T5" fmla="*/ 295 h 295"/>
                <a:gd name="T6" fmla="*/ 0 w 81"/>
                <a:gd name="T7" fmla="*/ 93 h 295"/>
                <a:gd name="T8" fmla="*/ 81 w 81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295">
                  <a:moveTo>
                    <a:pt x="81" y="0"/>
                  </a:moveTo>
                  <a:lnTo>
                    <a:pt x="81" y="232"/>
                  </a:lnTo>
                  <a:lnTo>
                    <a:pt x="14" y="295"/>
                  </a:lnTo>
                  <a:lnTo>
                    <a:pt x="0" y="93"/>
                  </a:lnTo>
                  <a:lnTo>
                    <a:pt x="8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6699"/>
                </a:gs>
                <a:gs pos="100000">
                  <a:srgbClr val="A0406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29" name="Freeform 61">
              <a:extLst>
                <a:ext uri="{FF2B5EF4-FFF2-40B4-BE49-F238E27FC236}">
                  <a16:creationId xmlns:a16="http://schemas.microsoft.com/office/drawing/2014/main" id="{C28786D0-5448-486C-98E3-A161BD4F2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000"/>
              <a:ext cx="445" cy="203"/>
            </a:xfrm>
            <a:custGeom>
              <a:avLst/>
              <a:gdLst>
                <a:gd name="T0" fmla="*/ 0 w 672"/>
                <a:gd name="T1" fmla="*/ 0 h 307"/>
                <a:gd name="T2" fmla="*/ 0 w 672"/>
                <a:gd name="T3" fmla="*/ 307 h 307"/>
                <a:gd name="T4" fmla="*/ 672 w 672"/>
                <a:gd name="T5" fmla="*/ 307 h 307"/>
                <a:gd name="T6" fmla="*/ 672 w 672"/>
                <a:gd name="T7" fmla="*/ 0 h 307"/>
                <a:gd name="T8" fmla="*/ 0 w 672"/>
                <a:gd name="T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2" h="307">
                  <a:moveTo>
                    <a:pt x="0" y="0"/>
                  </a:moveTo>
                  <a:lnTo>
                    <a:pt x="0" y="307"/>
                  </a:lnTo>
                  <a:lnTo>
                    <a:pt x="672" y="307"/>
                  </a:lnTo>
                  <a:lnTo>
                    <a:pt x="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30" name="Group 62">
            <a:extLst>
              <a:ext uri="{FF2B5EF4-FFF2-40B4-BE49-F238E27FC236}">
                <a16:creationId xmlns:a16="http://schemas.microsoft.com/office/drawing/2014/main" id="{916F254D-E752-4EE4-ADF2-B910BBE49353}"/>
              </a:ext>
            </a:extLst>
          </p:cNvPr>
          <p:cNvGrpSpPr>
            <a:grpSpLocks/>
          </p:cNvGrpSpPr>
          <p:nvPr/>
        </p:nvGrpSpPr>
        <p:grpSpPr bwMode="auto">
          <a:xfrm>
            <a:off x="3252788" y="3903663"/>
            <a:ext cx="2917825" cy="1841500"/>
            <a:chOff x="2738" y="2770"/>
            <a:chExt cx="1660" cy="1160"/>
          </a:xfrm>
        </p:grpSpPr>
        <p:sp>
          <p:nvSpPr>
            <p:cNvPr id="3131" name="AutoShape 63">
              <a:extLst>
                <a:ext uri="{FF2B5EF4-FFF2-40B4-BE49-F238E27FC236}">
                  <a16:creationId xmlns:a16="http://schemas.microsoft.com/office/drawing/2014/main" id="{E22142AC-3389-419F-BDF7-64345D62128E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3216" y="2722"/>
              <a:ext cx="734" cy="829"/>
            </a:xfrm>
            <a:custGeom>
              <a:avLst/>
              <a:gdLst>
                <a:gd name="T0" fmla="*/ 15429 w 21600"/>
                <a:gd name="T1" fmla="*/ 0 h 21600"/>
                <a:gd name="T2" fmla="*/ 9257 w 21600"/>
                <a:gd name="T3" fmla="*/ 6171 h 21600"/>
                <a:gd name="T4" fmla="*/ 12343 w 21600"/>
                <a:gd name="T5" fmla="*/ 6171 h 21600"/>
                <a:gd name="T6" fmla="*/ 12343 w 21600"/>
                <a:gd name="T7" fmla="*/ 12343 h 21600"/>
                <a:gd name="T8" fmla="*/ 6171 w 21600"/>
                <a:gd name="T9" fmla="*/ 12343 h 21600"/>
                <a:gd name="T10" fmla="*/ 6171 w 21600"/>
                <a:gd name="T11" fmla="*/ 9257 h 21600"/>
                <a:gd name="T12" fmla="*/ 0 w 21600"/>
                <a:gd name="T13" fmla="*/ 15429 h 21600"/>
                <a:gd name="T14" fmla="*/ 6171 w 21600"/>
                <a:gd name="T15" fmla="*/ 21600 h 21600"/>
                <a:gd name="T16" fmla="*/ 6171 w 21600"/>
                <a:gd name="T17" fmla="*/ 18514 h 21600"/>
                <a:gd name="T18" fmla="*/ 18514 w 21600"/>
                <a:gd name="T19" fmla="*/ 18514 h 21600"/>
                <a:gd name="T20" fmla="*/ 18514 w 21600"/>
                <a:gd name="T21" fmla="*/ 6171 h 21600"/>
                <a:gd name="T22" fmla="*/ 21600 w 21600"/>
                <a:gd name="T23" fmla="*/ 6171 h 21600"/>
                <a:gd name="T24" fmla="*/ 15429 w 21600"/>
                <a:gd name="T2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rgbClr val="FF00FF"/>
            </a:solidFill>
            <a:ln w="9525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32" name="Text Box 64">
              <a:extLst>
                <a:ext uri="{FF2B5EF4-FFF2-40B4-BE49-F238E27FC236}">
                  <a16:creationId xmlns:a16="http://schemas.microsoft.com/office/drawing/2014/main" id="{8F8F47B3-2C09-4ABF-9506-ECB41FAAE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3562"/>
              <a:ext cx="1662" cy="365"/>
            </a:xfrm>
            <a:prstGeom prst="rect">
              <a:avLst/>
            </a:prstGeom>
            <a:noFill/>
            <a:ln w="9525" cap="flat" algn="ctr">
              <a:solidFill>
                <a:srgbClr val="FF5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rgbClr val="000000"/>
                  </a:solidFill>
                  <a:latin typeface="黑体" panose="02010609060101010101" pitchFamily="49" charset="-122"/>
                  <a:ea typeface="等线" panose="02010600030101010101" pitchFamily="2" charset="-122"/>
                </a:rPr>
                <a:t>位置特征视图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base">
                                        <p:cTn id="7" dur="5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13" dur="5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9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2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ooter Placeholder 2">
            <a:extLst>
              <a:ext uri="{FF2B5EF4-FFF2-40B4-BE49-F238E27FC236}">
                <a16:creationId xmlns:a16="http://schemas.microsoft.com/office/drawing/2014/main" id="{AF8F8AA5-2D17-4270-9C3E-4BDC2CF7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135" name="Text Box 2">
            <a:extLst>
              <a:ext uri="{FF2B5EF4-FFF2-40B4-BE49-F238E27FC236}">
                <a16:creationId xmlns:a16="http://schemas.microsoft.com/office/drawing/2014/main" id="{F5D3CA9E-79B3-452E-99B0-018B49CA7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0"/>
            <a:ext cx="3829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en-US" altLang="en-US" sz="3200" b="0">
              <a:solidFill>
                <a:srgbClr val="000000"/>
              </a:solidFill>
              <a:latin typeface="黑体" panose="02010609060101010101" pitchFamily="49" charset="-122"/>
              <a:ea typeface="等线" panose="02010600030101010101" pitchFamily="2" charset="-122"/>
            </a:endParaRPr>
          </a:p>
        </p:txBody>
      </p:sp>
      <p:sp>
        <p:nvSpPr>
          <p:cNvPr id="3136" name="Text Box 3">
            <a:extLst>
              <a:ext uri="{FF2B5EF4-FFF2-40B4-BE49-F238E27FC236}">
                <a16:creationId xmlns:a16="http://schemas.microsoft.com/office/drawing/2014/main" id="{D24563A0-E7AA-4C21-92E9-66279934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-48417"/>
            <a:ext cx="76835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⒉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注意反映形体之间连接关系的图线</a:t>
            </a:r>
          </a:p>
        </p:txBody>
      </p:sp>
      <p:grpSp>
        <p:nvGrpSpPr>
          <p:cNvPr id="3137" name="Group 4">
            <a:extLst>
              <a:ext uri="{FF2B5EF4-FFF2-40B4-BE49-F238E27FC236}">
                <a16:creationId xmlns:a16="http://schemas.microsoft.com/office/drawing/2014/main" id="{1D2EB7E4-38D2-4148-BC31-4805D3D3C2ED}"/>
              </a:ext>
            </a:extLst>
          </p:cNvPr>
          <p:cNvGrpSpPr>
            <a:grpSpLocks/>
          </p:cNvGrpSpPr>
          <p:nvPr/>
        </p:nvGrpSpPr>
        <p:grpSpPr bwMode="auto">
          <a:xfrm>
            <a:off x="1270000" y="725488"/>
            <a:ext cx="6223000" cy="2211387"/>
            <a:chOff x="800" y="457"/>
            <a:chExt cx="3920" cy="1393"/>
          </a:xfrm>
        </p:grpSpPr>
        <p:grpSp>
          <p:nvGrpSpPr>
            <p:cNvPr id="3138" name="Group 5">
              <a:extLst>
                <a:ext uri="{FF2B5EF4-FFF2-40B4-BE49-F238E27FC236}">
                  <a16:creationId xmlns:a16="http://schemas.microsoft.com/office/drawing/2014/main" id="{9CF3A564-A652-48F5-91E5-F81C0B1152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0" y="457"/>
              <a:ext cx="1539" cy="1393"/>
              <a:chOff x="800" y="457"/>
              <a:chExt cx="1539" cy="1393"/>
            </a:xfrm>
          </p:grpSpPr>
          <p:sp>
            <p:nvSpPr>
              <p:cNvPr id="3139" name="Line 6">
                <a:extLst>
                  <a:ext uri="{FF2B5EF4-FFF2-40B4-BE49-F238E27FC236}">
                    <a16:creationId xmlns:a16="http://schemas.microsoft.com/office/drawing/2014/main" id="{CEFA6A37-D5A1-4498-9FB1-6886EA164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1544"/>
                <a:ext cx="658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40" name="Line 7">
                <a:extLst>
                  <a:ext uri="{FF2B5EF4-FFF2-40B4-BE49-F238E27FC236}">
                    <a16:creationId xmlns:a16="http://schemas.microsoft.com/office/drawing/2014/main" id="{5908FFAC-E8D7-4777-A686-EFC7855F6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457"/>
                <a:ext cx="0" cy="641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41" name="Freeform 8">
                <a:extLst>
                  <a:ext uri="{FF2B5EF4-FFF2-40B4-BE49-F238E27FC236}">
                    <a16:creationId xmlns:a16="http://schemas.microsoft.com/office/drawing/2014/main" id="{0A852081-F34C-4105-9B01-1BA9629F2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" y="867"/>
                <a:ext cx="1" cy="191"/>
              </a:xfrm>
              <a:custGeom>
                <a:avLst/>
                <a:gdLst>
                  <a:gd name="T0" fmla="*/ 0 w 1"/>
                  <a:gd name="T1" fmla="*/ 252 h 252"/>
                  <a:gd name="T2" fmla="*/ 1 w 1"/>
                  <a:gd name="T3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2">
                    <a:moveTo>
                      <a:pt x="0" y="252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2" name="Line 9">
                <a:extLst>
                  <a:ext uri="{FF2B5EF4-FFF2-40B4-BE49-F238E27FC236}">
                    <a16:creationId xmlns:a16="http://schemas.microsoft.com/office/drawing/2014/main" id="{1C15F5CA-AAC5-4667-A604-D5AF9CB48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" y="1049"/>
                <a:ext cx="546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3" name="Line 10">
                <a:extLst>
                  <a:ext uri="{FF2B5EF4-FFF2-40B4-BE49-F238E27FC236}">
                    <a16:creationId xmlns:a16="http://schemas.microsoft.com/office/drawing/2014/main" id="{9B1CF832-EE12-4D20-B85C-BEB0F94A0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2" y="503"/>
                <a:ext cx="182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4" name="Freeform 11">
                <a:extLst>
                  <a:ext uri="{FF2B5EF4-FFF2-40B4-BE49-F238E27FC236}">
                    <a16:creationId xmlns:a16="http://schemas.microsoft.com/office/drawing/2014/main" id="{EE2A1FBD-1D1C-45E1-A615-94FDD4B11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98"/>
                <a:ext cx="1" cy="378"/>
              </a:xfrm>
              <a:custGeom>
                <a:avLst/>
                <a:gdLst>
                  <a:gd name="T0" fmla="*/ 0 w 1"/>
                  <a:gd name="T1" fmla="*/ 0 h 499"/>
                  <a:gd name="T2" fmla="*/ 0 w 1"/>
                  <a:gd name="T3" fmla="*/ 49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99">
                    <a:moveTo>
                      <a:pt x="0" y="0"/>
                    </a:moveTo>
                    <a:lnTo>
                      <a:pt x="0" y="499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5" name="Line 12">
                <a:extLst>
                  <a:ext uri="{FF2B5EF4-FFF2-40B4-BE49-F238E27FC236}">
                    <a16:creationId xmlns:a16="http://schemas.microsoft.com/office/drawing/2014/main" id="{061E4E3B-E89F-4112-A466-05E78E6DE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" y="867"/>
                <a:ext cx="364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6" name="Line 13">
                <a:extLst>
                  <a:ext uri="{FF2B5EF4-FFF2-40B4-BE49-F238E27FC236}">
                    <a16:creationId xmlns:a16="http://schemas.microsoft.com/office/drawing/2014/main" id="{58BAA5E8-2879-4BBC-AEE4-C5AB2382F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8" y="503"/>
                <a:ext cx="364" cy="36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7" name="Freeform 14">
                <a:extLst>
                  <a:ext uri="{FF2B5EF4-FFF2-40B4-BE49-F238E27FC236}">
                    <a16:creationId xmlns:a16="http://schemas.microsoft.com/office/drawing/2014/main" id="{AA0B17BB-B68E-4995-84EE-E569948B9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" y="865"/>
                <a:ext cx="370" cy="2"/>
              </a:xfrm>
              <a:custGeom>
                <a:avLst/>
                <a:gdLst>
                  <a:gd name="T0" fmla="*/ 0 w 487"/>
                  <a:gd name="T1" fmla="*/ 3 h 3"/>
                  <a:gd name="T2" fmla="*/ 487 w 487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87" h="3">
                    <a:moveTo>
                      <a:pt x="0" y="3"/>
                    </a:moveTo>
                    <a:lnTo>
                      <a:pt x="487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48" name="Rectangle 15">
                <a:extLst>
                  <a:ext uri="{FF2B5EF4-FFF2-40B4-BE49-F238E27FC236}">
                    <a16:creationId xmlns:a16="http://schemas.microsoft.com/office/drawing/2014/main" id="{D996C050-4B40-47B3-826F-1027DE538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4" y="503"/>
                <a:ext cx="655" cy="546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3149" name="Line 16">
                <a:extLst>
                  <a:ext uri="{FF2B5EF4-FFF2-40B4-BE49-F238E27FC236}">
                    <a16:creationId xmlns:a16="http://schemas.microsoft.com/office/drawing/2014/main" id="{DCBACF92-52CF-4077-9A75-D6F33F51D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4" y="867"/>
                <a:ext cx="655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50" name="Line 17">
                <a:extLst>
                  <a:ext uri="{FF2B5EF4-FFF2-40B4-BE49-F238E27FC236}">
                    <a16:creationId xmlns:a16="http://schemas.microsoft.com/office/drawing/2014/main" id="{74EE2AB6-4054-4532-8DFB-E2AC88F770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6" y="503"/>
                <a:ext cx="0" cy="36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51" name="Line 18">
                <a:extLst>
                  <a:ext uri="{FF2B5EF4-FFF2-40B4-BE49-F238E27FC236}">
                    <a16:creationId xmlns:a16="http://schemas.microsoft.com/office/drawing/2014/main" id="{8FE06BCC-FF5E-4B95-BA61-63D57B816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7" y="503"/>
                <a:ext cx="0" cy="36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52" name="Rectangle 19">
                <a:extLst>
                  <a:ext uri="{FF2B5EF4-FFF2-40B4-BE49-F238E27FC236}">
                    <a16:creationId xmlns:a16="http://schemas.microsoft.com/office/drawing/2014/main" id="{1FA22AAF-261C-4895-95FE-3B44DB1EC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22" y="1267"/>
                <a:ext cx="619" cy="547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3153" name="Line 20">
                <a:extLst>
                  <a:ext uri="{FF2B5EF4-FFF2-40B4-BE49-F238E27FC236}">
                    <a16:creationId xmlns:a16="http://schemas.microsoft.com/office/drawing/2014/main" id="{30B4263E-579F-488F-AC34-03DDE2784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" y="1413"/>
                <a:ext cx="364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54" name="Line 21">
                <a:extLst>
                  <a:ext uri="{FF2B5EF4-FFF2-40B4-BE49-F238E27FC236}">
                    <a16:creationId xmlns:a16="http://schemas.microsoft.com/office/drawing/2014/main" id="{0DACD3B7-E1FB-4DE6-A7A8-BD29F744F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" y="1668"/>
                <a:ext cx="364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55" name="Line 22">
                <a:extLst>
                  <a:ext uri="{FF2B5EF4-FFF2-40B4-BE49-F238E27FC236}">
                    <a16:creationId xmlns:a16="http://schemas.microsoft.com/office/drawing/2014/main" id="{3AEE8B7A-58A2-4783-9293-02A10A9088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2" y="1231"/>
                <a:ext cx="0" cy="619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56" name="Line 23">
                <a:extLst>
                  <a:ext uri="{FF2B5EF4-FFF2-40B4-BE49-F238E27FC236}">
                    <a16:creationId xmlns:a16="http://schemas.microsoft.com/office/drawing/2014/main" id="{8F25AC47-9293-4B66-8A7C-CEA956FA9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00" y="500"/>
                <a:ext cx="0" cy="54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157" name="Group 24">
              <a:extLst>
                <a:ext uri="{FF2B5EF4-FFF2-40B4-BE49-F238E27FC236}">
                  <a16:creationId xmlns:a16="http://schemas.microsoft.com/office/drawing/2014/main" id="{1377785F-0A88-4432-B118-728BDCB69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6" y="477"/>
              <a:ext cx="1424" cy="1348"/>
              <a:chOff x="3296" y="477"/>
              <a:chExt cx="1424" cy="1348"/>
            </a:xfrm>
          </p:grpSpPr>
          <p:sp>
            <p:nvSpPr>
              <p:cNvPr id="3158" name="Line 25">
                <a:extLst>
                  <a:ext uri="{FF2B5EF4-FFF2-40B4-BE49-F238E27FC236}">
                    <a16:creationId xmlns:a16="http://schemas.microsoft.com/office/drawing/2014/main" id="{97F8E9BD-8D1E-4545-AB8B-211A9E3AB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8" y="477"/>
                <a:ext cx="0" cy="637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59" name="Line 26">
                <a:extLst>
                  <a:ext uri="{FF2B5EF4-FFF2-40B4-BE49-F238E27FC236}">
                    <a16:creationId xmlns:a16="http://schemas.microsoft.com/office/drawing/2014/main" id="{26310320-81DE-4821-8E1E-CE5FBE498E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6" y="1532"/>
                <a:ext cx="628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60" name="Line 27">
                <a:extLst>
                  <a:ext uri="{FF2B5EF4-FFF2-40B4-BE49-F238E27FC236}">
                    <a16:creationId xmlns:a16="http://schemas.microsoft.com/office/drawing/2014/main" id="{BD97EA27-9209-417E-9306-F87254107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1" y="1059"/>
                <a:ext cx="522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1" name="Freeform 28">
                <a:extLst>
                  <a:ext uri="{FF2B5EF4-FFF2-40B4-BE49-F238E27FC236}">
                    <a16:creationId xmlns:a16="http://schemas.microsoft.com/office/drawing/2014/main" id="{5A4CC511-12E1-4A26-B3D0-7818EE3D3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535"/>
                <a:ext cx="0" cy="533"/>
              </a:xfrm>
              <a:custGeom>
                <a:avLst/>
                <a:gdLst>
                  <a:gd name="T0" fmla="*/ 0 w 1"/>
                  <a:gd name="T1" fmla="*/ 735 h 735"/>
                  <a:gd name="T2" fmla="*/ 0 w 1"/>
                  <a:gd name="T3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35">
                    <a:moveTo>
                      <a:pt x="0" y="73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2" name="Freeform 29">
                <a:extLst>
                  <a:ext uri="{FF2B5EF4-FFF2-40B4-BE49-F238E27FC236}">
                    <a16:creationId xmlns:a16="http://schemas.microsoft.com/office/drawing/2014/main" id="{4E5BF58F-4869-4AF6-8E39-B2574D77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7" y="535"/>
                <a:ext cx="181" cy="3"/>
              </a:xfrm>
              <a:custGeom>
                <a:avLst/>
                <a:gdLst>
                  <a:gd name="T0" fmla="*/ 0 w 250"/>
                  <a:gd name="T1" fmla="*/ 0 h 4"/>
                  <a:gd name="T2" fmla="*/ 250 w 250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0" h="4">
                    <a:moveTo>
                      <a:pt x="0" y="0"/>
                    </a:moveTo>
                    <a:lnTo>
                      <a:pt x="250" y="4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3" name="Line 30">
                <a:extLst>
                  <a:ext uri="{FF2B5EF4-FFF2-40B4-BE49-F238E27FC236}">
                    <a16:creationId xmlns:a16="http://schemas.microsoft.com/office/drawing/2014/main" id="{97941D00-C9CA-441B-8C4D-A5B10F10A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9" y="537"/>
                <a:ext cx="0" cy="348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4" name="Line 31">
                <a:extLst>
                  <a:ext uri="{FF2B5EF4-FFF2-40B4-BE49-F238E27FC236}">
                    <a16:creationId xmlns:a16="http://schemas.microsoft.com/office/drawing/2014/main" id="{4FFF3E32-64D7-4B79-9964-F1F4E01B7C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1" y="885"/>
                <a:ext cx="348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5" name="Line 32">
                <a:extLst>
                  <a:ext uri="{FF2B5EF4-FFF2-40B4-BE49-F238E27FC236}">
                    <a16:creationId xmlns:a16="http://schemas.microsoft.com/office/drawing/2014/main" id="{F44BE608-8F87-438B-B4FA-EBD11A5531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1" y="537"/>
                <a:ext cx="348" cy="34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6" name="Rectangle 33">
                <a:extLst>
                  <a:ext uri="{FF2B5EF4-FFF2-40B4-BE49-F238E27FC236}">
                    <a16:creationId xmlns:a16="http://schemas.microsoft.com/office/drawing/2014/main" id="{0B0A6D10-41EA-4CC3-B88E-D45B340C3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3" y="537"/>
                <a:ext cx="627" cy="522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3167" name="Line 34">
                <a:extLst>
                  <a:ext uri="{FF2B5EF4-FFF2-40B4-BE49-F238E27FC236}">
                    <a16:creationId xmlns:a16="http://schemas.microsoft.com/office/drawing/2014/main" id="{90F56BDF-6169-41EF-B02D-DA514D0F9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3" y="885"/>
                <a:ext cx="627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8" name="Line 35">
                <a:extLst>
                  <a:ext uri="{FF2B5EF4-FFF2-40B4-BE49-F238E27FC236}">
                    <a16:creationId xmlns:a16="http://schemas.microsoft.com/office/drawing/2014/main" id="{C5A33225-6EE3-4486-9518-4B5A52F98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537"/>
                <a:ext cx="0" cy="34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69" name="Line 36">
                <a:extLst>
                  <a:ext uri="{FF2B5EF4-FFF2-40B4-BE49-F238E27FC236}">
                    <a16:creationId xmlns:a16="http://schemas.microsoft.com/office/drawing/2014/main" id="{D910D3CD-A594-4010-8B44-D04A15807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6" y="537"/>
                <a:ext cx="0" cy="34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0" name="Rectangle 37">
                <a:extLst>
                  <a:ext uri="{FF2B5EF4-FFF2-40B4-BE49-F238E27FC236}">
                    <a16:creationId xmlns:a16="http://schemas.microsoft.com/office/drawing/2014/main" id="{3BC72B08-F2FB-4B5C-8022-2F80C0FF8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326" y="1268"/>
                <a:ext cx="592" cy="522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3171" name="Line 38">
                <a:extLst>
                  <a:ext uri="{FF2B5EF4-FFF2-40B4-BE49-F238E27FC236}">
                    <a16:creationId xmlns:a16="http://schemas.microsoft.com/office/drawing/2014/main" id="{86265DCE-55B9-4D1A-A98B-7FE00CC46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1" y="1407"/>
                <a:ext cx="348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2" name="Line 39">
                <a:extLst>
                  <a:ext uri="{FF2B5EF4-FFF2-40B4-BE49-F238E27FC236}">
                    <a16:creationId xmlns:a16="http://schemas.microsoft.com/office/drawing/2014/main" id="{21403C07-1DA2-4B7C-B095-98D66BA4C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1" y="1651"/>
                <a:ext cx="348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3" name="Line 40">
                <a:extLst>
                  <a:ext uri="{FF2B5EF4-FFF2-40B4-BE49-F238E27FC236}">
                    <a16:creationId xmlns:a16="http://schemas.microsoft.com/office/drawing/2014/main" id="{779FA280-9742-4889-891A-6D2F9E1F4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9" y="1233"/>
                <a:ext cx="0" cy="592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4" name="Line 41">
                <a:extLst>
                  <a:ext uri="{FF2B5EF4-FFF2-40B4-BE49-F238E27FC236}">
                    <a16:creationId xmlns:a16="http://schemas.microsoft.com/office/drawing/2014/main" id="{8A8DA4F7-24EA-47D0-B2B3-632AB6405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6" y="878"/>
                <a:ext cx="0" cy="177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175" name="Group 42">
            <a:extLst>
              <a:ext uri="{FF2B5EF4-FFF2-40B4-BE49-F238E27FC236}">
                <a16:creationId xmlns:a16="http://schemas.microsoft.com/office/drawing/2014/main" id="{5D05D30A-C43A-44AC-8F95-555128443629}"/>
              </a:ext>
            </a:extLst>
          </p:cNvPr>
          <p:cNvGrpSpPr>
            <a:grpSpLocks/>
          </p:cNvGrpSpPr>
          <p:nvPr/>
        </p:nvGrpSpPr>
        <p:grpSpPr bwMode="auto">
          <a:xfrm>
            <a:off x="6529388" y="1657350"/>
            <a:ext cx="1577975" cy="2032000"/>
            <a:chOff x="4236" y="1130"/>
            <a:chExt cx="804" cy="1036"/>
          </a:xfrm>
        </p:grpSpPr>
        <p:sp>
          <p:nvSpPr>
            <p:cNvPr id="3176" name="Freeform 43">
              <a:extLst>
                <a:ext uri="{FF2B5EF4-FFF2-40B4-BE49-F238E27FC236}">
                  <a16:creationId xmlns:a16="http://schemas.microsoft.com/office/drawing/2014/main" id="{31CD0400-BF59-434A-BD17-64D70BA17340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4497" y="1353"/>
              <a:ext cx="304" cy="251"/>
            </a:xfrm>
            <a:custGeom>
              <a:avLst/>
              <a:gdLst>
                <a:gd name="T0" fmla="*/ 0 w 828"/>
                <a:gd name="T1" fmla="*/ 360 h 684"/>
                <a:gd name="T2" fmla="*/ 636 w 828"/>
                <a:gd name="T3" fmla="*/ 0 h 684"/>
                <a:gd name="T4" fmla="*/ 828 w 828"/>
                <a:gd name="T5" fmla="*/ 96 h 684"/>
                <a:gd name="T6" fmla="*/ 480 w 828"/>
                <a:gd name="T7" fmla="*/ 684 h 684"/>
                <a:gd name="T8" fmla="*/ 0 w 828"/>
                <a:gd name="T9" fmla="*/ 360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8" h="684">
                  <a:moveTo>
                    <a:pt x="0" y="360"/>
                  </a:moveTo>
                  <a:lnTo>
                    <a:pt x="636" y="0"/>
                  </a:lnTo>
                  <a:lnTo>
                    <a:pt x="828" y="96"/>
                  </a:lnTo>
                  <a:lnTo>
                    <a:pt x="480" y="684"/>
                  </a:lnTo>
                  <a:lnTo>
                    <a:pt x="0" y="36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" name="Freeform 44">
              <a:extLst>
                <a:ext uri="{FF2B5EF4-FFF2-40B4-BE49-F238E27FC236}">
                  <a16:creationId xmlns:a16="http://schemas.microsoft.com/office/drawing/2014/main" id="{E7FA8589-5D43-419C-A255-28C65746CAA1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4448" y="1607"/>
              <a:ext cx="185" cy="269"/>
            </a:xfrm>
            <a:custGeom>
              <a:avLst/>
              <a:gdLst>
                <a:gd name="T0" fmla="*/ 0 w 504"/>
                <a:gd name="T1" fmla="*/ 0 h 732"/>
                <a:gd name="T2" fmla="*/ 0 w 504"/>
                <a:gd name="T3" fmla="*/ 648 h 732"/>
                <a:gd name="T4" fmla="*/ 180 w 504"/>
                <a:gd name="T5" fmla="*/ 732 h 732"/>
                <a:gd name="T6" fmla="*/ 504 w 504"/>
                <a:gd name="T7" fmla="*/ 240 h 732"/>
                <a:gd name="T8" fmla="*/ 0 w 504"/>
                <a:gd name="T9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732">
                  <a:moveTo>
                    <a:pt x="0" y="0"/>
                  </a:moveTo>
                  <a:lnTo>
                    <a:pt x="0" y="648"/>
                  </a:lnTo>
                  <a:lnTo>
                    <a:pt x="180" y="732"/>
                  </a:lnTo>
                  <a:lnTo>
                    <a:pt x="504" y="2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C00"/>
                </a:gs>
                <a:gs pos="100000">
                  <a:srgbClr val="00CC00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8" name="Freeform 45">
              <a:extLst>
                <a:ext uri="{FF2B5EF4-FFF2-40B4-BE49-F238E27FC236}">
                  <a16:creationId xmlns:a16="http://schemas.microsoft.com/office/drawing/2014/main" id="{94BA9A11-D3D5-448B-9E0C-1F7D9C502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338"/>
              <a:ext cx="208" cy="398"/>
            </a:xfrm>
            <a:custGeom>
              <a:avLst/>
              <a:gdLst>
                <a:gd name="T0" fmla="*/ 0 w 208"/>
                <a:gd name="T1" fmla="*/ 398 h 398"/>
                <a:gd name="T2" fmla="*/ 208 w 208"/>
                <a:gd name="T3" fmla="*/ 286 h 398"/>
                <a:gd name="T4" fmla="*/ 207 w 208"/>
                <a:gd name="T5" fmla="*/ 0 h 398"/>
                <a:gd name="T6" fmla="*/ 0 w 208"/>
                <a:gd name="T7" fmla="*/ 39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398">
                  <a:moveTo>
                    <a:pt x="0" y="398"/>
                  </a:moveTo>
                  <a:lnTo>
                    <a:pt x="208" y="286"/>
                  </a:lnTo>
                  <a:lnTo>
                    <a:pt x="207" y="0"/>
                  </a:lnTo>
                  <a:lnTo>
                    <a:pt x="0" y="398"/>
                  </a:lnTo>
                  <a:close/>
                </a:path>
              </a:pathLst>
            </a:custGeom>
            <a:gradFill rotWithShape="0">
              <a:gsLst>
                <a:gs pos="0">
                  <a:srgbClr val="FF9966"/>
                </a:gs>
                <a:gs pos="100000">
                  <a:srgbClr val="9C5E3E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9" name="Freeform 46">
              <a:extLst>
                <a:ext uri="{FF2B5EF4-FFF2-40B4-BE49-F238E27FC236}">
                  <a16:creationId xmlns:a16="http://schemas.microsoft.com/office/drawing/2014/main" id="{8FB641E6-8338-4212-8379-73E693AFE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6" y="1262"/>
              <a:ext cx="345" cy="474"/>
            </a:xfrm>
            <a:custGeom>
              <a:avLst/>
              <a:gdLst>
                <a:gd name="T0" fmla="*/ 0 w 345"/>
                <a:gd name="T1" fmla="*/ 391 h 474"/>
                <a:gd name="T2" fmla="*/ 148 w 345"/>
                <a:gd name="T3" fmla="*/ 474 h 474"/>
                <a:gd name="T4" fmla="*/ 345 w 345"/>
                <a:gd name="T5" fmla="*/ 85 h 474"/>
                <a:gd name="T6" fmla="*/ 207 w 345"/>
                <a:gd name="T7" fmla="*/ 0 h 474"/>
                <a:gd name="T8" fmla="*/ 0 w 345"/>
                <a:gd name="T9" fmla="*/ 391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5" h="474">
                  <a:moveTo>
                    <a:pt x="0" y="391"/>
                  </a:moveTo>
                  <a:lnTo>
                    <a:pt x="148" y="474"/>
                  </a:lnTo>
                  <a:lnTo>
                    <a:pt x="345" y="85"/>
                  </a:lnTo>
                  <a:lnTo>
                    <a:pt x="207" y="0"/>
                  </a:lnTo>
                  <a:lnTo>
                    <a:pt x="0" y="391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0" name="Freeform 47">
              <a:extLst>
                <a:ext uri="{FF2B5EF4-FFF2-40B4-BE49-F238E27FC236}">
                  <a16:creationId xmlns:a16="http://schemas.microsoft.com/office/drawing/2014/main" id="{CDEABFB9-5008-43D3-B325-7393A78DB86F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4513" y="1144"/>
              <a:ext cx="455" cy="428"/>
            </a:xfrm>
            <a:custGeom>
              <a:avLst/>
              <a:gdLst>
                <a:gd name="T0" fmla="*/ 0 w 1236"/>
                <a:gd name="T1" fmla="*/ 0 h 1164"/>
                <a:gd name="T2" fmla="*/ 0 w 1236"/>
                <a:gd name="T3" fmla="*/ 444 h 1164"/>
                <a:gd name="T4" fmla="*/ 1236 w 1236"/>
                <a:gd name="T5" fmla="*/ 1164 h 1164"/>
                <a:gd name="T6" fmla="*/ 1236 w 1236"/>
                <a:gd name="T7" fmla="*/ 708 h 1164"/>
                <a:gd name="T8" fmla="*/ 0 w 1236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6" h="1164">
                  <a:moveTo>
                    <a:pt x="0" y="0"/>
                  </a:moveTo>
                  <a:lnTo>
                    <a:pt x="0" y="444"/>
                  </a:lnTo>
                  <a:lnTo>
                    <a:pt x="1236" y="1164"/>
                  </a:lnTo>
                  <a:lnTo>
                    <a:pt x="1236" y="7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1" name="Freeform 48">
              <a:extLst>
                <a:ext uri="{FF2B5EF4-FFF2-40B4-BE49-F238E27FC236}">
                  <a16:creationId xmlns:a16="http://schemas.microsoft.com/office/drawing/2014/main" id="{A554B7F1-A6A9-4243-9786-63637C3BB260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4529" y="1453"/>
              <a:ext cx="384" cy="457"/>
            </a:xfrm>
            <a:custGeom>
              <a:avLst/>
              <a:gdLst>
                <a:gd name="T0" fmla="*/ 636 w 1044"/>
                <a:gd name="T1" fmla="*/ 0 h 1242"/>
                <a:gd name="T2" fmla="*/ 1044 w 1044"/>
                <a:gd name="T3" fmla="*/ 240 h 1242"/>
                <a:gd name="T4" fmla="*/ 402 w 1044"/>
                <a:gd name="T5" fmla="*/ 1242 h 1242"/>
                <a:gd name="T6" fmla="*/ 0 w 1044"/>
                <a:gd name="T7" fmla="*/ 1008 h 1242"/>
                <a:gd name="T8" fmla="*/ 636 w 1044"/>
                <a:gd name="T9" fmla="*/ 0 h 1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1242">
                  <a:moveTo>
                    <a:pt x="636" y="0"/>
                  </a:moveTo>
                  <a:lnTo>
                    <a:pt x="1044" y="240"/>
                  </a:lnTo>
                  <a:lnTo>
                    <a:pt x="402" y="1242"/>
                  </a:lnTo>
                  <a:lnTo>
                    <a:pt x="0" y="1008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2" name="Freeform 49">
              <a:extLst>
                <a:ext uri="{FF2B5EF4-FFF2-40B4-BE49-F238E27FC236}">
                  <a16:creationId xmlns:a16="http://schemas.microsoft.com/office/drawing/2014/main" id="{FEF45A3B-C146-498B-9C05-0D367DA4F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1440"/>
              <a:ext cx="347" cy="638"/>
            </a:xfrm>
            <a:custGeom>
              <a:avLst/>
              <a:gdLst>
                <a:gd name="T0" fmla="*/ 3 w 347"/>
                <a:gd name="T1" fmla="*/ 472 h 638"/>
                <a:gd name="T2" fmla="*/ 203 w 347"/>
                <a:gd name="T3" fmla="*/ 352 h 638"/>
                <a:gd name="T4" fmla="*/ 198 w 347"/>
                <a:gd name="T5" fmla="*/ 83 h 638"/>
                <a:gd name="T6" fmla="*/ 347 w 347"/>
                <a:gd name="T7" fmla="*/ 0 h 638"/>
                <a:gd name="T8" fmla="*/ 347 w 347"/>
                <a:gd name="T9" fmla="*/ 424 h 638"/>
                <a:gd name="T10" fmla="*/ 0 w 347"/>
                <a:gd name="T11" fmla="*/ 638 h 638"/>
                <a:gd name="T12" fmla="*/ 3 w 347"/>
                <a:gd name="T13" fmla="*/ 472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7" h="638">
                  <a:moveTo>
                    <a:pt x="3" y="472"/>
                  </a:moveTo>
                  <a:lnTo>
                    <a:pt x="203" y="352"/>
                  </a:lnTo>
                  <a:lnTo>
                    <a:pt x="198" y="83"/>
                  </a:lnTo>
                  <a:lnTo>
                    <a:pt x="347" y="0"/>
                  </a:lnTo>
                  <a:lnTo>
                    <a:pt x="347" y="424"/>
                  </a:lnTo>
                  <a:lnTo>
                    <a:pt x="0" y="638"/>
                  </a:lnTo>
                  <a:lnTo>
                    <a:pt x="3" y="472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6E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3" name="Freeform 50">
              <a:extLst>
                <a:ext uri="{FF2B5EF4-FFF2-40B4-BE49-F238E27FC236}">
                  <a16:creationId xmlns:a16="http://schemas.microsoft.com/office/drawing/2014/main" id="{7AE6D93F-50E8-4A76-8332-450E44E81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1522"/>
              <a:ext cx="204" cy="392"/>
            </a:xfrm>
            <a:custGeom>
              <a:avLst/>
              <a:gdLst>
                <a:gd name="T0" fmla="*/ 0 w 204"/>
                <a:gd name="T1" fmla="*/ 392 h 392"/>
                <a:gd name="T2" fmla="*/ 204 w 204"/>
                <a:gd name="T3" fmla="*/ 270 h 392"/>
                <a:gd name="T4" fmla="*/ 202 w 204"/>
                <a:gd name="T5" fmla="*/ 0 h 392"/>
                <a:gd name="T6" fmla="*/ 0 w 204"/>
                <a:gd name="T7" fmla="*/ 39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4" h="392">
                  <a:moveTo>
                    <a:pt x="0" y="392"/>
                  </a:moveTo>
                  <a:lnTo>
                    <a:pt x="204" y="270"/>
                  </a:lnTo>
                  <a:lnTo>
                    <a:pt x="202" y="0"/>
                  </a:lnTo>
                  <a:lnTo>
                    <a:pt x="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FF9966"/>
                </a:gs>
                <a:gs pos="100000">
                  <a:srgbClr val="B96F4A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4" name="Freeform 51">
              <a:extLst>
                <a:ext uri="{FF2B5EF4-FFF2-40B4-BE49-F238E27FC236}">
                  <a16:creationId xmlns:a16="http://schemas.microsoft.com/office/drawing/2014/main" id="{AC7D7F03-7C5F-498B-8192-0508832BA817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4164" y="1687"/>
              <a:ext cx="605" cy="353"/>
            </a:xfrm>
            <a:custGeom>
              <a:avLst/>
              <a:gdLst>
                <a:gd name="T0" fmla="*/ 0 w 1644"/>
                <a:gd name="T1" fmla="*/ 240 h 960"/>
                <a:gd name="T2" fmla="*/ 1236 w 1644"/>
                <a:gd name="T3" fmla="*/ 960 h 960"/>
                <a:gd name="T4" fmla="*/ 1644 w 1644"/>
                <a:gd name="T5" fmla="*/ 720 h 960"/>
                <a:gd name="T6" fmla="*/ 408 w 1644"/>
                <a:gd name="T7" fmla="*/ 0 h 960"/>
                <a:gd name="T8" fmla="*/ 0 w 1644"/>
                <a:gd name="T9" fmla="*/ 24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960">
                  <a:moveTo>
                    <a:pt x="0" y="240"/>
                  </a:moveTo>
                  <a:lnTo>
                    <a:pt x="1236" y="960"/>
                  </a:lnTo>
                  <a:lnTo>
                    <a:pt x="1644" y="720"/>
                  </a:lnTo>
                  <a:lnTo>
                    <a:pt x="408" y="0"/>
                  </a:lnTo>
                  <a:lnTo>
                    <a:pt x="0" y="240"/>
                  </a:lnTo>
                  <a:close/>
                </a:path>
              </a:pathLst>
            </a:custGeom>
            <a:gradFill rotWithShape="0">
              <a:gsLst>
                <a:gs pos="0">
                  <a:srgbClr val="006A00"/>
                </a:gs>
                <a:gs pos="100000">
                  <a:srgbClr val="00CC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85" name="Group 52">
            <a:extLst>
              <a:ext uri="{FF2B5EF4-FFF2-40B4-BE49-F238E27FC236}">
                <a16:creationId xmlns:a16="http://schemas.microsoft.com/office/drawing/2014/main" id="{E4ED5F34-4ABE-4F97-8EBF-2B7E4AC38E9C}"/>
              </a:ext>
            </a:extLst>
          </p:cNvPr>
          <p:cNvGrpSpPr>
            <a:grpSpLocks/>
          </p:cNvGrpSpPr>
          <p:nvPr/>
        </p:nvGrpSpPr>
        <p:grpSpPr bwMode="auto">
          <a:xfrm>
            <a:off x="2593975" y="1681163"/>
            <a:ext cx="1495425" cy="1946275"/>
            <a:chOff x="1634" y="1059"/>
            <a:chExt cx="942" cy="1226"/>
          </a:xfrm>
        </p:grpSpPr>
        <p:sp>
          <p:nvSpPr>
            <p:cNvPr id="3186" name="Freeform 53">
              <a:extLst>
                <a:ext uri="{FF2B5EF4-FFF2-40B4-BE49-F238E27FC236}">
                  <a16:creationId xmlns:a16="http://schemas.microsoft.com/office/drawing/2014/main" id="{86269BEB-8767-4B52-A1A9-7728A8B36CBC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1754" y="1251"/>
              <a:ext cx="326" cy="256"/>
            </a:xfrm>
            <a:custGeom>
              <a:avLst/>
              <a:gdLst>
                <a:gd name="T0" fmla="*/ 0 w 749"/>
                <a:gd name="T1" fmla="*/ 364 h 589"/>
                <a:gd name="T2" fmla="*/ 385 w 749"/>
                <a:gd name="T3" fmla="*/ 589 h 589"/>
                <a:gd name="T4" fmla="*/ 749 w 749"/>
                <a:gd name="T5" fmla="*/ 58 h 589"/>
                <a:gd name="T6" fmla="*/ 625 w 749"/>
                <a:gd name="T7" fmla="*/ 0 h 589"/>
                <a:gd name="T8" fmla="*/ 0 w 749"/>
                <a:gd name="T9" fmla="*/ 36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9" h="589">
                  <a:moveTo>
                    <a:pt x="0" y="364"/>
                  </a:moveTo>
                  <a:lnTo>
                    <a:pt x="385" y="589"/>
                  </a:lnTo>
                  <a:lnTo>
                    <a:pt x="749" y="58"/>
                  </a:lnTo>
                  <a:lnTo>
                    <a:pt x="625" y="0"/>
                  </a:lnTo>
                  <a:lnTo>
                    <a:pt x="0" y="364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4C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7" name="Freeform 54">
              <a:extLst>
                <a:ext uri="{FF2B5EF4-FFF2-40B4-BE49-F238E27FC236}">
                  <a16:creationId xmlns:a16="http://schemas.microsoft.com/office/drawing/2014/main" id="{4F6E91D9-B5E4-451E-AF85-EE88A820E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1432"/>
              <a:ext cx="195" cy="430"/>
            </a:xfrm>
            <a:custGeom>
              <a:avLst/>
              <a:gdLst>
                <a:gd name="T0" fmla="*/ 0 w 195"/>
                <a:gd name="T1" fmla="*/ 0 h 430"/>
                <a:gd name="T2" fmla="*/ 0 w 195"/>
                <a:gd name="T3" fmla="*/ 312 h 430"/>
                <a:gd name="T4" fmla="*/ 195 w 195"/>
                <a:gd name="T5" fmla="*/ 430 h 430"/>
                <a:gd name="T6" fmla="*/ 182 w 195"/>
                <a:gd name="T7" fmla="*/ 97 h 430"/>
                <a:gd name="T8" fmla="*/ 0 w 195"/>
                <a:gd name="T9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430">
                  <a:moveTo>
                    <a:pt x="0" y="0"/>
                  </a:moveTo>
                  <a:lnTo>
                    <a:pt x="0" y="312"/>
                  </a:lnTo>
                  <a:lnTo>
                    <a:pt x="195" y="430"/>
                  </a:lnTo>
                  <a:lnTo>
                    <a:pt x="182" y="9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8" name="Freeform 55">
              <a:extLst>
                <a:ext uri="{FF2B5EF4-FFF2-40B4-BE49-F238E27FC236}">
                  <a16:creationId xmlns:a16="http://schemas.microsoft.com/office/drawing/2014/main" id="{7FA76CA9-3A6A-4E8B-80F6-1996EA81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535"/>
              <a:ext cx="278" cy="261"/>
            </a:xfrm>
            <a:custGeom>
              <a:avLst/>
              <a:gdLst>
                <a:gd name="T0" fmla="*/ 0 w 231"/>
                <a:gd name="T1" fmla="*/ 129 h 217"/>
                <a:gd name="T2" fmla="*/ 193 w 231"/>
                <a:gd name="T3" fmla="*/ 0 h 217"/>
                <a:gd name="T4" fmla="*/ 231 w 231"/>
                <a:gd name="T5" fmla="*/ 24 h 217"/>
                <a:gd name="T6" fmla="*/ 160 w 231"/>
                <a:gd name="T7" fmla="*/ 217 h 217"/>
                <a:gd name="T8" fmla="*/ 0 w 231"/>
                <a:gd name="T9" fmla="*/ 12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217">
                  <a:moveTo>
                    <a:pt x="0" y="129"/>
                  </a:moveTo>
                  <a:lnTo>
                    <a:pt x="193" y="0"/>
                  </a:lnTo>
                  <a:lnTo>
                    <a:pt x="231" y="24"/>
                  </a:lnTo>
                  <a:lnTo>
                    <a:pt x="160" y="217"/>
                  </a:lnTo>
                  <a:lnTo>
                    <a:pt x="0" y="129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89" name="Freeform 56">
              <a:extLst>
                <a:ext uri="{FF2B5EF4-FFF2-40B4-BE49-F238E27FC236}">
                  <a16:creationId xmlns:a16="http://schemas.microsoft.com/office/drawing/2014/main" id="{C8E67C3C-4126-4C2D-B5D9-BBF6E1DD6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1440"/>
              <a:ext cx="232" cy="450"/>
            </a:xfrm>
            <a:custGeom>
              <a:avLst/>
              <a:gdLst>
                <a:gd name="T0" fmla="*/ 0 w 232"/>
                <a:gd name="T1" fmla="*/ 450 h 450"/>
                <a:gd name="T2" fmla="*/ 232 w 232"/>
                <a:gd name="T3" fmla="*/ 328 h 450"/>
                <a:gd name="T4" fmla="*/ 232 w 232"/>
                <a:gd name="T5" fmla="*/ 0 h 450"/>
                <a:gd name="T6" fmla="*/ 0 w 232"/>
                <a:gd name="T7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450">
                  <a:moveTo>
                    <a:pt x="0" y="450"/>
                  </a:moveTo>
                  <a:lnTo>
                    <a:pt x="232" y="328"/>
                  </a:lnTo>
                  <a:lnTo>
                    <a:pt x="232" y="0"/>
                  </a:lnTo>
                  <a:lnTo>
                    <a:pt x="0" y="450"/>
                  </a:lnTo>
                  <a:close/>
                </a:path>
              </a:pathLst>
            </a:custGeom>
            <a:gradFill rotWithShape="0">
              <a:gsLst>
                <a:gs pos="0">
                  <a:srgbClr val="FF9966"/>
                </a:gs>
                <a:gs pos="100000">
                  <a:srgbClr val="B96F4A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90" name="Freeform 57">
              <a:extLst>
                <a:ext uri="{FF2B5EF4-FFF2-40B4-BE49-F238E27FC236}">
                  <a16:creationId xmlns:a16="http://schemas.microsoft.com/office/drawing/2014/main" id="{158E9B0D-13F7-4D33-85B0-DDAE2FBF4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318"/>
              <a:ext cx="442" cy="586"/>
            </a:xfrm>
            <a:custGeom>
              <a:avLst/>
              <a:gdLst>
                <a:gd name="T0" fmla="*/ 0 w 442"/>
                <a:gd name="T1" fmla="*/ 450 h 586"/>
                <a:gd name="T2" fmla="*/ 192 w 442"/>
                <a:gd name="T3" fmla="*/ 586 h 586"/>
                <a:gd name="T4" fmla="*/ 442 w 442"/>
                <a:gd name="T5" fmla="*/ 120 h 586"/>
                <a:gd name="T6" fmla="*/ 227 w 442"/>
                <a:gd name="T7" fmla="*/ 0 h 586"/>
                <a:gd name="T8" fmla="*/ 0 w 442"/>
                <a:gd name="T9" fmla="*/ 45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2" h="586">
                  <a:moveTo>
                    <a:pt x="0" y="450"/>
                  </a:moveTo>
                  <a:lnTo>
                    <a:pt x="192" y="586"/>
                  </a:lnTo>
                  <a:lnTo>
                    <a:pt x="442" y="120"/>
                  </a:lnTo>
                  <a:lnTo>
                    <a:pt x="227" y="0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91" name="Freeform 58">
              <a:extLst>
                <a:ext uri="{FF2B5EF4-FFF2-40B4-BE49-F238E27FC236}">
                  <a16:creationId xmlns:a16="http://schemas.microsoft.com/office/drawing/2014/main" id="{47761409-1AEB-4B74-BE57-4933AE2858EB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2112" y="1676"/>
              <a:ext cx="177" cy="383"/>
            </a:xfrm>
            <a:custGeom>
              <a:avLst/>
              <a:gdLst>
                <a:gd name="T0" fmla="*/ 0 w 407"/>
                <a:gd name="T1" fmla="*/ 0 h 880"/>
                <a:gd name="T2" fmla="*/ 0 w 407"/>
                <a:gd name="T3" fmla="*/ 670 h 880"/>
                <a:gd name="T4" fmla="*/ 400 w 407"/>
                <a:gd name="T5" fmla="*/ 880 h 880"/>
                <a:gd name="T6" fmla="*/ 407 w 407"/>
                <a:gd name="T7" fmla="*/ 233 h 880"/>
                <a:gd name="T8" fmla="*/ 0 w 407"/>
                <a:gd name="T9" fmla="*/ 0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880">
                  <a:moveTo>
                    <a:pt x="0" y="0"/>
                  </a:moveTo>
                  <a:lnTo>
                    <a:pt x="0" y="670"/>
                  </a:lnTo>
                  <a:lnTo>
                    <a:pt x="400" y="880"/>
                  </a:lnTo>
                  <a:lnTo>
                    <a:pt x="407" y="23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92" name="Freeform 59">
              <a:extLst>
                <a:ext uri="{FF2B5EF4-FFF2-40B4-BE49-F238E27FC236}">
                  <a16:creationId xmlns:a16="http://schemas.microsoft.com/office/drawing/2014/main" id="{C9D24024-7900-483F-BA02-E92E54A6C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1430"/>
              <a:ext cx="409" cy="749"/>
            </a:xfrm>
            <a:custGeom>
              <a:avLst/>
              <a:gdLst>
                <a:gd name="T0" fmla="*/ 196 w 340"/>
                <a:gd name="T1" fmla="*/ 86 h 623"/>
                <a:gd name="T2" fmla="*/ 340 w 340"/>
                <a:gd name="T3" fmla="*/ 0 h 623"/>
                <a:gd name="T4" fmla="*/ 340 w 340"/>
                <a:gd name="T5" fmla="*/ 408 h 623"/>
                <a:gd name="T6" fmla="*/ 0 w 340"/>
                <a:gd name="T7" fmla="*/ 623 h 623"/>
                <a:gd name="T8" fmla="*/ 2 w 340"/>
                <a:gd name="T9" fmla="*/ 458 h 623"/>
                <a:gd name="T10" fmla="*/ 196 w 340"/>
                <a:gd name="T11" fmla="*/ 336 h 623"/>
                <a:gd name="T12" fmla="*/ 196 w 340"/>
                <a:gd name="T13" fmla="*/ 86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0" h="623">
                  <a:moveTo>
                    <a:pt x="196" y="86"/>
                  </a:moveTo>
                  <a:lnTo>
                    <a:pt x="340" y="0"/>
                  </a:lnTo>
                  <a:lnTo>
                    <a:pt x="340" y="408"/>
                  </a:lnTo>
                  <a:lnTo>
                    <a:pt x="0" y="623"/>
                  </a:lnTo>
                  <a:lnTo>
                    <a:pt x="2" y="458"/>
                  </a:lnTo>
                  <a:lnTo>
                    <a:pt x="196" y="336"/>
                  </a:lnTo>
                  <a:lnTo>
                    <a:pt x="196" y="86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93" name="Freeform 60">
              <a:extLst>
                <a:ext uri="{FF2B5EF4-FFF2-40B4-BE49-F238E27FC236}">
                  <a16:creationId xmlns:a16="http://schemas.microsoft.com/office/drawing/2014/main" id="{E25719A8-600A-4D69-ACA0-F5C5183141F4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1544" y="1722"/>
              <a:ext cx="712" cy="414"/>
            </a:xfrm>
            <a:custGeom>
              <a:avLst/>
              <a:gdLst>
                <a:gd name="T0" fmla="*/ 0 w 1637"/>
                <a:gd name="T1" fmla="*/ 225 h 953"/>
                <a:gd name="T2" fmla="*/ 1237 w 1637"/>
                <a:gd name="T3" fmla="*/ 953 h 953"/>
                <a:gd name="T4" fmla="*/ 1637 w 1637"/>
                <a:gd name="T5" fmla="*/ 720 h 953"/>
                <a:gd name="T6" fmla="*/ 386 w 1637"/>
                <a:gd name="T7" fmla="*/ 0 h 953"/>
                <a:gd name="T8" fmla="*/ 0 w 1637"/>
                <a:gd name="T9" fmla="*/ 225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7" h="953">
                  <a:moveTo>
                    <a:pt x="0" y="225"/>
                  </a:moveTo>
                  <a:lnTo>
                    <a:pt x="1237" y="953"/>
                  </a:lnTo>
                  <a:lnTo>
                    <a:pt x="1637" y="720"/>
                  </a:lnTo>
                  <a:lnTo>
                    <a:pt x="386" y="0"/>
                  </a:lnTo>
                  <a:lnTo>
                    <a:pt x="0" y="225"/>
                  </a:lnTo>
                  <a:close/>
                </a:path>
              </a:pathLst>
            </a:custGeom>
            <a:gradFill rotWithShape="0">
              <a:gsLst>
                <a:gs pos="0">
                  <a:srgbClr val="008400"/>
                </a:gs>
                <a:gs pos="100000">
                  <a:srgbClr val="00CC00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94" name="Freeform 61">
              <a:extLst>
                <a:ext uri="{FF2B5EF4-FFF2-40B4-BE49-F238E27FC236}">
                  <a16:creationId xmlns:a16="http://schemas.microsoft.com/office/drawing/2014/main" id="{0915D6C6-6124-4C5D-90DE-42CD52402FA2}"/>
                </a:ext>
              </a:extLst>
            </p:cNvPr>
            <p:cNvSpPr>
              <a:spLocks/>
            </p:cNvSpPr>
            <p:nvPr/>
          </p:nvSpPr>
          <p:spPr bwMode="auto">
            <a:xfrm rot="14400000" flipH="1">
              <a:off x="1948" y="1072"/>
              <a:ext cx="541" cy="515"/>
            </a:xfrm>
            <a:custGeom>
              <a:avLst/>
              <a:gdLst>
                <a:gd name="T0" fmla="*/ 0 w 1244"/>
                <a:gd name="T1" fmla="*/ 0 h 1186"/>
                <a:gd name="T2" fmla="*/ 0 w 1244"/>
                <a:gd name="T3" fmla="*/ 466 h 1186"/>
                <a:gd name="T4" fmla="*/ 1244 w 1244"/>
                <a:gd name="T5" fmla="*/ 1186 h 1186"/>
                <a:gd name="T6" fmla="*/ 1244 w 1244"/>
                <a:gd name="T7" fmla="*/ 720 h 1186"/>
                <a:gd name="T8" fmla="*/ 0 w 1244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4" h="1186">
                  <a:moveTo>
                    <a:pt x="0" y="0"/>
                  </a:moveTo>
                  <a:lnTo>
                    <a:pt x="0" y="466"/>
                  </a:lnTo>
                  <a:lnTo>
                    <a:pt x="1244" y="1186"/>
                  </a:lnTo>
                  <a:lnTo>
                    <a:pt x="1244" y="72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195" name="Line 62">
            <a:extLst>
              <a:ext uri="{FF2B5EF4-FFF2-40B4-BE49-F238E27FC236}">
                <a16:creationId xmlns:a16="http://schemas.microsoft.com/office/drawing/2014/main" id="{E827C741-115D-494D-B975-EA8AB0EFE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1138" y="881063"/>
            <a:ext cx="336550" cy="476250"/>
          </a:xfrm>
          <a:prstGeom prst="line">
            <a:avLst/>
          </a:prstGeom>
          <a:noFill/>
          <a:ln w="28575" cap="flat" algn="ctr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196" name="Line 63">
            <a:extLst>
              <a:ext uri="{FF2B5EF4-FFF2-40B4-BE49-F238E27FC236}">
                <a16:creationId xmlns:a16="http://schemas.microsoft.com/office/drawing/2014/main" id="{E7936085-C3E1-4233-97DF-834006D8F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952500"/>
            <a:ext cx="317500" cy="441325"/>
          </a:xfrm>
          <a:prstGeom prst="line">
            <a:avLst/>
          </a:prstGeom>
          <a:noFill/>
          <a:ln w="28575" cap="flat" algn="ctr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197" name="Group 64">
            <a:extLst>
              <a:ext uri="{FF2B5EF4-FFF2-40B4-BE49-F238E27FC236}">
                <a16:creationId xmlns:a16="http://schemas.microsoft.com/office/drawing/2014/main" id="{BE1EB655-177E-4187-A2ED-A8FB391A15D4}"/>
              </a:ext>
            </a:extLst>
          </p:cNvPr>
          <p:cNvGrpSpPr>
            <a:grpSpLocks/>
          </p:cNvGrpSpPr>
          <p:nvPr/>
        </p:nvGrpSpPr>
        <p:grpSpPr bwMode="auto">
          <a:xfrm>
            <a:off x="5408613" y="3787775"/>
            <a:ext cx="1304925" cy="2414588"/>
            <a:chOff x="2885" y="2297"/>
            <a:chExt cx="822" cy="1521"/>
          </a:xfrm>
        </p:grpSpPr>
        <p:grpSp>
          <p:nvGrpSpPr>
            <p:cNvPr id="3198" name="Group 65">
              <a:extLst>
                <a:ext uri="{FF2B5EF4-FFF2-40B4-BE49-F238E27FC236}">
                  <a16:creationId xmlns:a16="http://schemas.microsoft.com/office/drawing/2014/main" id="{4507838E-4F75-4467-831C-FDE99918C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5" y="3194"/>
              <a:ext cx="822" cy="624"/>
              <a:chOff x="2885" y="3194"/>
              <a:chExt cx="822" cy="624"/>
            </a:xfrm>
          </p:grpSpPr>
          <p:sp>
            <p:nvSpPr>
              <p:cNvPr id="3199" name="Line 66">
                <a:extLst>
                  <a:ext uri="{FF2B5EF4-FFF2-40B4-BE49-F238E27FC236}">
                    <a16:creationId xmlns:a16="http://schemas.microsoft.com/office/drawing/2014/main" id="{8053B64C-14B6-4D59-8C03-C77A6BB4D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3509"/>
                <a:ext cx="822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00" name="Line 67">
                <a:extLst>
                  <a:ext uri="{FF2B5EF4-FFF2-40B4-BE49-F238E27FC236}">
                    <a16:creationId xmlns:a16="http://schemas.microsoft.com/office/drawing/2014/main" id="{DE565393-AC44-46EB-8C9B-2787E8DB2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" y="3194"/>
                <a:ext cx="0" cy="624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01" name="Oval 68">
                <a:extLst>
                  <a:ext uri="{FF2B5EF4-FFF2-40B4-BE49-F238E27FC236}">
                    <a16:creationId xmlns:a16="http://schemas.microsoft.com/office/drawing/2014/main" id="{85EC381F-9570-4F4A-95B2-A1D582BE0E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3297"/>
                <a:ext cx="487" cy="408"/>
              </a:xfrm>
              <a:prstGeom prst="ellips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 dirty="0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3202" name="Line 69">
                <a:extLst>
                  <a:ext uri="{FF2B5EF4-FFF2-40B4-BE49-F238E27FC236}">
                    <a16:creationId xmlns:a16="http://schemas.microsoft.com/office/drawing/2014/main" id="{03E5D8E1-25B3-4C77-88F9-80787494B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9" y="3257"/>
                <a:ext cx="381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03" name="Line 70">
                <a:extLst>
                  <a:ext uri="{FF2B5EF4-FFF2-40B4-BE49-F238E27FC236}">
                    <a16:creationId xmlns:a16="http://schemas.microsoft.com/office/drawing/2014/main" id="{1DE81304-434A-4391-BE63-5E9EEFAE9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" y="3257"/>
                <a:ext cx="0" cy="49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04" name="Line 71">
                <a:extLst>
                  <a:ext uri="{FF2B5EF4-FFF2-40B4-BE49-F238E27FC236}">
                    <a16:creationId xmlns:a16="http://schemas.microsoft.com/office/drawing/2014/main" id="{98F1EC65-960C-461A-9991-E17115856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" y="3753"/>
                <a:ext cx="381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205" name="Line 72">
              <a:extLst>
                <a:ext uri="{FF2B5EF4-FFF2-40B4-BE49-F238E27FC236}">
                  <a16:creationId xmlns:a16="http://schemas.microsoft.com/office/drawing/2014/main" id="{E8C582FE-9841-40E7-929C-7B92D8FC5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0" y="2297"/>
              <a:ext cx="0" cy="849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06" name="Line 73">
              <a:extLst>
                <a:ext uri="{FF2B5EF4-FFF2-40B4-BE49-F238E27FC236}">
                  <a16:creationId xmlns:a16="http://schemas.microsoft.com/office/drawing/2014/main" id="{8186CEEE-C829-41F2-9793-4C608C487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5" y="2724"/>
              <a:ext cx="504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207" name="Line 74">
              <a:extLst>
                <a:ext uri="{FF2B5EF4-FFF2-40B4-BE49-F238E27FC236}">
                  <a16:creationId xmlns:a16="http://schemas.microsoft.com/office/drawing/2014/main" id="{9E312BBF-68F9-4B6D-81F5-300EDD1AAA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9" y="2472"/>
              <a:ext cx="38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08" name="Line 75">
              <a:extLst>
                <a:ext uri="{FF2B5EF4-FFF2-40B4-BE49-F238E27FC236}">
                  <a16:creationId xmlns:a16="http://schemas.microsoft.com/office/drawing/2014/main" id="{8B672130-7389-4F24-AAD8-4A0CFD55B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472"/>
              <a:ext cx="0" cy="49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09" name="Line 76">
              <a:extLst>
                <a:ext uri="{FF2B5EF4-FFF2-40B4-BE49-F238E27FC236}">
                  <a16:creationId xmlns:a16="http://schemas.microsoft.com/office/drawing/2014/main" id="{5171B1F6-C215-468D-BF86-3A843A180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2968"/>
              <a:ext cx="38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10" name="Line 77">
              <a:extLst>
                <a:ext uri="{FF2B5EF4-FFF2-40B4-BE49-F238E27FC236}">
                  <a16:creationId xmlns:a16="http://schemas.microsoft.com/office/drawing/2014/main" id="{D15F2C18-289D-45B7-A3E9-74A8F0143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4" y="2360"/>
              <a:ext cx="0" cy="11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211" name="Line 78">
              <a:extLst>
                <a:ext uri="{FF2B5EF4-FFF2-40B4-BE49-F238E27FC236}">
                  <a16:creationId xmlns:a16="http://schemas.microsoft.com/office/drawing/2014/main" id="{8664781D-8A52-4676-8EAC-DF4B0CB82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4" y="2360"/>
              <a:ext cx="50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12" name="Line 79">
              <a:extLst>
                <a:ext uri="{FF2B5EF4-FFF2-40B4-BE49-F238E27FC236}">
                  <a16:creationId xmlns:a16="http://schemas.microsoft.com/office/drawing/2014/main" id="{951A6B43-F316-4058-B214-0C1546065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4" y="2360"/>
              <a:ext cx="0" cy="70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13" name="Line 80">
              <a:extLst>
                <a:ext uri="{FF2B5EF4-FFF2-40B4-BE49-F238E27FC236}">
                  <a16:creationId xmlns:a16="http://schemas.microsoft.com/office/drawing/2014/main" id="{6B8E3E48-0957-4664-99FD-72CEE4718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2" y="3060"/>
              <a:ext cx="50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14" name="Line 81">
              <a:extLst>
                <a:ext uri="{FF2B5EF4-FFF2-40B4-BE49-F238E27FC236}">
                  <a16:creationId xmlns:a16="http://schemas.microsoft.com/office/drawing/2014/main" id="{5E9770C2-BE45-41BA-8A98-318CD717B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2" y="2968"/>
              <a:ext cx="0" cy="10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3215" name="Group 82">
            <a:extLst>
              <a:ext uri="{FF2B5EF4-FFF2-40B4-BE49-F238E27FC236}">
                <a16:creationId xmlns:a16="http://schemas.microsoft.com/office/drawing/2014/main" id="{54FB5B94-5A8F-4203-94D2-DB59E656CB86}"/>
              </a:ext>
            </a:extLst>
          </p:cNvPr>
          <p:cNvGrpSpPr>
            <a:grpSpLocks/>
          </p:cNvGrpSpPr>
          <p:nvPr/>
        </p:nvGrpSpPr>
        <p:grpSpPr bwMode="auto">
          <a:xfrm>
            <a:off x="1503363" y="3549650"/>
            <a:ext cx="1304925" cy="2652713"/>
            <a:chOff x="947" y="2236"/>
            <a:chExt cx="822" cy="1671"/>
          </a:xfrm>
        </p:grpSpPr>
        <p:grpSp>
          <p:nvGrpSpPr>
            <p:cNvPr id="3216" name="Group 83">
              <a:extLst>
                <a:ext uri="{FF2B5EF4-FFF2-40B4-BE49-F238E27FC236}">
                  <a16:creationId xmlns:a16="http://schemas.microsoft.com/office/drawing/2014/main" id="{86186B59-3078-44D1-9D59-DD99E392BFC7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839" y="2345"/>
              <a:ext cx="914" cy="695"/>
              <a:chOff x="944" y="2345"/>
              <a:chExt cx="914" cy="695"/>
            </a:xfrm>
          </p:grpSpPr>
          <p:sp>
            <p:nvSpPr>
              <p:cNvPr id="3217" name="Line 84">
                <a:extLst>
                  <a:ext uri="{FF2B5EF4-FFF2-40B4-BE49-F238E27FC236}">
                    <a16:creationId xmlns:a16="http://schemas.microsoft.com/office/drawing/2014/main" id="{AC39217E-CCB6-47B9-89F8-7B0E06ABFE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4" y="2788"/>
                <a:ext cx="914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18" name="Line 85">
                <a:extLst>
                  <a:ext uri="{FF2B5EF4-FFF2-40B4-BE49-F238E27FC236}">
                    <a16:creationId xmlns:a16="http://schemas.microsoft.com/office/drawing/2014/main" id="{AD8D7B47-4DD1-4792-9D5D-E0FE6D840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9" y="2345"/>
                <a:ext cx="0" cy="52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19" name="Line 86">
                <a:extLst>
                  <a:ext uri="{FF2B5EF4-FFF2-40B4-BE49-F238E27FC236}">
                    <a16:creationId xmlns:a16="http://schemas.microsoft.com/office/drawing/2014/main" id="{B3684262-C8A8-4224-9305-D3AC747C9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408"/>
                <a:ext cx="0" cy="12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0" name="Line 87">
                <a:extLst>
                  <a:ext uri="{FF2B5EF4-FFF2-40B4-BE49-F238E27FC236}">
                    <a16:creationId xmlns:a16="http://schemas.microsoft.com/office/drawing/2014/main" id="{1420C21F-FFF1-4FC7-9773-0733F5875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2408"/>
                <a:ext cx="496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1" name="Line 88">
                <a:extLst>
                  <a:ext uri="{FF2B5EF4-FFF2-40B4-BE49-F238E27FC236}">
                    <a16:creationId xmlns:a16="http://schemas.microsoft.com/office/drawing/2014/main" id="{1515282C-A13B-496B-B349-7BE2DF134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4" y="2408"/>
                <a:ext cx="0" cy="12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2" name="Line 89">
                <a:extLst>
                  <a:ext uri="{FF2B5EF4-FFF2-40B4-BE49-F238E27FC236}">
                    <a16:creationId xmlns:a16="http://schemas.microsoft.com/office/drawing/2014/main" id="{FF13612C-A2EB-4C7A-B665-39F1EE7F3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4" y="2536"/>
                <a:ext cx="256" cy="25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3" name="Line 90">
                <a:extLst>
                  <a:ext uri="{FF2B5EF4-FFF2-40B4-BE49-F238E27FC236}">
                    <a16:creationId xmlns:a16="http://schemas.microsoft.com/office/drawing/2014/main" id="{380B2768-6082-4862-AF38-C5FD487D5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89" y="2536"/>
                <a:ext cx="251" cy="251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4" name="Line 91">
                <a:extLst>
                  <a:ext uri="{FF2B5EF4-FFF2-40B4-BE49-F238E27FC236}">
                    <a16:creationId xmlns:a16="http://schemas.microsoft.com/office/drawing/2014/main" id="{58DE58E3-621D-4F1F-B5F9-743C1F952D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0" y="2536"/>
                <a:ext cx="152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5" name="Line 92">
                <a:extLst>
                  <a:ext uri="{FF2B5EF4-FFF2-40B4-BE49-F238E27FC236}">
                    <a16:creationId xmlns:a16="http://schemas.microsoft.com/office/drawing/2014/main" id="{E5682D85-74B0-4EF9-95A6-55BF707CA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44"/>
                <a:ext cx="0" cy="49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6" name="Line 93">
                <a:extLst>
                  <a:ext uri="{FF2B5EF4-FFF2-40B4-BE49-F238E27FC236}">
                    <a16:creationId xmlns:a16="http://schemas.microsoft.com/office/drawing/2014/main" id="{CD9A238F-6D6A-42C3-B05A-397AC8340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536"/>
                <a:ext cx="128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7" name="Line 94">
                <a:extLst>
                  <a:ext uri="{FF2B5EF4-FFF2-40B4-BE49-F238E27FC236}">
                    <a16:creationId xmlns:a16="http://schemas.microsoft.com/office/drawing/2014/main" id="{95AB9475-C066-433C-9D45-2122DCCBA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536"/>
                <a:ext cx="0" cy="50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28" name="Line 95">
                <a:extLst>
                  <a:ext uri="{FF2B5EF4-FFF2-40B4-BE49-F238E27FC236}">
                    <a16:creationId xmlns:a16="http://schemas.microsoft.com/office/drawing/2014/main" id="{8C98DE91-9D97-40AB-B660-AE6976CDD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3032"/>
                <a:ext cx="76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229" name="Group 96">
              <a:extLst>
                <a:ext uri="{FF2B5EF4-FFF2-40B4-BE49-F238E27FC236}">
                  <a16:creationId xmlns:a16="http://schemas.microsoft.com/office/drawing/2014/main" id="{E2D3AA2F-9159-4E67-97C7-6916D47073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7" y="3283"/>
              <a:ext cx="822" cy="624"/>
              <a:chOff x="2885" y="3194"/>
              <a:chExt cx="822" cy="624"/>
            </a:xfrm>
          </p:grpSpPr>
          <p:sp>
            <p:nvSpPr>
              <p:cNvPr id="3230" name="Line 97">
                <a:extLst>
                  <a:ext uri="{FF2B5EF4-FFF2-40B4-BE49-F238E27FC236}">
                    <a16:creationId xmlns:a16="http://schemas.microsoft.com/office/drawing/2014/main" id="{BBD104E6-91D8-4804-920A-C6FE348E0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3509"/>
                <a:ext cx="822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31" name="Line 98">
                <a:extLst>
                  <a:ext uri="{FF2B5EF4-FFF2-40B4-BE49-F238E27FC236}">
                    <a16:creationId xmlns:a16="http://schemas.microsoft.com/office/drawing/2014/main" id="{64F6ACA1-B742-4B66-919F-BCFCECBCE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" y="3194"/>
                <a:ext cx="0" cy="624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32" name="Oval 99">
                <a:extLst>
                  <a:ext uri="{FF2B5EF4-FFF2-40B4-BE49-F238E27FC236}">
                    <a16:creationId xmlns:a16="http://schemas.microsoft.com/office/drawing/2014/main" id="{E65C0476-F80C-4AB7-A5B1-362992210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2" y="3305"/>
                <a:ext cx="422" cy="408"/>
              </a:xfrm>
              <a:prstGeom prst="ellips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3233" name="Line 100">
                <a:extLst>
                  <a:ext uri="{FF2B5EF4-FFF2-40B4-BE49-F238E27FC236}">
                    <a16:creationId xmlns:a16="http://schemas.microsoft.com/office/drawing/2014/main" id="{B1B0F1D9-7FCF-4DF7-9646-D81675E1D7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9" y="3257"/>
                <a:ext cx="381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34" name="Line 101">
                <a:extLst>
                  <a:ext uri="{FF2B5EF4-FFF2-40B4-BE49-F238E27FC236}">
                    <a16:creationId xmlns:a16="http://schemas.microsoft.com/office/drawing/2014/main" id="{8237968F-400B-440A-AA19-E118B0B1F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" y="3257"/>
                <a:ext cx="0" cy="49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35" name="Line 102">
                <a:extLst>
                  <a:ext uri="{FF2B5EF4-FFF2-40B4-BE49-F238E27FC236}">
                    <a16:creationId xmlns:a16="http://schemas.microsoft.com/office/drawing/2014/main" id="{EFA2B3DC-46B7-4C74-A083-A5DBCC3B7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" y="3753"/>
                <a:ext cx="381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36" name="Group 103">
            <a:extLst>
              <a:ext uri="{FF2B5EF4-FFF2-40B4-BE49-F238E27FC236}">
                <a16:creationId xmlns:a16="http://schemas.microsoft.com/office/drawing/2014/main" id="{DFC23A5B-C9F1-4A9C-A0C3-9CCDB6B1AE52}"/>
              </a:ext>
            </a:extLst>
          </p:cNvPr>
          <p:cNvGrpSpPr>
            <a:grpSpLocks/>
          </p:cNvGrpSpPr>
          <p:nvPr/>
        </p:nvGrpSpPr>
        <p:grpSpPr bwMode="auto">
          <a:xfrm>
            <a:off x="7085013" y="3541713"/>
            <a:ext cx="1254125" cy="1682750"/>
            <a:chOff x="3127" y="1134"/>
            <a:chExt cx="1680" cy="2255"/>
          </a:xfrm>
        </p:grpSpPr>
        <p:sp>
          <p:nvSpPr>
            <p:cNvPr id="3237" name="Freeform 104">
              <a:extLst>
                <a:ext uri="{FF2B5EF4-FFF2-40B4-BE49-F238E27FC236}">
                  <a16:creationId xmlns:a16="http://schemas.microsoft.com/office/drawing/2014/main" id="{7966301F-7D8C-4665-8FA4-3EA7699CA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1767"/>
              <a:ext cx="1389" cy="691"/>
            </a:xfrm>
            <a:custGeom>
              <a:avLst/>
              <a:gdLst>
                <a:gd name="T0" fmla="*/ 422 w 1389"/>
                <a:gd name="T1" fmla="*/ 0 h 691"/>
                <a:gd name="T2" fmla="*/ 0 w 1389"/>
                <a:gd name="T3" fmla="*/ 233 h 691"/>
                <a:gd name="T4" fmla="*/ 800 w 1389"/>
                <a:gd name="T5" fmla="*/ 691 h 691"/>
                <a:gd name="T6" fmla="*/ 1389 w 1389"/>
                <a:gd name="T7" fmla="*/ 351 h 691"/>
                <a:gd name="T8" fmla="*/ 422 w 1389"/>
                <a:gd name="T9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9" h="691">
                  <a:moveTo>
                    <a:pt x="422" y="0"/>
                  </a:moveTo>
                  <a:lnTo>
                    <a:pt x="0" y="233"/>
                  </a:lnTo>
                  <a:lnTo>
                    <a:pt x="800" y="691"/>
                  </a:lnTo>
                  <a:lnTo>
                    <a:pt x="1389" y="351"/>
                  </a:lnTo>
                  <a:lnTo>
                    <a:pt x="422" y="0"/>
                  </a:lnTo>
                  <a:close/>
                </a:path>
              </a:pathLst>
            </a:custGeom>
            <a:gradFill rotWithShape="0">
              <a:gsLst>
                <a:gs pos="0">
                  <a:srgbClr val="185E18"/>
                </a:gs>
                <a:gs pos="100000">
                  <a:srgbClr val="33CC33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38" name="Freeform 105">
              <a:extLst>
                <a:ext uri="{FF2B5EF4-FFF2-40B4-BE49-F238E27FC236}">
                  <a16:creationId xmlns:a16="http://schemas.microsoft.com/office/drawing/2014/main" id="{416F3862-3019-4227-A0B6-F097BF455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1506"/>
              <a:ext cx="1266" cy="1869"/>
            </a:xfrm>
            <a:custGeom>
              <a:avLst/>
              <a:gdLst>
                <a:gd name="T0" fmla="*/ 0 w 1266"/>
                <a:gd name="T1" fmla="*/ 0 h 1869"/>
                <a:gd name="T2" fmla="*/ 0 w 1266"/>
                <a:gd name="T3" fmla="*/ 269 h 1869"/>
                <a:gd name="T4" fmla="*/ 8 w 1266"/>
                <a:gd name="T5" fmla="*/ 327 h 1869"/>
                <a:gd name="T6" fmla="*/ 30 w 1266"/>
                <a:gd name="T7" fmla="*/ 385 h 1869"/>
                <a:gd name="T8" fmla="*/ 73 w 1266"/>
                <a:gd name="T9" fmla="*/ 451 h 1869"/>
                <a:gd name="T10" fmla="*/ 153 w 1266"/>
                <a:gd name="T11" fmla="*/ 531 h 1869"/>
                <a:gd name="T12" fmla="*/ 219 w 1266"/>
                <a:gd name="T13" fmla="*/ 567 h 1869"/>
                <a:gd name="T14" fmla="*/ 306 w 1266"/>
                <a:gd name="T15" fmla="*/ 611 h 1869"/>
                <a:gd name="T16" fmla="*/ 422 w 1266"/>
                <a:gd name="T17" fmla="*/ 647 h 1869"/>
                <a:gd name="T18" fmla="*/ 531 w 1266"/>
                <a:gd name="T19" fmla="*/ 661 h 1869"/>
                <a:gd name="T20" fmla="*/ 662 w 1266"/>
                <a:gd name="T21" fmla="*/ 669 h 1869"/>
                <a:gd name="T22" fmla="*/ 749 w 1266"/>
                <a:gd name="T23" fmla="*/ 654 h 1869"/>
                <a:gd name="T24" fmla="*/ 822 w 1266"/>
                <a:gd name="T25" fmla="*/ 647 h 1869"/>
                <a:gd name="T26" fmla="*/ 902 w 1266"/>
                <a:gd name="T27" fmla="*/ 632 h 1869"/>
                <a:gd name="T28" fmla="*/ 975 w 1266"/>
                <a:gd name="T29" fmla="*/ 603 h 1869"/>
                <a:gd name="T30" fmla="*/ 1033 w 1266"/>
                <a:gd name="T31" fmla="*/ 567 h 1869"/>
                <a:gd name="T32" fmla="*/ 1048 w 1266"/>
                <a:gd name="T33" fmla="*/ 560 h 1869"/>
                <a:gd name="T34" fmla="*/ 1048 w 1266"/>
                <a:gd name="T35" fmla="*/ 1469 h 1869"/>
                <a:gd name="T36" fmla="*/ 1040 w 1266"/>
                <a:gd name="T37" fmla="*/ 1491 h 1869"/>
                <a:gd name="T38" fmla="*/ 429 w 1266"/>
                <a:gd name="T39" fmla="*/ 1847 h 1869"/>
                <a:gd name="T40" fmla="*/ 509 w 1266"/>
                <a:gd name="T41" fmla="*/ 1854 h 1869"/>
                <a:gd name="T42" fmla="*/ 597 w 1266"/>
                <a:gd name="T43" fmla="*/ 1869 h 1869"/>
                <a:gd name="T44" fmla="*/ 684 w 1266"/>
                <a:gd name="T45" fmla="*/ 1862 h 1869"/>
                <a:gd name="T46" fmla="*/ 779 w 1266"/>
                <a:gd name="T47" fmla="*/ 1854 h 1869"/>
                <a:gd name="T48" fmla="*/ 873 w 1266"/>
                <a:gd name="T49" fmla="*/ 1840 h 1869"/>
                <a:gd name="T50" fmla="*/ 975 w 1266"/>
                <a:gd name="T51" fmla="*/ 1811 h 1869"/>
                <a:gd name="T52" fmla="*/ 1055 w 1266"/>
                <a:gd name="T53" fmla="*/ 1767 h 1869"/>
                <a:gd name="T54" fmla="*/ 1120 w 1266"/>
                <a:gd name="T55" fmla="*/ 1723 h 1869"/>
                <a:gd name="T56" fmla="*/ 1179 w 1266"/>
                <a:gd name="T57" fmla="*/ 1672 h 1869"/>
                <a:gd name="T58" fmla="*/ 1215 w 1266"/>
                <a:gd name="T59" fmla="*/ 1621 h 1869"/>
                <a:gd name="T60" fmla="*/ 1251 w 1266"/>
                <a:gd name="T61" fmla="*/ 1556 h 1869"/>
                <a:gd name="T62" fmla="*/ 1266 w 1266"/>
                <a:gd name="T63" fmla="*/ 1469 h 1869"/>
                <a:gd name="T64" fmla="*/ 1266 w 1266"/>
                <a:gd name="T65" fmla="*/ 14 h 1869"/>
                <a:gd name="T66" fmla="*/ 0 w 1266"/>
                <a:gd name="T67" fmla="*/ 0 h 1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66" h="1869">
                  <a:moveTo>
                    <a:pt x="0" y="0"/>
                  </a:moveTo>
                  <a:lnTo>
                    <a:pt x="0" y="269"/>
                  </a:lnTo>
                  <a:lnTo>
                    <a:pt x="8" y="327"/>
                  </a:lnTo>
                  <a:lnTo>
                    <a:pt x="30" y="385"/>
                  </a:lnTo>
                  <a:lnTo>
                    <a:pt x="73" y="451"/>
                  </a:lnTo>
                  <a:lnTo>
                    <a:pt x="153" y="531"/>
                  </a:lnTo>
                  <a:lnTo>
                    <a:pt x="219" y="567"/>
                  </a:lnTo>
                  <a:lnTo>
                    <a:pt x="306" y="611"/>
                  </a:lnTo>
                  <a:lnTo>
                    <a:pt x="422" y="647"/>
                  </a:lnTo>
                  <a:lnTo>
                    <a:pt x="531" y="661"/>
                  </a:lnTo>
                  <a:lnTo>
                    <a:pt x="662" y="669"/>
                  </a:lnTo>
                  <a:lnTo>
                    <a:pt x="749" y="654"/>
                  </a:lnTo>
                  <a:lnTo>
                    <a:pt x="822" y="647"/>
                  </a:lnTo>
                  <a:lnTo>
                    <a:pt x="902" y="632"/>
                  </a:lnTo>
                  <a:lnTo>
                    <a:pt x="975" y="603"/>
                  </a:lnTo>
                  <a:lnTo>
                    <a:pt x="1033" y="567"/>
                  </a:lnTo>
                  <a:lnTo>
                    <a:pt x="1048" y="560"/>
                  </a:lnTo>
                  <a:lnTo>
                    <a:pt x="1048" y="1469"/>
                  </a:lnTo>
                  <a:lnTo>
                    <a:pt x="1040" y="1491"/>
                  </a:lnTo>
                  <a:lnTo>
                    <a:pt x="429" y="1847"/>
                  </a:lnTo>
                  <a:lnTo>
                    <a:pt x="509" y="1854"/>
                  </a:lnTo>
                  <a:lnTo>
                    <a:pt x="597" y="1869"/>
                  </a:lnTo>
                  <a:lnTo>
                    <a:pt x="684" y="1862"/>
                  </a:lnTo>
                  <a:lnTo>
                    <a:pt x="779" y="1854"/>
                  </a:lnTo>
                  <a:lnTo>
                    <a:pt x="873" y="1840"/>
                  </a:lnTo>
                  <a:lnTo>
                    <a:pt x="975" y="1811"/>
                  </a:lnTo>
                  <a:lnTo>
                    <a:pt x="1055" y="1767"/>
                  </a:lnTo>
                  <a:lnTo>
                    <a:pt x="1120" y="1723"/>
                  </a:lnTo>
                  <a:lnTo>
                    <a:pt x="1179" y="1672"/>
                  </a:lnTo>
                  <a:lnTo>
                    <a:pt x="1215" y="1621"/>
                  </a:lnTo>
                  <a:lnTo>
                    <a:pt x="1251" y="1556"/>
                  </a:lnTo>
                  <a:lnTo>
                    <a:pt x="1266" y="1469"/>
                  </a:lnTo>
                  <a:lnTo>
                    <a:pt x="1266" y="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16321"/>
                </a:gs>
                <a:gs pos="50000">
                  <a:srgbClr val="339933"/>
                </a:gs>
                <a:gs pos="100000">
                  <a:srgbClr val="216321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39" name="Freeform 106">
              <a:extLst>
                <a:ext uri="{FF2B5EF4-FFF2-40B4-BE49-F238E27FC236}">
                  <a16:creationId xmlns:a16="http://schemas.microsoft.com/office/drawing/2014/main" id="{323942B6-27E6-4773-9548-BB365EA54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1134"/>
              <a:ext cx="1268" cy="805"/>
            </a:xfrm>
            <a:custGeom>
              <a:avLst/>
              <a:gdLst>
                <a:gd name="T0" fmla="*/ 0 w 7610"/>
                <a:gd name="T1" fmla="*/ 2415 h 4831"/>
                <a:gd name="T2" fmla="*/ 69 w 7610"/>
                <a:gd name="T3" fmla="*/ 1958 h 4831"/>
                <a:gd name="T4" fmla="*/ 274 w 7610"/>
                <a:gd name="T5" fmla="*/ 1517 h 4831"/>
                <a:gd name="T6" fmla="*/ 606 w 7610"/>
                <a:gd name="T7" fmla="*/ 1107 h 4831"/>
                <a:gd name="T8" fmla="*/ 1054 w 7610"/>
                <a:gd name="T9" fmla="*/ 747 h 4831"/>
                <a:gd name="T10" fmla="*/ 1602 w 7610"/>
                <a:gd name="T11" fmla="*/ 445 h 4831"/>
                <a:gd name="T12" fmla="*/ 2230 w 7610"/>
                <a:gd name="T13" fmla="*/ 216 h 4831"/>
                <a:gd name="T14" fmla="*/ 2914 w 7610"/>
                <a:gd name="T15" fmla="*/ 65 h 4831"/>
                <a:gd name="T16" fmla="*/ 3632 w 7610"/>
                <a:gd name="T17" fmla="*/ 0 h 4831"/>
                <a:gd name="T18" fmla="*/ 4356 w 7610"/>
                <a:gd name="T19" fmla="*/ 22 h 4831"/>
                <a:gd name="T20" fmla="*/ 5061 w 7610"/>
                <a:gd name="T21" fmla="*/ 130 h 4831"/>
                <a:gd name="T22" fmla="*/ 5720 w 7610"/>
                <a:gd name="T23" fmla="*/ 320 h 4831"/>
                <a:gd name="T24" fmla="*/ 6310 w 7610"/>
                <a:gd name="T25" fmla="*/ 588 h 4831"/>
                <a:gd name="T26" fmla="*/ 6811 w 7610"/>
                <a:gd name="T27" fmla="*/ 921 h 4831"/>
                <a:gd name="T28" fmla="*/ 7203 w 7610"/>
                <a:gd name="T29" fmla="*/ 1307 h 4831"/>
                <a:gd name="T30" fmla="*/ 7472 w 7610"/>
                <a:gd name="T31" fmla="*/ 1734 h 4831"/>
                <a:gd name="T32" fmla="*/ 7610 w 7610"/>
                <a:gd name="T33" fmla="*/ 2186 h 4831"/>
                <a:gd name="T34" fmla="*/ 7610 w 7610"/>
                <a:gd name="T35" fmla="*/ 2646 h 4831"/>
                <a:gd name="T36" fmla="*/ 7472 w 7610"/>
                <a:gd name="T37" fmla="*/ 3097 h 4831"/>
                <a:gd name="T38" fmla="*/ 7203 w 7610"/>
                <a:gd name="T39" fmla="*/ 3524 h 4831"/>
                <a:gd name="T40" fmla="*/ 6811 w 7610"/>
                <a:gd name="T41" fmla="*/ 3910 h 4831"/>
                <a:gd name="T42" fmla="*/ 6310 w 7610"/>
                <a:gd name="T43" fmla="*/ 4244 h 4831"/>
                <a:gd name="T44" fmla="*/ 5720 w 7610"/>
                <a:gd name="T45" fmla="*/ 4511 h 4831"/>
                <a:gd name="T46" fmla="*/ 5061 w 7610"/>
                <a:gd name="T47" fmla="*/ 4701 h 4831"/>
                <a:gd name="T48" fmla="*/ 4356 w 7610"/>
                <a:gd name="T49" fmla="*/ 4809 h 4831"/>
                <a:gd name="T50" fmla="*/ 3632 w 7610"/>
                <a:gd name="T51" fmla="*/ 4831 h 4831"/>
                <a:gd name="T52" fmla="*/ 2914 w 7610"/>
                <a:gd name="T53" fmla="*/ 4766 h 4831"/>
                <a:gd name="T54" fmla="*/ 2230 w 7610"/>
                <a:gd name="T55" fmla="*/ 4615 h 4831"/>
                <a:gd name="T56" fmla="*/ 1602 w 7610"/>
                <a:gd name="T57" fmla="*/ 4386 h 4831"/>
                <a:gd name="T58" fmla="*/ 1054 w 7610"/>
                <a:gd name="T59" fmla="*/ 4084 h 4831"/>
                <a:gd name="T60" fmla="*/ 606 w 7610"/>
                <a:gd name="T61" fmla="*/ 3723 h 4831"/>
                <a:gd name="T62" fmla="*/ 274 w 7610"/>
                <a:gd name="T63" fmla="*/ 3314 h 4831"/>
                <a:gd name="T64" fmla="*/ 69 w 7610"/>
                <a:gd name="T65" fmla="*/ 2873 h 4831"/>
                <a:gd name="T66" fmla="*/ 0 w 7610"/>
                <a:gd name="T67" fmla="*/ 2415 h 4831"/>
                <a:gd name="T68" fmla="*/ 1 w 7610"/>
                <a:gd name="T69" fmla="*/ 2415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10" h="4831">
                  <a:moveTo>
                    <a:pt x="0" y="2415"/>
                  </a:moveTo>
                  <a:lnTo>
                    <a:pt x="69" y="1958"/>
                  </a:lnTo>
                  <a:lnTo>
                    <a:pt x="274" y="1517"/>
                  </a:lnTo>
                  <a:lnTo>
                    <a:pt x="606" y="1107"/>
                  </a:lnTo>
                  <a:lnTo>
                    <a:pt x="1054" y="747"/>
                  </a:lnTo>
                  <a:lnTo>
                    <a:pt x="1602" y="445"/>
                  </a:lnTo>
                  <a:lnTo>
                    <a:pt x="2230" y="216"/>
                  </a:lnTo>
                  <a:lnTo>
                    <a:pt x="2914" y="65"/>
                  </a:lnTo>
                  <a:lnTo>
                    <a:pt x="3632" y="0"/>
                  </a:lnTo>
                  <a:lnTo>
                    <a:pt x="4356" y="22"/>
                  </a:lnTo>
                  <a:lnTo>
                    <a:pt x="5061" y="130"/>
                  </a:lnTo>
                  <a:lnTo>
                    <a:pt x="5720" y="320"/>
                  </a:lnTo>
                  <a:lnTo>
                    <a:pt x="6310" y="588"/>
                  </a:lnTo>
                  <a:lnTo>
                    <a:pt x="6811" y="921"/>
                  </a:lnTo>
                  <a:lnTo>
                    <a:pt x="7203" y="1307"/>
                  </a:lnTo>
                  <a:lnTo>
                    <a:pt x="7472" y="1734"/>
                  </a:lnTo>
                  <a:lnTo>
                    <a:pt x="7610" y="2186"/>
                  </a:lnTo>
                  <a:lnTo>
                    <a:pt x="7610" y="2646"/>
                  </a:lnTo>
                  <a:lnTo>
                    <a:pt x="7472" y="3097"/>
                  </a:lnTo>
                  <a:lnTo>
                    <a:pt x="7203" y="3524"/>
                  </a:lnTo>
                  <a:lnTo>
                    <a:pt x="6811" y="3910"/>
                  </a:lnTo>
                  <a:lnTo>
                    <a:pt x="6310" y="4244"/>
                  </a:lnTo>
                  <a:lnTo>
                    <a:pt x="5720" y="4511"/>
                  </a:lnTo>
                  <a:lnTo>
                    <a:pt x="5061" y="4701"/>
                  </a:lnTo>
                  <a:lnTo>
                    <a:pt x="4356" y="4809"/>
                  </a:lnTo>
                  <a:lnTo>
                    <a:pt x="3632" y="4831"/>
                  </a:lnTo>
                  <a:lnTo>
                    <a:pt x="2914" y="4766"/>
                  </a:lnTo>
                  <a:lnTo>
                    <a:pt x="2230" y="4615"/>
                  </a:lnTo>
                  <a:lnTo>
                    <a:pt x="1602" y="4386"/>
                  </a:lnTo>
                  <a:lnTo>
                    <a:pt x="1054" y="4084"/>
                  </a:lnTo>
                  <a:lnTo>
                    <a:pt x="606" y="3723"/>
                  </a:lnTo>
                  <a:lnTo>
                    <a:pt x="274" y="3314"/>
                  </a:lnTo>
                  <a:lnTo>
                    <a:pt x="69" y="2873"/>
                  </a:lnTo>
                  <a:lnTo>
                    <a:pt x="0" y="2415"/>
                  </a:lnTo>
                  <a:lnTo>
                    <a:pt x="1" y="2415"/>
                  </a:lnTo>
                </a:path>
              </a:pathLst>
            </a:cu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40" name="Freeform 107">
              <a:extLst>
                <a:ext uri="{FF2B5EF4-FFF2-40B4-BE49-F238E27FC236}">
                  <a16:creationId xmlns:a16="http://schemas.microsoft.com/office/drawing/2014/main" id="{5A00DFD2-36F5-48E9-AE9B-88EB4B1CF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058"/>
              <a:ext cx="683" cy="1331"/>
            </a:xfrm>
            <a:custGeom>
              <a:avLst/>
              <a:gdLst>
                <a:gd name="T0" fmla="*/ 683 w 683"/>
                <a:gd name="T1" fmla="*/ 0 h 1331"/>
                <a:gd name="T2" fmla="*/ 0 w 683"/>
                <a:gd name="T3" fmla="*/ 386 h 1331"/>
                <a:gd name="T4" fmla="*/ 0 w 683"/>
                <a:gd name="T5" fmla="*/ 1331 h 1331"/>
                <a:gd name="T6" fmla="*/ 683 w 683"/>
                <a:gd name="T7" fmla="*/ 946 h 1331"/>
                <a:gd name="T8" fmla="*/ 683 w 683"/>
                <a:gd name="T9" fmla="*/ 0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3" h="1331">
                  <a:moveTo>
                    <a:pt x="683" y="0"/>
                  </a:moveTo>
                  <a:lnTo>
                    <a:pt x="0" y="386"/>
                  </a:lnTo>
                  <a:lnTo>
                    <a:pt x="0" y="1331"/>
                  </a:lnTo>
                  <a:lnTo>
                    <a:pt x="683" y="946"/>
                  </a:lnTo>
                  <a:lnTo>
                    <a:pt x="683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267226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41" name="Freeform 108">
              <a:extLst>
                <a:ext uri="{FF2B5EF4-FFF2-40B4-BE49-F238E27FC236}">
                  <a16:creationId xmlns:a16="http://schemas.microsoft.com/office/drawing/2014/main" id="{E05D0B9B-8110-4772-A2F3-B3A1D91E1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1986"/>
              <a:ext cx="793" cy="1396"/>
            </a:xfrm>
            <a:custGeom>
              <a:avLst/>
              <a:gdLst>
                <a:gd name="T0" fmla="*/ 0 w 793"/>
                <a:gd name="T1" fmla="*/ 0 h 1396"/>
                <a:gd name="T2" fmla="*/ 0 w 793"/>
                <a:gd name="T3" fmla="*/ 945 h 1396"/>
                <a:gd name="T4" fmla="*/ 793 w 793"/>
                <a:gd name="T5" fmla="*/ 1396 h 1396"/>
                <a:gd name="T6" fmla="*/ 793 w 793"/>
                <a:gd name="T7" fmla="*/ 465 h 1396"/>
                <a:gd name="T8" fmla="*/ 0 w 793"/>
                <a:gd name="T9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3" h="1396">
                  <a:moveTo>
                    <a:pt x="0" y="0"/>
                  </a:moveTo>
                  <a:lnTo>
                    <a:pt x="0" y="945"/>
                  </a:lnTo>
                  <a:lnTo>
                    <a:pt x="793" y="1396"/>
                  </a:lnTo>
                  <a:lnTo>
                    <a:pt x="793" y="46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D5E"/>
                </a:gs>
                <a:gs pos="100000">
                  <a:srgbClr val="00CC99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  <p:grpSp>
        <p:nvGrpSpPr>
          <p:cNvPr id="3242" name="Group 109">
            <a:extLst>
              <a:ext uri="{FF2B5EF4-FFF2-40B4-BE49-F238E27FC236}">
                <a16:creationId xmlns:a16="http://schemas.microsoft.com/office/drawing/2014/main" id="{0E241D02-CD49-4299-A403-4BD9B9329FE9}"/>
              </a:ext>
            </a:extLst>
          </p:cNvPr>
          <p:cNvGrpSpPr>
            <a:grpSpLocks/>
          </p:cNvGrpSpPr>
          <p:nvPr/>
        </p:nvGrpSpPr>
        <p:grpSpPr bwMode="auto">
          <a:xfrm>
            <a:off x="2863850" y="3741738"/>
            <a:ext cx="1581150" cy="1824037"/>
            <a:chOff x="1804" y="2357"/>
            <a:chExt cx="996" cy="1149"/>
          </a:xfrm>
        </p:grpSpPr>
        <p:sp>
          <p:nvSpPr>
            <p:cNvPr id="3243" name="Freeform 110">
              <a:extLst>
                <a:ext uri="{FF2B5EF4-FFF2-40B4-BE49-F238E27FC236}">
                  <a16:creationId xmlns:a16="http://schemas.microsoft.com/office/drawing/2014/main" id="{E237B0FD-F472-4863-BD50-94EEDE8B7514}"/>
                </a:ext>
              </a:extLst>
            </p:cNvPr>
            <p:cNvSpPr>
              <a:spLocks/>
            </p:cNvSpPr>
            <p:nvPr/>
          </p:nvSpPr>
          <p:spPr bwMode="auto">
            <a:xfrm rot="3660000" flipV="1">
              <a:off x="1826" y="2531"/>
              <a:ext cx="1030" cy="919"/>
            </a:xfrm>
            <a:custGeom>
              <a:avLst/>
              <a:gdLst>
                <a:gd name="T0" fmla="*/ 0 w 1956"/>
                <a:gd name="T1" fmla="*/ 741 h 1745"/>
                <a:gd name="T2" fmla="*/ 1360 w 1956"/>
                <a:gd name="T3" fmla="*/ 0 h 1745"/>
                <a:gd name="T4" fmla="*/ 1462 w 1956"/>
                <a:gd name="T5" fmla="*/ 7 h 1745"/>
                <a:gd name="T6" fmla="*/ 1549 w 1956"/>
                <a:gd name="T7" fmla="*/ 36 h 1745"/>
                <a:gd name="T8" fmla="*/ 1629 w 1956"/>
                <a:gd name="T9" fmla="*/ 80 h 1745"/>
                <a:gd name="T10" fmla="*/ 1694 w 1956"/>
                <a:gd name="T11" fmla="*/ 131 h 1745"/>
                <a:gd name="T12" fmla="*/ 1774 w 1956"/>
                <a:gd name="T13" fmla="*/ 225 h 1745"/>
                <a:gd name="T14" fmla="*/ 1847 w 1956"/>
                <a:gd name="T15" fmla="*/ 320 h 1745"/>
                <a:gd name="T16" fmla="*/ 1898 w 1956"/>
                <a:gd name="T17" fmla="*/ 429 h 1745"/>
                <a:gd name="T18" fmla="*/ 1934 w 1956"/>
                <a:gd name="T19" fmla="*/ 545 h 1745"/>
                <a:gd name="T20" fmla="*/ 1956 w 1956"/>
                <a:gd name="T21" fmla="*/ 639 h 1745"/>
                <a:gd name="T22" fmla="*/ 1956 w 1956"/>
                <a:gd name="T23" fmla="*/ 756 h 1745"/>
                <a:gd name="T24" fmla="*/ 1941 w 1956"/>
                <a:gd name="T25" fmla="*/ 843 h 1745"/>
                <a:gd name="T26" fmla="*/ 1905 w 1956"/>
                <a:gd name="T27" fmla="*/ 916 h 1745"/>
                <a:gd name="T28" fmla="*/ 1847 w 1956"/>
                <a:gd name="T29" fmla="*/ 996 h 1745"/>
                <a:gd name="T30" fmla="*/ 552 w 1956"/>
                <a:gd name="T31" fmla="*/ 1745 h 1745"/>
                <a:gd name="T32" fmla="*/ 0 w 1956"/>
                <a:gd name="T33" fmla="*/ 741 h 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56" h="1745">
                  <a:moveTo>
                    <a:pt x="0" y="741"/>
                  </a:moveTo>
                  <a:lnTo>
                    <a:pt x="1360" y="0"/>
                  </a:lnTo>
                  <a:lnTo>
                    <a:pt x="1462" y="7"/>
                  </a:lnTo>
                  <a:lnTo>
                    <a:pt x="1549" y="36"/>
                  </a:lnTo>
                  <a:lnTo>
                    <a:pt x="1629" y="80"/>
                  </a:lnTo>
                  <a:lnTo>
                    <a:pt x="1694" y="131"/>
                  </a:lnTo>
                  <a:lnTo>
                    <a:pt x="1774" y="225"/>
                  </a:lnTo>
                  <a:lnTo>
                    <a:pt x="1847" y="320"/>
                  </a:lnTo>
                  <a:lnTo>
                    <a:pt x="1898" y="429"/>
                  </a:lnTo>
                  <a:lnTo>
                    <a:pt x="1934" y="545"/>
                  </a:lnTo>
                  <a:lnTo>
                    <a:pt x="1956" y="639"/>
                  </a:lnTo>
                  <a:lnTo>
                    <a:pt x="1956" y="756"/>
                  </a:lnTo>
                  <a:lnTo>
                    <a:pt x="1941" y="843"/>
                  </a:lnTo>
                  <a:lnTo>
                    <a:pt x="1905" y="916"/>
                  </a:lnTo>
                  <a:lnTo>
                    <a:pt x="1847" y="996"/>
                  </a:lnTo>
                  <a:lnTo>
                    <a:pt x="552" y="1745"/>
                  </a:lnTo>
                  <a:lnTo>
                    <a:pt x="0" y="741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44" name="Freeform 111">
              <a:extLst>
                <a:ext uri="{FF2B5EF4-FFF2-40B4-BE49-F238E27FC236}">
                  <a16:creationId xmlns:a16="http://schemas.microsoft.com/office/drawing/2014/main" id="{1A843B14-D1BC-4BFA-820B-9E60B27DB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780"/>
              <a:ext cx="709" cy="639"/>
            </a:xfrm>
            <a:custGeom>
              <a:avLst/>
              <a:gdLst>
                <a:gd name="T0" fmla="*/ 0 w 709"/>
                <a:gd name="T1" fmla="*/ 110 h 639"/>
                <a:gd name="T2" fmla="*/ 193 w 709"/>
                <a:gd name="T3" fmla="*/ 0 h 639"/>
                <a:gd name="T4" fmla="*/ 216 w 709"/>
                <a:gd name="T5" fmla="*/ 39 h 639"/>
                <a:gd name="T6" fmla="*/ 257 w 709"/>
                <a:gd name="T7" fmla="*/ 72 h 639"/>
                <a:gd name="T8" fmla="*/ 297 w 709"/>
                <a:gd name="T9" fmla="*/ 111 h 639"/>
                <a:gd name="T10" fmla="*/ 346 w 709"/>
                <a:gd name="T11" fmla="*/ 149 h 639"/>
                <a:gd name="T12" fmla="*/ 394 w 709"/>
                <a:gd name="T13" fmla="*/ 181 h 639"/>
                <a:gd name="T14" fmla="*/ 460 w 709"/>
                <a:gd name="T15" fmla="*/ 211 h 639"/>
                <a:gd name="T16" fmla="*/ 529 w 709"/>
                <a:gd name="T17" fmla="*/ 232 h 639"/>
                <a:gd name="T18" fmla="*/ 583 w 709"/>
                <a:gd name="T19" fmla="*/ 247 h 639"/>
                <a:gd name="T20" fmla="*/ 646 w 709"/>
                <a:gd name="T21" fmla="*/ 262 h 639"/>
                <a:gd name="T22" fmla="*/ 709 w 709"/>
                <a:gd name="T23" fmla="*/ 280 h 639"/>
                <a:gd name="T24" fmla="*/ 670 w 709"/>
                <a:gd name="T25" fmla="*/ 343 h 639"/>
                <a:gd name="T26" fmla="*/ 640 w 709"/>
                <a:gd name="T27" fmla="*/ 385 h 639"/>
                <a:gd name="T28" fmla="*/ 610 w 709"/>
                <a:gd name="T29" fmla="*/ 424 h 639"/>
                <a:gd name="T30" fmla="*/ 574 w 709"/>
                <a:gd name="T31" fmla="*/ 460 h 639"/>
                <a:gd name="T32" fmla="*/ 529 w 709"/>
                <a:gd name="T33" fmla="*/ 493 h 639"/>
                <a:gd name="T34" fmla="*/ 477 w 709"/>
                <a:gd name="T35" fmla="*/ 532 h 639"/>
                <a:gd name="T36" fmla="*/ 291 w 709"/>
                <a:gd name="T37" fmla="*/ 639 h 639"/>
                <a:gd name="T38" fmla="*/ 0 w 709"/>
                <a:gd name="T39" fmla="*/ 110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9" h="639">
                  <a:moveTo>
                    <a:pt x="0" y="110"/>
                  </a:moveTo>
                  <a:lnTo>
                    <a:pt x="193" y="0"/>
                  </a:lnTo>
                  <a:lnTo>
                    <a:pt x="216" y="39"/>
                  </a:lnTo>
                  <a:lnTo>
                    <a:pt x="257" y="72"/>
                  </a:lnTo>
                  <a:lnTo>
                    <a:pt x="297" y="111"/>
                  </a:lnTo>
                  <a:lnTo>
                    <a:pt x="346" y="149"/>
                  </a:lnTo>
                  <a:lnTo>
                    <a:pt x="394" y="181"/>
                  </a:lnTo>
                  <a:lnTo>
                    <a:pt x="460" y="211"/>
                  </a:lnTo>
                  <a:lnTo>
                    <a:pt x="529" y="232"/>
                  </a:lnTo>
                  <a:lnTo>
                    <a:pt x="583" y="247"/>
                  </a:lnTo>
                  <a:lnTo>
                    <a:pt x="646" y="262"/>
                  </a:lnTo>
                  <a:lnTo>
                    <a:pt x="709" y="280"/>
                  </a:lnTo>
                  <a:lnTo>
                    <a:pt x="670" y="343"/>
                  </a:lnTo>
                  <a:lnTo>
                    <a:pt x="640" y="385"/>
                  </a:lnTo>
                  <a:lnTo>
                    <a:pt x="610" y="424"/>
                  </a:lnTo>
                  <a:lnTo>
                    <a:pt x="574" y="460"/>
                  </a:lnTo>
                  <a:lnTo>
                    <a:pt x="529" y="493"/>
                  </a:lnTo>
                  <a:lnTo>
                    <a:pt x="477" y="532"/>
                  </a:lnTo>
                  <a:lnTo>
                    <a:pt x="291" y="639"/>
                  </a:lnTo>
                  <a:lnTo>
                    <a:pt x="0" y="110"/>
                  </a:lnTo>
                  <a:close/>
                </a:path>
              </a:pathLst>
            </a:custGeom>
            <a:gradFill rotWithShape="0">
              <a:gsLst>
                <a:gs pos="0">
                  <a:srgbClr val="871B00"/>
                </a:gs>
                <a:gs pos="100000">
                  <a:srgbClr val="FF33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45" name="Freeform 112">
              <a:extLst>
                <a:ext uri="{FF2B5EF4-FFF2-40B4-BE49-F238E27FC236}">
                  <a16:creationId xmlns:a16="http://schemas.microsoft.com/office/drawing/2014/main" id="{392ECC36-BF5B-4FC6-B3B5-A764E4C3EB84}"/>
                </a:ext>
              </a:extLst>
            </p:cNvPr>
            <p:cNvSpPr>
              <a:spLocks/>
            </p:cNvSpPr>
            <p:nvPr/>
          </p:nvSpPr>
          <p:spPr bwMode="auto">
            <a:xfrm rot="3660000" flipV="1">
              <a:off x="1694" y="2956"/>
              <a:ext cx="603" cy="384"/>
            </a:xfrm>
            <a:custGeom>
              <a:avLst/>
              <a:gdLst>
                <a:gd name="T0" fmla="*/ 0 w 6874"/>
                <a:gd name="T1" fmla="*/ 2183 h 4366"/>
                <a:gd name="T2" fmla="*/ 62 w 6874"/>
                <a:gd name="T3" fmla="*/ 2597 h 4366"/>
                <a:gd name="T4" fmla="*/ 246 w 6874"/>
                <a:gd name="T5" fmla="*/ 2995 h 4366"/>
                <a:gd name="T6" fmla="*/ 546 w 6874"/>
                <a:gd name="T7" fmla="*/ 3364 h 4366"/>
                <a:gd name="T8" fmla="*/ 952 w 6874"/>
                <a:gd name="T9" fmla="*/ 3691 h 4366"/>
                <a:gd name="T10" fmla="*/ 1446 w 6874"/>
                <a:gd name="T11" fmla="*/ 3963 h 4366"/>
                <a:gd name="T12" fmla="*/ 2013 w 6874"/>
                <a:gd name="T13" fmla="*/ 4171 h 4366"/>
                <a:gd name="T14" fmla="*/ 2632 w 6874"/>
                <a:gd name="T15" fmla="*/ 4306 h 4366"/>
                <a:gd name="T16" fmla="*/ 3281 w 6874"/>
                <a:gd name="T17" fmla="*/ 4366 h 4366"/>
                <a:gd name="T18" fmla="*/ 3935 w 6874"/>
                <a:gd name="T19" fmla="*/ 4346 h 4366"/>
                <a:gd name="T20" fmla="*/ 4571 w 6874"/>
                <a:gd name="T21" fmla="*/ 4248 h 4366"/>
                <a:gd name="T22" fmla="*/ 5166 w 6874"/>
                <a:gd name="T23" fmla="*/ 4075 h 4366"/>
                <a:gd name="T24" fmla="*/ 5700 w 6874"/>
                <a:gd name="T25" fmla="*/ 3834 h 4366"/>
                <a:gd name="T26" fmla="*/ 6151 w 6874"/>
                <a:gd name="T27" fmla="*/ 3534 h 4366"/>
                <a:gd name="T28" fmla="*/ 6506 w 6874"/>
                <a:gd name="T29" fmla="*/ 3185 h 4366"/>
                <a:gd name="T30" fmla="*/ 6749 w 6874"/>
                <a:gd name="T31" fmla="*/ 2799 h 4366"/>
                <a:gd name="T32" fmla="*/ 6874 w 6874"/>
                <a:gd name="T33" fmla="*/ 2390 h 4366"/>
                <a:gd name="T34" fmla="*/ 6874 w 6874"/>
                <a:gd name="T35" fmla="*/ 1976 h 4366"/>
                <a:gd name="T36" fmla="*/ 6749 w 6874"/>
                <a:gd name="T37" fmla="*/ 1568 h 4366"/>
                <a:gd name="T38" fmla="*/ 6506 w 6874"/>
                <a:gd name="T39" fmla="*/ 1182 h 4366"/>
                <a:gd name="T40" fmla="*/ 6151 w 6874"/>
                <a:gd name="T41" fmla="*/ 832 h 4366"/>
                <a:gd name="T42" fmla="*/ 5700 w 6874"/>
                <a:gd name="T43" fmla="*/ 532 h 4366"/>
                <a:gd name="T44" fmla="*/ 5166 w 6874"/>
                <a:gd name="T45" fmla="*/ 291 h 4366"/>
                <a:gd name="T46" fmla="*/ 4571 w 6874"/>
                <a:gd name="T47" fmla="*/ 118 h 4366"/>
                <a:gd name="T48" fmla="*/ 3935 w 6874"/>
                <a:gd name="T49" fmla="*/ 20 h 4366"/>
                <a:gd name="T50" fmla="*/ 3281 w 6874"/>
                <a:gd name="T51" fmla="*/ 0 h 4366"/>
                <a:gd name="T52" fmla="*/ 2632 w 6874"/>
                <a:gd name="T53" fmla="*/ 60 h 4366"/>
                <a:gd name="T54" fmla="*/ 2013 w 6874"/>
                <a:gd name="T55" fmla="*/ 195 h 4366"/>
                <a:gd name="T56" fmla="*/ 1446 w 6874"/>
                <a:gd name="T57" fmla="*/ 403 h 4366"/>
                <a:gd name="T58" fmla="*/ 952 w 6874"/>
                <a:gd name="T59" fmla="*/ 675 h 4366"/>
                <a:gd name="T60" fmla="*/ 546 w 6874"/>
                <a:gd name="T61" fmla="*/ 1002 h 4366"/>
                <a:gd name="T62" fmla="*/ 246 w 6874"/>
                <a:gd name="T63" fmla="*/ 1371 h 4366"/>
                <a:gd name="T64" fmla="*/ 62 w 6874"/>
                <a:gd name="T65" fmla="*/ 1769 h 4366"/>
                <a:gd name="T66" fmla="*/ 0 w 6874"/>
                <a:gd name="T67" fmla="*/ 2183 h 4366"/>
                <a:gd name="T68" fmla="*/ 1 w 6874"/>
                <a:gd name="T69" fmla="*/ 2183 h 4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874" h="4366">
                  <a:moveTo>
                    <a:pt x="0" y="2183"/>
                  </a:moveTo>
                  <a:lnTo>
                    <a:pt x="62" y="2597"/>
                  </a:lnTo>
                  <a:lnTo>
                    <a:pt x="246" y="2995"/>
                  </a:lnTo>
                  <a:lnTo>
                    <a:pt x="546" y="3364"/>
                  </a:lnTo>
                  <a:lnTo>
                    <a:pt x="952" y="3691"/>
                  </a:lnTo>
                  <a:lnTo>
                    <a:pt x="1446" y="3963"/>
                  </a:lnTo>
                  <a:lnTo>
                    <a:pt x="2013" y="4171"/>
                  </a:lnTo>
                  <a:lnTo>
                    <a:pt x="2632" y="4306"/>
                  </a:lnTo>
                  <a:lnTo>
                    <a:pt x="3281" y="4366"/>
                  </a:lnTo>
                  <a:lnTo>
                    <a:pt x="3935" y="4346"/>
                  </a:lnTo>
                  <a:lnTo>
                    <a:pt x="4571" y="4248"/>
                  </a:lnTo>
                  <a:lnTo>
                    <a:pt x="5166" y="4075"/>
                  </a:lnTo>
                  <a:lnTo>
                    <a:pt x="5700" y="3834"/>
                  </a:lnTo>
                  <a:lnTo>
                    <a:pt x="6151" y="3534"/>
                  </a:lnTo>
                  <a:lnTo>
                    <a:pt x="6506" y="3185"/>
                  </a:lnTo>
                  <a:lnTo>
                    <a:pt x="6749" y="2799"/>
                  </a:lnTo>
                  <a:lnTo>
                    <a:pt x="6874" y="2390"/>
                  </a:lnTo>
                  <a:lnTo>
                    <a:pt x="6874" y="1976"/>
                  </a:lnTo>
                  <a:lnTo>
                    <a:pt x="6749" y="1568"/>
                  </a:lnTo>
                  <a:lnTo>
                    <a:pt x="6506" y="1182"/>
                  </a:lnTo>
                  <a:lnTo>
                    <a:pt x="6151" y="832"/>
                  </a:lnTo>
                  <a:lnTo>
                    <a:pt x="5700" y="532"/>
                  </a:lnTo>
                  <a:lnTo>
                    <a:pt x="5166" y="291"/>
                  </a:lnTo>
                  <a:lnTo>
                    <a:pt x="4571" y="118"/>
                  </a:lnTo>
                  <a:lnTo>
                    <a:pt x="3935" y="20"/>
                  </a:lnTo>
                  <a:lnTo>
                    <a:pt x="3281" y="0"/>
                  </a:lnTo>
                  <a:lnTo>
                    <a:pt x="2632" y="60"/>
                  </a:lnTo>
                  <a:lnTo>
                    <a:pt x="2013" y="195"/>
                  </a:lnTo>
                  <a:lnTo>
                    <a:pt x="1446" y="403"/>
                  </a:lnTo>
                  <a:lnTo>
                    <a:pt x="952" y="675"/>
                  </a:lnTo>
                  <a:lnTo>
                    <a:pt x="546" y="1002"/>
                  </a:lnTo>
                  <a:lnTo>
                    <a:pt x="246" y="1371"/>
                  </a:lnTo>
                  <a:lnTo>
                    <a:pt x="62" y="1769"/>
                  </a:lnTo>
                  <a:lnTo>
                    <a:pt x="0" y="2183"/>
                  </a:lnTo>
                  <a:lnTo>
                    <a:pt x="1" y="2183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46" name="Freeform 113">
              <a:extLst>
                <a:ext uri="{FF2B5EF4-FFF2-40B4-BE49-F238E27FC236}">
                  <a16:creationId xmlns:a16="http://schemas.microsoft.com/office/drawing/2014/main" id="{BE3019DE-B0DB-4629-A199-72F0438BAD26}"/>
                </a:ext>
              </a:extLst>
            </p:cNvPr>
            <p:cNvSpPr>
              <a:spLocks/>
            </p:cNvSpPr>
            <p:nvPr/>
          </p:nvSpPr>
          <p:spPr bwMode="auto">
            <a:xfrm rot="3660000" flipV="1">
              <a:off x="2101" y="2302"/>
              <a:ext cx="448" cy="557"/>
            </a:xfrm>
            <a:custGeom>
              <a:avLst/>
              <a:gdLst>
                <a:gd name="T0" fmla="*/ 829 w 5108"/>
                <a:gd name="T1" fmla="*/ 193 h 6349"/>
                <a:gd name="T2" fmla="*/ 502 w 5108"/>
                <a:gd name="T3" fmla="*/ 453 h 6349"/>
                <a:gd name="T4" fmla="*/ 249 w 5108"/>
                <a:gd name="T5" fmla="*/ 812 h 6349"/>
                <a:gd name="T6" fmla="*/ 80 w 5108"/>
                <a:gd name="T7" fmla="*/ 1257 h 6349"/>
                <a:gd name="T8" fmla="*/ 0 w 5108"/>
                <a:gd name="T9" fmla="*/ 1771 h 6349"/>
                <a:gd name="T10" fmla="*/ 11 w 5108"/>
                <a:gd name="T11" fmla="*/ 2336 h 6349"/>
                <a:gd name="T12" fmla="*/ 116 w 5108"/>
                <a:gd name="T13" fmla="*/ 2931 h 6349"/>
                <a:gd name="T14" fmla="*/ 308 w 5108"/>
                <a:gd name="T15" fmla="*/ 3535 h 6349"/>
                <a:gd name="T16" fmla="*/ 580 w 5108"/>
                <a:gd name="T17" fmla="*/ 4126 h 6349"/>
                <a:gd name="T18" fmla="*/ 924 w 5108"/>
                <a:gd name="T19" fmla="*/ 4684 h 6349"/>
                <a:gd name="T20" fmla="*/ 1328 w 5108"/>
                <a:gd name="T21" fmla="*/ 5186 h 6349"/>
                <a:gd name="T22" fmla="*/ 1774 w 5108"/>
                <a:gd name="T23" fmla="*/ 5615 h 6349"/>
                <a:gd name="T24" fmla="*/ 2250 w 5108"/>
                <a:gd name="T25" fmla="*/ 5957 h 6349"/>
                <a:gd name="T26" fmla="*/ 2736 w 5108"/>
                <a:gd name="T27" fmla="*/ 6199 h 6349"/>
                <a:gd name="T28" fmla="*/ 3215 w 5108"/>
                <a:gd name="T29" fmla="*/ 6331 h 6349"/>
                <a:gd name="T30" fmla="*/ 3671 w 5108"/>
                <a:gd name="T31" fmla="*/ 6349 h 6349"/>
                <a:gd name="T32" fmla="*/ 4086 w 5108"/>
                <a:gd name="T33" fmla="*/ 6252 h 6349"/>
                <a:gd name="T34" fmla="*/ 4446 w 5108"/>
                <a:gd name="T35" fmla="*/ 6045 h 6349"/>
                <a:gd name="T36" fmla="*/ 4736 w 5108"/>
                <a:gd name="T37" fmla="*/ 5733 h 6349"/>
                <a:gd name="T38" fmla="*/ 4949 w 5108"/>
                <a:gd name="T39" fmla="*/ 5329 h 6349"/>
                <a:gd name="T40" fmla="*/ 5074 w 5108"/>
                <a:gd name="T41" fmla="*/ 4848 h 6349"/>
                <a:gd name="T42" fmla="*/ 5108 w 5108"/>
                <a:gd name="T43" fmla="*/ 4307 h 6349"/>
                <a:gd name="T44" fmla="*/ 5051 w 5108"/>
                <a:gd name="T45" fmla="*/ 3723 h 6349"/>
                <a:gd name="T46" fmla="*/ 4902 w 5108"/>
                <a:gd name="T47" fmla="*/ 3121 h 6349"/>
                <a:gd name="T48" fmla="*/ 4668 w 5108"/>
                <a:gd name="T49" fmla="*/ 2521 h 6349"/>
                <a:gd name="T50" fmla="*/ 4359 w 5108"/>
                <a:gd name="T51" fmla="*/ 1944 h 6349"/>
                <a:gd name="T52" fmla="*/ 3984 w 5108"/>
                <a:gd name="T53" fmla="*/ 1411 h 6349"/>
                <a:gd name="T54" fmla="*/ 3556 w 5108"/>
                <a:gd name="T55" fmla="*/ 943 h 6349"/>
                <a:gd name="T56" fmla="*/ 3093 w 5108"/>
                <a:gd name="T57" fmla="*/ 556 h 6349"/>
                <a:gd name="T58" fmla="*/ 2610 w 5108"/>
                <a:gd name="T59" fmla="*/ 263 h 6349"/>
                <a:gd name="T60" fmla="*/ 2125 w 5108"/>
                <a:gd name="T61" fmla="*/ 75 h 6349"/>
                <a:gd name="T62" fmla="*/ 1656 w 5108"/>
                <a:gd name="T63" fmla="*/ 0 h 6349"/>
                <a:gd name="T64" fmla="*/ 1218 w 5108"/>
                <a:gd name="T65" fmla="*/ 40 h 6349"/>
                <a:gd name="T66" fmla="*/ 829 w 5108"/>
                <a:gd name="T67" fmla="*/ 193 h 6349"/>
                <a:gd name="T68" fmla="*/ 830 w 5108"/>
                <a:gd name="T69" fmla="*/ 193 h 6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08" h="6349">
                  <a:moveTo>
                    <a:pt x="829" y="193"/>
                  </a:moveTo>
                  <a:lnTo>
                    <a:pt x="502" y="453"/>
                  </a:lnTo>
                  <a:lnTo>
                    <a:pt x="249" y="812"/>
                  </a:lnTo>
                  <a:lnTo>
                    <a:pt x="80" y="1257"/>
                  </a:lnTo>
                  <a:lnTo>
                    <a:pt x="0" y="1771"/>
                  </a:lnTo>
                  <a:lnTo>
                    <a:pt x="11" y="2336"/>
                  </a:lnTo>
                  <a:lnTo>
                    <a:pt x="116" y="2931"/>
                  </a:lnTo>
                  <a:lnTo>
                    <a:pt x="308" y="3535"/>
                  </a:lnTo>
                  <a:lnTo>
                    <a:pt x="580" y="4126"/>
                  </a:lnTo>
                  <a:lnTo>
                    <a:pt x="924" y="4684"/>
                  </a:lnTo>
                  <a:lnTo>
                    <a:pt x="1328" y="5186"/>
                  </a:lnTo>
                  <a:lnTo>
                    <a:pt x="1774" y="5615"/>
                  </a:lnTo>
                  <a:lnTo>
                    <a:pt x="2250" y="5957"/>
                  </a:lnTo>
                  <a:lnTo>
                    <a:pt x="2736" y="6199"/>
                  </a:lnTo>
                  <a:lnTo>
                    <a:pt x="3215" y="6331"/>
                  </a:lnTo>
                  <a:lnTo>
                    <a:pt x="3671" y="6349"/>
                  </a:lnTo>
                  <a:lnTo>
                    <a:pt x="4086" y="6252"/>
                  </a:lnTo>
                  <a:lnTo>
                    <a:pt x="4446" y="6045"/>
                  </a:lnTo>
                  <a:lnTo>
                    <a:pt x="4736" y="5733"/>
                  </a:lnTo>
                  <a:lnTo>
                    <a:pt x="4949" y="5329"/>
                  </a:lnTo>
                  <a:lnTo>
                    <a:pt x="5074" y="4848"/>
                  </a:lnTo>
                  <a:lnTo>
                    <a:pt x="5108" y="4307"/>
                  </a:lnTo>
                  <a:lnTo>
                    <a:pt x="5051" y="3723"/>
                  </a:lnTo>
                  <a:lnTo>
                    <a:pt x="4902" y="3121"/>
                  </a:lnTo>
                  <a:lnTo>
                    <a:pt x="4668" y="2521"/>
                  </a:lnTo>
                  <a:lnTo>
                    <a:pt x="4359" y="1944"/>
                  </a:lnTo>
                  <a:lnTo>
                    <a:pt x="3984" y="1411"/>
                  </a:lnTo>
                  <a:lnTo>
                    <a:pt x="3556" y="943"/>
                  </a:lnTo>
                  <a:lnTo>
                    <a:pt x="3093" y="556"/>
                  </a:lnTo>
                  <a:lnTo>
                    <a:pt x="2610" y="263"/>
                  </a:lnTo>
                  <a:lnTo>
                    <a:pt x="2125" y="75"/>
                  </a:lnTo>
                  <a:lnTo>
                    <a:pt x="1656" y="0"/>
                  </a:lnTo>
                  <a:lnTo>
                    <a:pt x="1218" y="40"/>
                  </a:lnTo>
                  <a:lnTo>
                    <a:pt x="829" y="193"/>
                  </a:lnTo>
                  <a:lnTo>
                    <a:pt x="830" y="193"/>
                  </a:lnTo>
                </a:path>
              </a:pathLst>
            </a:cu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47" name="Line 114">
            <a:extLst>
              <a:ext uri="{FF2B5EF4-FFF2-40B4-BE49-F238E27FC236}">
                <a16:creationId xmlns:a16="http://schemas.microsoft.com/office/drawing/2014/main" id="{B6175E2B-07CF-4BCF-861E-EFBC5D541E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49450" y="4487863"/>
            <a:ext cx="365125" cy="215900"/>
          </a:xfrm>
          <a:prstGeom prst="line">
            <a:avLst/>
          </a:prstGeom>
          <a:noFill/>
          <a:ln w="19050" cap="flat" algn="ctr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48" name="Line 115">
            <a:extLst>
              <a:ext uri="{FF2B5EF4-FFF2-40B4-BE49-F238E27FC236}">
                <a16:creationId xmlns:a16="http://schemas.microsoft.com/office/drawing/2014/main" id="{7F98E393-12C3-4F3C-A27F-DB843B985A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5050" y="4583113"/>
            <a:ext cx="274638" cy="273050"/>
          </a:xfrm>
          <a:prstGeom prst="line">
            <a:avLst/>
          </a:prstGeom>
          <a:noFill/>
          <a:ln w="19050" cap="flat" algn="ctr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3" dur="500"/>
                                        <p:tgtEl>
                                          <p:spTgt spid="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9" dur="500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childTnLst>
                                    <p:set>
                                      <p:cBhvr additive="base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51" dur="500"/>
                                        <p:tgtEl>
                                          <p:spTgt spid="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57" dur="500"/>
                                        <p:tgtEl>
                                          <p:spTgt spid="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 additive="base">
                                        <p:cTn id="63" dur="500"/>
                                        <p:tgtEl>
                                          <p:spTgt spid="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02B348C4-1F69-4715-9673-7C592199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3251" name="Group 2">
            <a:extLst>
              <a:ext uri="{FF2B5EF4-FFF2-40B4-BE49-F238E27FC236}">
                <a16:creationId xmlns:a16="http://schemas.microsoft.com/office/drawing/2014/main" id="{E687F092-AA16-4D77-8241-7F16EB252A81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951163"/>
            <a:ext cx="2057400" cy="1981200"/>
            <a:chOff x="3840" y="1859"/>
            <a:chExt cx="1296" cy="1248"/>
          </a:xfrm>
        </p:grpSpPr>
        <p:sp>
          <p:nvSpPr>
            <p:cNvPr id="3252" name="Oval 3">
              <a:extLst>
                <a:ext uri="{FF2B5EF4-FFF2-40B4-BE49-F238E27FC236}">
                  <a16:creationId xmlns:a16="http://schemas.microsoft.com/office/drawing/2014/main" id="{D1A29440-5A41-40A4-86C0-9560C1A55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9" y="1921"/>
              <a:ext cx="1178" cy="1124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66FF"/>
                  </a:solidFill>
                </a14:hiddenFill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 useBgFill="1">
          <p:nvSpPr>
            <p:cNvPr id="3253" name="Freeform 4">
              <a:extLst>
                <a:ext uri="{FF2B5EF4-FFF2-40B4-BE49-F238E27FC236}">
                  <a16:creationId xmlns:a16="http://schemas.microsoft.com/office/drawing/2014/main" id="{A8E5E03B-DE90-47F6-B030-867258ECD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1859"/>
              <a:ext cx="1296" cy="1248"/>
            </a:xfrm>
            <a:custGeom>
              <a:avLst/>
              <a:gdLst>
                <a:gd name="T0" fmla="*/ 528 w 1056"/>
                <a:gd name="T1" fmla="*/ 48 h 960"/>
                <a:gd name="T2" fmla="*/ 528 w 1056"/>
                <a:gd name="T3" fmla="*/ 480 h 960"/>
                <a:gd name="T4" fmla="*/ 1056 w 1056"/>
                <a:gd name="T5" fmla="*/ 480 h 960"/>
                <a:gd name="T6" fmla="*/ 1056 w 1056"/>
                <a:gd name="T7" fmla="*/ 960 h 960"/>
                <a:gd name="T8" fmla="*/ 0 w 1056"/>
                <a:gd name="T9" fmla="*/ 960 h 960"/>
                <a:gd name="T10" fmla="*/ 0 w 1056"/>
                <a:gd name="T11" fmla="*/ 0 h 960"/>
                <a:gd name="T12" fmla="*/ 528 w 1056"/>
                <a:gd name="T13" fmla="*/ 0 h 960"/>
                <a:gd name="T14" fmla="*/ 528 w 1056"/>
                <a:gd name="T15" fmla="*/ 48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6" h="960">
                  <a:moveTo>
                    <a:pt x="528" y="48"/>
                  </a:moveTo>
                  <a:lnTo>
                    <a:pt x="528" y="480"/>
                  </a:lnTo>
                  <a:lnTo>
                    <a:pt x="1056" y="480"/>
                  </a:lnTo>
                  <a:lnTo>
                    <a:pt x="1056" y="960"/>
                  </a:lnTo>
                  <a:lnTo>
                    <a:pt x="0" y="960"/>
                  </a:lnTo>
                  <a:lnTo>
                    <a:pt x="0" y="0"/>
                  </a:lnTo>
                  <a:lnTo>
                    <a:pt x="528" y="0"/>
                  </a:lnTo>
                  <a:lnTo>
                    <a:pt x="528" y="48"/>
                  </a:lnTo>
                  <a:close/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54" name="Line 5">
              <a:extLst>
                <a:ext uri="{FF2B5EF4-FFF2-40B4-BE49-F238E27FC236}">
                  <a16:creationId xmlns:a16="http://schemas.microsoft.com/office/drawing/2014/main" id="{FF00CB2B-8C40-4A4C-9D7D-E4EA7F287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8" y="1921"/>
              <a:ext cx="0" cy="5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55" name="Freeform 6">
              <a:extLst>
                <a:ext uri="{FF2B5EF4-FFF2-40B4-BE49-F238E27FC236}">
                  <a16:creationId xmlns:a16="http://schemas.microsoft.com/office/drawing/2014/main" id="{9E14B593-DF27-454F-9849-9411EE1EB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2480"/>
              <a:ext cx="609" cy="3"/>
            </a:xfrm>
            <a:custGeom>
              <a:avLst/>
              <a:gdLst>
                <a:gd name="T0" fmla="*/ 0 w 609"/>
                <a:gd name="T1" fmla="*/ 3 h 3"/>
                <a:gd name="T2" fmla="*/ 609 w 60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9" h="3">
                  <a:moveTo>
                    <a:pt x="0" y="3"/>
                  </a:moveTo>
                  <a:lnTo>
                    <a:pt x="609" y="0"/>
                  </a:lnTo>
                </a:path>
              </a:pathLst>
            </a:custGeom>
            <a:solidFill>
              <a:srgbClr val="FF66FF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256" name="Text Box 9">
            <a:extLst>
              <a:ext uri="{FF2B5EF4-FFF2-40B4-BE49-F238E27FC236}">
                <a16:creationId xmlns:a16="http://schemas.microsoft.com/office/drawing/2014/main" id="{58016E0E-AD46-4B34-BB00-B359E8ECF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00213"/>
            <a:ext cx="707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黑体" panose="02010609060101010101" pitchFamily="49" charset="-122"/>
                <a:ea typeface="等线" panose="02010600030101010101" pitchFamily="2" charset="-122"/>
              </a:rPr>
              <a:t>3. </a:t>
            </a:r>
            <a:r>
              <a:rPr lang="zh-CN" altLang="en-US" sz="3200">
                <a:solidFill>
                  <a:srgbClr val="000000"/>
                </a:solidFill>
                <a:latin typeface="黑体" panose="02010609060101010101" pitchFamily="49" charset="-122"/>
                <a:ea typeface="等线" panose="02010600030101010101" pitchFamily="2" charset="-122"/>
              </a:rPr>
              <a:t>要把几个视图联系起来进行分析</a:t>
            </a:r>
          </a:p>
        </p:txBody>
      </p:sp>
      <p:sp>
        <p:nvSpPr>
          <p:cNvPr id="3257" name="Rectangle 10">
            <a:extLst>
              <a:ext uri="{FF2B5EF4-FFF2-40B4-BE49-F238E27FC236}">
                <a16:creationId xmlns:a16="http://schemas.microsoft.com/office/drawing/2014/main" id="{B8B43D52-E711-499F-BDD2-85BBB9D8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027363"/>
            <a:ext cx="990600" cy="914400"/>
          </a:xfrm>
          <a:prstGeom prst="rect">
            <a:avLst/>
          </a:prstGeom>
          <a:noFill/>
          <a:ln w="3810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258" name="AutoShape 11">
            <a:extLst>
              <a:ext uri="{FF2B5EF4-FFF2-40B4-BE49-F238E27FC236}">
                <a16:creationId xmlns:a16="http://schemas.microsoft.com/office/drawing/2014/main" id="{85B2EC7D-F104-4DD5-A05C-BEFE80CEE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027363"/>
            <a:ext cx="914400" cy="914400"/>
          </a:xfrm>
          <a:prstGeom prst="rtTriangle">
            <a:avLst/>
          </a:prstGeom>
          <a:noFill/>
          <a:ln w="3810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3259" name="Group 12">
            <a:extLst>
              <a:ext uri="{FF2B5EF4-FFF2-40B4-BE49-F238E27FC236}">
                <a16:creationId xmlns:a16="http://schemas.microsoft.com/office/drawing/2014/main" id="{80136FCB-D444-4582-90AD-9D61BB004676}"/>
              </a:ext>
            </a:extLst>
          </p:cNvPr>
          <p:cNvGrpSpPr>
            <a:grpSpLocks/>
          </p:cNvGrpSpPr>
          <p:nvPr/>
        </p:nvGrpSpPr>
        <p:grpSpPr bwMode="auto">
          <a:xfrm>
            <a:off x="746125" y="2257425"/>
            <a:ext cx="1539875" cy="3208338"/>
            <a:chOff x="470" y="1422"/>
            <a:chExt cx="970" cy="2021"/>
          </a:xfrm>
        </p:grpSpPr>
        <p:sp>
          <p:nvSpPr>
            <p:cNvPr id="3260" name="Rectangle 13">
              <a:extLst>
                <a:ext uri="{FF2B5EF4-FFF2-40B4-BE49-F238E27FC236}">
                  <a16:creationId xmlns:a16="http://schemas.microsoft.com/office/drawing/2014/main" id="{EE7C9250-EBB2-4848-934B-9024EACEF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907"/>
              <a:ext cx="912" cy="5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261" name="Rectangle 14">
              <a:extLst>
                <a:ext uri="{FF2B5EF4-FFF2-40B4-BE49-F238E27FC236}">
                  <a16:creationId xmlns:a16="http://schemas.microsoft.com/office/drawing/2014/main" id="{05AB798D-FD12-4695-AEC3-08557988D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67"/>
              <a:ext cx="912" cy="5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262" name="Text Box 15">
              <a:extLst>
                <a:ext uri="{FF2B5EF4-FFF2-40B4-BE49-F238E27FC236}">
                  <a16:creationId xmlns:a16="http://schemas.microsoft.com/office/drawing/2014/main" id="{593C2389-DF62-41A9-BB03-301AF5F0E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" y="1422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例</a:t>
              </a:r>
              <a:r>
                <a:rPr lang="zh-CN" altLang="en-US" sz="3200" b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：</a:t>
              </a:r>
            </a:p>
          </p:txBody>
        </p:sp>
      </p:grpSp>
      <p:grpSp>
        <p:nvGrpSpPr>
          <p:cNvPr id="3263" name="Group 16">
            <a:extLst>
              <a:ext uri="{FF2B5EF4-FFF2-40B4-BE49-F238E27FC236}">
                <a16:creationId xmlns:a16="http://schemas.microsoft.com/office/drawing/2014/main" id="{76D74194-BF83-400E-A597-C9C0AF1E46F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495800"/>
            <a:ext cx="1447800" cy="1125538"/>
            <a:chOff x="1824" y="2832"/>
            <a:chExt cx="912" cy="709"/>
          </a:xfrm>
        </p:grpSpPr>
        <p:sp>
          <p:nvSpPr>
            <p:cNvPr id="3264" name="Freeform 17">
              <a:extLst>
                <a:ext uri="{FF2B5EF4-FFF2-40B4-BE49-F238E27FC236}">
                  <a16:creationId xmlns:a16="http://schemas.microsoft.com/office/drawing/2014/main" id="{0E3F1F85-4CE2-49CE-993C-27DDDF661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2832"/>
              <a:ext cx="906" cy="325"/>
            </a:xfrm>
            <a:custGeom>
              <a:avLst/>
              <a:gdLst>
                <a:gd name="T0" fmla="*/ 0 w 906"/>
                <a:gd name="T1" fmla="*/ 183 h 325"/>
                <a:gd name="T2" fmla="*/ 593 w 906"/>
                <a:gd name="T3" fmla="*/ 0 h 325"/>
                <a:gd name="T4" fmla="*/ 906 w 906"/>
                <a:gd name="T5" fmla="*/ 133 h 325"/>
                <a:gd name="T6" fmla="*/ 282 w 906"/>
                <a:gd name="T7" fmla="*/ 325 h 325"/>
                <a:gd name="T8" fmla="*/ 0 w 906"/>
                <a:gd name="T9" fmla="*/ 183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25">
                  <a:moveTo>
                    <a:pt x="0" y="183"/>
                  </a:moveTo>
                  <a:lnTo>
                    <a:pt x="593" y="0"/>
                  </a:lnTo>
                  <a:lnTo>
                    <a:pt x="906" y="133"/>
                  </a:lnTo>
                  <a:lnTo>
                    <a:pt x="282" y="325"/>
                  </a:lnTo>
                  <a:lnTo>
                    <a:pt x="0" y="183"/>
                  </a:lnTo>
                  <a:close/>
                </a:path>
              </a:pathLst>
            </a:custGeom>
            <a:gradFill rotWithShape="0">
              <a:gsLst>
                <a:gs pos="0">
                  <a:srgbClr val="218421"/>
                </a:gs>
                <a:gs pos="100000">
                  <a:srgbClr val="33CC33"/>
                </a:gs>
              </a:gsLst>
              <a:lin ang="2700000"/>
            </a:gradFill>
            <a:ln w="12700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5" name="Freeform 18">
              <a:extLst>
                <a:ext uri="{FF2B5EF4-FFF2-40B4-BE49-F238E27FC236}">
                  <a16:creationId xmlns:a16="http://schemas.microsoft.com/office/drawing/2014/main" id="{3B480849-82B2-4D33-8E9C-7A6F3BB2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013"/>
              <a:ext cx="288" cy="528"/>
            </a:xfrm>
            <a:custGeom>
              <a:avLst/>
              <a:gdLst>
                <a:gd name="T0" fmla="*/ 0 w 288"/>
                <a:gd name="T1" fmla="*/ 0 h 528"/>
                <a:gd name="T2" fmla="*/ 6 w 288"/>
                <a:gd name="T3" fmla="*/ 384 h 528"/>
                <a:gd name="T4" fmla="*/ 288 w 288"/>
                <a:gd name="T5" fmla="*/ 528 h 528"/>
                <a:gd name="T6" fmla="*/ 288 w 288"/>
                <a:gd name="T7" fmla="*/ 144 h 528"/>
                <a:gd name="T8" fmla="*/ 0 w 288"/>
                <a:gd name="T9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528">
                  <a:moveTo>
                    <a:pt x="0" y="0"/>
                  </a:moveTo>
                  <a:lnTo>
                    <a:pt x="6" y="384"/>
                  </a:lnTo>
                  <a:lnTo>
                    <a:pt x="288" y="528"/>
                  </a:lnTo>
                  <a:lnTo>
                    <a:pt x="288" y="1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CC33"/>
                </a:gs>
                <a:gs pos="100000">
                  <a:srgbClr val="228822"/>
                </a:gs>
              </a:gsLst>
              <a:lin ang="0"/>
            </a:gradFill>
            <a:ln w="12700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" name="Freeform 19">
              <a:extLst>
                <a:ext uri="{FF2B5EF4-FFF2-40B4-BE49-F238E27FC236}">
                  <a16:creationId xmlns:a16="http://schemas.microsoft.com/office/drawing/2014/main" id="{98064C81-9521-4300-BAEB-675B16160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965"/>
              <a:ext cx="624" cy="576"/>
            </a:xfrm>
            <a:custGeom>
              <a:avLst/>
              <a:gdLst>
                <a:gd name="T0" fmla="*/ 0 w 624"/>
                <a:gd name="T1" fmla="*/ 192 h 576"/>
                <a:gd name="T2" fmla="*/ 0 w 624"/>
                <a:gd name="T3" fmla="*/ 576 h 576"/>
                <a:gd name="T4" fmla="*/ 624 w 624"/>
                <a:gd name="T5" fmla="*/ 384 h 576"/>
                <a:gd name="T6" fmla="*/ 624 w 624"/>
                <a:gd name="T7" fmla="*/ 0 h 576"/>
                <a:gd name="T8" fmla="*/ 0 w 624"/>
                <a:gd name="T9" fmla="*/ 192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576">
                  <a:moveTo>
                    <a:pt x="0" y="192"/>
                  </a:moveTo>
                  <a:lnTo>
                    <a:pt x="0" y="576"/>
                  </a:lnTo>
                  <a:lnTo>
                    <a:pt x="624" y="384"/>
                  </a:lnTo>
                  <a:lnTo>
                    <a:pt x="624" y="0"/>
                  </a:lnTo>
                  <a:lnTo>
                    <a:pt x="0" y="192"/>
                  </a:lnTo>
                  <a:close/>
                </a:path>
              </a:pathLst>
            </a:custGeom>
            <a:gradFill rotWithShape="0">
              <a:gsLst>
                <a:gs pos="0">
                  <a:srgbClr val="007400"/>
                </a:gs>
                <a:gs pos="100000">
                  <a:srgbClr val="00CC00"/>
                </a:gs>
              </a:gsLst>
              <a:lin ang="0"/>
            </a:gradFill>
            <a:ln w="12700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267" name="Group 20">
            <a:extLst>
              <a:ext uri="{FF2B5EF4-FFF2-40B4-BE49-F238E27FC236}">
                <a16:creationId xmlns:a16="http://schemas.microsoft.com/office/drawing/2014/main" id="{9E9FD203-5CF3-4934-96AA-0F77B9511181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430713"/>
            <a:ext cx="1333500" cy="1068387"/>
            <a:chOff x="3120" y="2791"/>
            <a:chExt cx="840" cy="673"/>
          </a:xfrm>
        </p:grpSpPr>
        <p:sp>
          <p:nvSpPr>
            <p:cNvPr id="3268" name="Freeform 21">
              <a:extLst>
                <a:ext uri="{FF2B5EF4-FFF2-40B4-BE49-F238E27FC236}">
                  <a16:creationId xmlns:a16="http://schemas.microsoft.com/office/drawing/2014/main" id="{5930531E-1780-44B2-ABB9-198004C89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791"/>
              <a:ext cx="840" cy="673"/>
            </a:xfrm>
            <a:custGeom>
              <a:avLst/>
              <a:gdLst>
                <a:gd name="T0" fmla="*/ 0 w 840"/>
                <a:gd name="T1" fmla="*/ 193 h 673"/>
                <a:gd name="T2" fmla="*/ 615 w 840"/>
                <a:gd name="T3" fmla="*/ 0 h 673"/>
                <a:gd name="T4" fmla="*/ 840 w 840"/>
                <a:gd name="T5" fmla="*/ 465 h 673"/>
                <a:gd name="T6" fmla="*/ 282 w 840"/>
                <a:gd name="T7" fmla="*/ 673 h 673"/>
                <a:gd name="T8" fmla="*/ 0 w 840"/>
                <a:gd name="T9" fmla="*/ 19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0" h="673">
                  <a:moveTo>
                    <a:pt x="0" y="193"/>
                  </a:moveTo>
                  <a:lnTo>
                    <a:pt x="615" y="0"/>
                  </a:lnTo>
                  <a:lnTo>
                    <a:pt x="840" y="465"/>
                  </a:lnTo>
                  <a:lnTo>
                    <a:pt x="282" y="673"/>
                  </a:lnTo>
                  <a:lnTo>
                    <a:pt x="0" y="193"/>
                  </a:lnTo>
                  <a:close/>
                </a:path>
              </a:pathLst>
            </a:cu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9" name="Freeform 22">
              <a:extLst>
                <a:ext uri="{FF2B5EF4-FFF2-40B4-BE49-F238E27FC236}">
                  <a16:creationId xmlns:a16="http://schemas.microsoft.com/office/drawing/2014/main" id="{35D16225-F1ED-47AA-88DE-91ED59E7A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976"/>
              <a:ext cx="292" cy="488"/>
            </a:xfrm>
            <a:custGeom>
              <a:avLst/>
              <a:gdLst>
                <a:gd name="T0" fmla="*/ 0 w 292"/>
                <a:gd name="T1" fmla="*/ 0 h 488"/>
                <a:gd name="T2" fmla="*/ 0 w 292"/>
                <a:gd name="T3" fmla="*/ 432 h 488"/>
                <a:gd name="T4" fmla="*/ 292 w 292"/>
                <a:gd name="T5" fmla="*/ 488 h 488"/>
                <a:gd name="T6" fmla="*/ 0 w 292"/>
                <a:gd name="T7" fmla="*/ 0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488">
                  <a:moveTo>
                    <a:pt x="0" y="0"/>
                  </a:moveTo>
                  <a:lnTo>
                    <a:pt x="0" y="432"/>
                  </a:lnTo>
                  <a:lnTo>
                    <a:pt x="292" y="48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100000">
                  <a:srgbClr val="FF99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270" name="Group 23">
            <a:extLst>
              <a:ext uri="{FF2B5EF4-FFF2-40B4-BE49-F238E27FC236}">
                <a16:creationId xmlns:a16="http://schemas.microsoft.com/office/drawing/2014/main" id="{558CB387-4D9E-4270-A4F0-4D880FD98219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4343400"/>
            <a:ext cx="1412875" cy="1106488"/>
            <a:chOff x="4368" y="2736"/>
            <a:chExt cx="890" cy="697"/>
          </a:xfrm>
        </p:grpSpPr>
        <p:sp>
          <p:nvSpPr>
            <p:cNvPr id="3271" name="Freeform 24">
              <a:extLst>
                <a:ext uri="{FF2B5EF4-FFF2-40B4-BE49-F238E27FC236}">
                  <a16:creationId xmlns:a16="http://schemas.microsoft.com/office/drawing/2014/main" id="{06EEEC90-2902-48A6-B45A-81B7D319E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2736"/>
              <a:ext cx="890" cy="697"/>
            </a:xfrm>
            <a:custGeom>
              <a:avLst/>
              <a:gdLst>
                <a:gd name="T0" fmla="*/ 0 w 890"/>
                <a:gd name="T1" fmla="*/ 203 h 697"/>
                <a:gd name="T2" fmla="*/ 99 w 890"/>
                <a:gd name="T3" fmla="*/ 255 h 697"/>
                <a:gd name="T4" fmla="*/ 169 w 890"/>
                <a:gd name="T5" fmla="*/ 311 h 697"/>
                <a:gd name="T6" fmla="*/ 226 w 890"/>
                <a:gd name="T7" fmla="*/ 382 h 697"/>
                <a:gd name="T8" fmla="*/ 282 w 890"/>
                <a:gd name="T9" fmla="*/ 480 h 697"/>
                <a:gd name="T10" fmla="*/ 325 w 890"/>
                <a:gd name="T11" fmla="*/ 598 h 697"/>
                <a:gd name="T12" fmla="*/ 325 w 890"/>
                <a:gd name="T13" fmla="*/ 697 h 697"/>
                <a:gd name="T14" fmla="*/ 890 w 890"/>
                <a:gd name="T15" fmla="*/ 495 h 697"/>
                <a:gd name="T16" fmla="*/ 875 w 890"/>
                <a:gd name="T17" fmla="*/ 396 h 697"/>
                <a:gd name="T18" fmla="*/ 847 w 890"/>
                <a:gd name="T19" fmla="*/ 255 h 697"/>
                <a:gd name="T20" fmla="*/ 777 w 890"/>
                <a:gd name="T21" fmla="*/ 142 h 697"/>
                <a:gd name="T22" fmla="*/ 706 w 890"/>
                <a:gd name="T23" fmla="*/ 71 h 697"/>
                <a:gd name="T24" fmla="*/ 607 w 890"/>
                <a:gd name="T25" fmla="*/ 0 h 697"/>
                <a:gd name="T26" fmla="*/ 0 w 890"/>
                <a:gd name="T27" fmla="*/ 203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90" h="697">
                  <a:moveTo>
                    <a:pt x="0" y="203"/>
                  </a:moveTo>
                  <a:lnTo>
                    <a:pt x="99" y="255"/>
                  </a:lnTo>
                  <a:lnTo>
                    <a:pt x="169" y="311"/>
                  </a:lnTo>
                  <a:lnTo>
                    <a:pt x="226" y="382"/>
                  </a:lnTo>
                  <a:lnTo>
                    <a:pt x="282" y="480"/>
                  </a:lnTo>
                  <a:lnTo>
                    <a:pt x="325" y="598"/>
                  </a:lnTo>
                  <a:lnTo>
                    <a:pt x="325" y="697"/>
                  </a:lnTo>
                  <a:lnTo>
                    <a:pt x="890" y="495"/>
                  </a:lnTo>
                  <a:lnTo>
                    <a:pt x="875" y="396"/>
                  </a:lnTo>
                  <a:lnTo>
                    <a:pt x="847" y="255"/>
                  </a:lnTo>
                  <a:lnTo>
                    <a:pt x="777" y="142"/>
                  </a:lnTo>
                  <a:lnTo>
                    <a:pt x="706" y="71"/>
                  </a:lnTo>
                  <a:lnTo>
                    <a:pt x="607" y="0"/>
                  </a:lnTo>
                  <a:lnTo>
                    <a:pt x="0" y="203"/>
                  </a:lnTo>
                  <a:close/>
                </a:path>
              </a:pathLst>
            </a:custGeom>
            <a:gradFill rotWithShape="0">
              <a:gsLst>
                <a:gs pos="0">
                  <a:srgbClr val="760076"/>
                </a:gs>
                <a:gs pos="50000">
                  <a:srgbClr val="FF00FF"/>
                </a:gs>
                <a:gs pos="100000">
                  <a:srgbClr val="760076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2" name="Freeform 25">
              <a:extLst>
                <a:ext uri="{FF2B5EF4-FFF2-40B4-BE49-F238E27FC236}">
                  <a16:creationId xmlns:a16="http://schemas.microsoft.com/office/drawing/2014/main" id="{4D387C3A-3840-4554-A545-C39B6E135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2939"/>
              <a:ext cx="339" cy="494"/>
            </a:xfrm>
            <a:custGeom>
              <a:avLst/>
              <a:gdLst>
                <a:gd name="T0" fmla="*/ 0 w 339"/>
                <a:gd name="T1" fmla="*/ 0 h 494"/>
                <a:gd name="T2" fmla="*/ 113 w 339"/>
                <a:gd name="T3" fmla="*/ 56 h 494"/>
                <a:gd name="T4" fmla="*/ 198 w 339"/>
                <a:gd name="T5" fmla="*/ 113 h 494"/>
                <a:gd name="T6" fmla="*/ 268 w 339"/>
                <a:gd name="T7" fmla="*/ 183 h 494"/>
                <a:gd name="T8" fmla="*/ 311 w 339"/>
                <a:gd name="T9" fmla="*/ 296 h 494"/>
                <a:gd name="T10" fmla="*/ 339 w 339"/>
                <a:gd name="T11" fmla="*/ 381 h 494"/>
                <a:gd name="T12" fmla="*/ 339 w 339"/>
                <a:gd name="T13" fmla="*/ 494 h 494"/>
                <a:gd name="T14" fmla="*/ 0 w 339"/>
                <a:gd name="T15" fmla="*/ 395 h 494"/>
                <a:gd name="T16" fmla="*/ 0 w 339"/>
                <a:gd name="T17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9" h="494">
                  <a:moveTo>
                    <a:pt x="0" y="0"/>
                  </a:moveTo>
                  <a:lnTo>
                    <a:pt x="113" y="56"/>
                  </a:lnTo>
                  <a:lnTo>
                    <a:pt x="198" y="113"/>
                  </a:lnTo>
                  <a:lnTo>
                    <a:pt x="268" y="183"/>
                  </a:lnTo>
                  <a:lnTo>
                    <a:pt x="311" y="296"/>
                  </a:lnTo>
                  <a:lnTo>
                    <a:pt x="339" y="381"/>
                  </a:lnTo>
                  <a:lnTo>
                    <a:pt x="339" y="494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0076"/>
                </a:gs>
                <a:gs pos="100000">
                  <a:srgbClr val="FF00FF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0" dur="500"/>
                                        <p:tgtEl>
                                          <p:spTgt spid="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3" dur="500"/>
                                        <p:tgtEl>
                                          <p:spTgt spid="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9" dur="500"/>
                                        <p:tgtEl>
                                          <p:spTgt spid="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" grpId="0" build="p" animBg="1"/>
      <p:bldP spid="3257" grpId="0" animBg="1"/>
      <p:bldP spid="32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EACA9E03-9DCF-4082-85D8-CC17A6DB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275" name="Text Box 2">
            <a:extLst>
              <a:ext uri="{FF2B5EF4-FFF2-40B4-BE49-F238E27FC236}">
                <a16:creationId xmlns:a16="http://schemas.microsoft.com/office/drawing/2014/main" id="{EB13EC65-EA58-41F3-A51A-58F1A4EE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237" y="-47442"/>
            <a:ext cx="55260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600" dirty="0">
                <a:solidFill>
                  <a:schemeClr val="bg1"/>
                </a:solidFill>
                <a:ea typeface="等线" panose="02010600030101010101" pitchFamily="2" charset="-122"/>
              </a:rPr>
              <a:t>4. </a:t>
            </a:r>
            <a:r>
              <a:rPr lang="zh-CN" altLang="en-US" sz="3600" dirty="0">
                <a:solidFill>
                  <a:schemeClr val="bg1"/>
                </a:solidFill>
                <a:ea typeface="等线" panose="02010600030101010101" pitchFamily="2" charset="-122"/>
              </a:rPr>
              <a:t>要善于构思空间物体</a:t>
            </a:r>
          </a:p>
        </p:txBody>
      </p:sp>
      <p:sp>
        <p:nvSpPr>
          <p:cNvPr id="3276" name="Text Box 3">
            <a:extLst>
              <a:ext uri="{FF2B5EF4-FFF2-40B4-BE49-F238E27FC236}">
                <a16:creationId xmlns:a16="http://schemas.microsoft.com/office/drawing/2014/main" id="{F5B51BD8-1BCA-48E6-A93E-0E8FB3145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838200"/>
            <a:ext cx="7102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始终把空间想象和投影分析相结合</a:t>
            </a:r>
          </a:p>
        </p:txBody>
      </p:sp>
      <p:sp>
        <p:nvSpPr>
          <p:cNvPr id="3277" name="Text Box 4">
            <a:extLst>
              <a:ext uri="{FF2B5EF4-FFF2-40B4-BE49-F238E27FC236}">
                <a16:creationId xmlns:a16="http://schemas.microsoft.com/office/drawing/2014/main" id="{D5FD6ED9-76CA-4F1C-A424-616B747C7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6213" y="2047875"/>
            <a:ext cx="2155825" cy="579438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物体形状</a:t>
            </a:r>
          </a:p>
        </p:txBody>
      </p:sp>
      <p:grpSp>
        <p:nvGrpSpPr>
          <p:cNvPr id="3278" name="Group 5">
            <a:extLst>
              <a:ext uri="{FF2B5EF4-FFF2-40B4-BE49-F238E27FC236}">
                <a16:creationId xmlns:a16="http://schemas.microsoft.com/office/drawing/2014/main" id="{D1E83685-D937-4AD2-A453-A032245836C8}"/>
              </a:ext>
            </a:extLst>
          </p:cNvPr>
          <p:cNvGrpSpPr>
            <a:grpSpLocks/>
          </p:cNvGrpSpPr>
          <p:nvPr/>
        </p:nvGrpSpPr>
        <p:grpSpPr bwMode="auto">
          <a:xfrm>
            <a:off x="3117850" y="1624013"/>
            <a:ext cx="3598863" cy="730250"/>
            <a:chOff x="1844" y="1023"/>
            <a:chExt cx="2244" cy="460"/>
          </a:xfrm>
        </p:grpSpPr>
        <p:sp>
          <p:nvSpPr>
            <p:cNvPr id="3279" name="Text Box 6">
              <a:extLst>
                <a:ext uri="{FF2B5EF4-FFF2-40B4-BE49-F238E27FC236}">
                  <a16:creationId xmlns:a16="http://schemas.microsoft.com/office/drawing/2014/main" id="{6AC68EA5-4015-4634-9830-197AC7E01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" y="1023"/>
              <a:ext cx="21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投影分析、空间想象</a:t>
              </a:r>
            </a:p>
          </p:txBody>
        </p:sp>
        <p:sp>
          <p:nvSpPr>
            <p:cNvPr id="3280" name="Line 7">
              <a:extLst>
                <a:ext uri="{FF2B5EF4-FFF2-40B4-BE49-F238E27FC236}">
                  <a16:creationId xmlns:a16="http://schemas.microsoft.com/office/drawing/2014/main" id="{C7B6A81F-72CC-445C-ACA7-1B6E6283E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4" y="1483"/>
              <a:ext cx="2244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281" name="Text Box 8">
            <a:extLst>
              <a:ext uri="{FF2B5EF4-FFF2-40B4-BE49-F238E27FC236}">
                <a16:creationId xmlns:a16="http://schemas.microsoft.com/office/drawing/2014/main" id="{F5463B7B-891F-4AF9-8F7B-202E01E6D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3381375"/>
            <a:ext cx="2663825" cy="579438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物体的视图</a:t>
            </a:r>
          </a:p>
        </p:txBody>
      </p:sp>
      <p:sp>
        <p:nvSpPr>
          <p:cNvPr id="3282" name="Text Box 9">
            <a:extLst>
              <a:ext uri="{FF2B5EF4-FFF2-40B4-BE49-F238E27FC236}">
                <a16:creationId xmlns:a16="http://schemas.microsoft.com/office/drawing/2014/main" id="{6B29B7BD-C820-4D88-94D4-C7E3D8395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063750"/>
            <a:ext cx="2251075" cy="579438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已知视图</a:t>
            </a:r>
          </a:p>
        </p:txBody>
      </p:sp>
      <p:sp>
        <p:nvSpPr>
          <p:cNvPr id="3283" name="Line 10">
            <a:extLst>
              <a:ext uri="{FF2B5EF4-FFF2-40B4-BE49-F238E27FC236}">
                <a16:creationId xmlns:a16="http://schemas.microsoft.com/office/drawing/2014/main" id="{5AD2C55A-E613-4578-8242-E9EB7355C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5038" y="2646363"/>
            <a:ext cx="1411287" cy="103981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84" name="Line 11">
            <a:extLst>
              <a:ext uri="{FF2B5EF4-FFF2-40B4-BE49-F238E27FC236}">
                <a16:creationId xmlns:a16="http://schemas.microsoft.com/office/drawing/2014/main" id="{9ADFC116-2263-49E1-86A7-13C25A27F5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46288" y="2663825"/>
            <a:ext cx="1711325" cy="102235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85" name="Text Box 12">
            <a:extLst>
              <a:ext uri="{FF2B5EF4-FFF2-40B4-BE49-F238E27FC236}">
                <a16:creationId xmlns:a16="http://schemas.microsoft.com/office/drawing/2014/main" id="{C1AE94A3-188E-4273-A69B-C53FF9DF2E4A}"/>
              </a:ext>
            </a:extLst>
          </p:cNvPr>
          <p:cNvSpPr>
            <a:spLocks noChangeArrowheads="1"/>
          </p:cNvSpPr>
          <p:nvPr/>
        </p:nvSpPr>
        <p:spPr bwMode="auto">
          <a:xfrm rot="19320000">
            <a:off x="5907088" y="2713038"/>
            <a:ext cx="1235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默想</a:t>
            </a:r>
          </a:p>
        </p:txBody>
      </p:sp>
      <p:sp>
        <p:nvSpPr>
          <p:cNvPr id="3286" name="Text Box 13">
            <a:extLst>
              <a:ext uri="{FF2B5EF4-FFF2-40B4-BE49-F238E27FC236}">
                <a16:creationId xmlns:a16="http://schemas.microsoft.com/office/drawing/2014/main" id="{8BF7A81E-63EE-40CC-A2F8-654A2E28D5A6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2733675" y="2846388"/>
            <a:ext cx="1100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对照</a:t>
            </a:r>
          </a:p>
        </p:txBody>
      </p:sp>
      <p:grpSp>
        <p:nvGrpSpPr>
          <p:cNvPr id="3287" name="Group 14">
            <a:extLst>
              <a:ext uri="{FF2B5EF4-FFF2-40B4-BE49-F238E27FC236}">
                <a16:creationId xmlns:a16="http://schemas.microsoft.com/office/drawing/2014/main" id="{A3C3FDDF-FD88-4208-A6B6-299457D19047}"/>
              </a:ext>
            </a:extLst>
          </p:cNvPr>
          <p:cNvGrpSpPr>
            <a:grpSpLocks/>
          </p:cNvGrpSpPr>
          <p:nvPr/>
        </p:nvGrpSpPr>
        <p:grpSpPr bwMode="auto">
          <a:xfrm>
            <a:off x="3846513" y="2593975"/>
            <a:ext cx="2060575" cy="660400"/>
            <a:chOff x="2234" y="1656"/>
            <a:chExt cx="1175" cy="416"/>
          </a:xfrm>
        </p:grpSpPr>
        <p:sp>
          <p:nvSpPr>
            <p:cNvPr id="3288" name="Freeform 15">
              <a:extLst>
                <a:ext uri="{FF2B5EF4-FFF2-40B4-BE49-F238E27FC236}">
                  <a16:creationId xmlns:a16="http://schemas.microsoft.com/office/drawing/2014/main" id="{831A86DA-F821-40B3-80AF-BD5A2FFBA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1656"/>
              <a:ext cx="1175" cy="416"/>
            </a:xfrm>
            <a:custGeom>
              <a:avLst/>
              <a:gdLst>
                <a:gd name="T0" fmla="*/ 344 w 1175"/>
                <a:gd name="T1" fmla="*/ 11 h 416"/>
                <a:gd name="T2" fmla="*/ 677 w 1175"/>
                <a:gd name="T3" fmla="*/ 11 h 416"/>
                <a:gd name="T4" fmla="*/ 1022 w 1175"/>
                <a:gd name="T5" fmla="*/ 77 h 416"/>
                <a:gd name="T6" fmla="*/ 1144 w 1175"/>
                <a:gd name="T7" fmla="*/ 288 h 416"/>
                <a:gd name="T8" fmla="*/ 833 w 1175"/>
                <a:gd name="T9" fmla="*/ 388 h 416"/>
                <a:gd name="T10" fmla="*/ 411 w 1175"/>
                <a:gd name="T11" fmla="*/ 366 h 416"/>
                <a:gd name="T12" fmla="*/ 0 w 1175"/>
                <a:gd name="T13" fmla="*/ 88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5" h="416">
                  <a:moveTo>
                    <a:pt x="344" y="11"/>
                  </a:moveTo>
                  <a:cubicBezTo>
                    <a:pt x="454" y="5"/>
                    <a:pt x="564" y="0"/>
                    <a:pt x="677" y="11"/>
                  </a:cubicBezTo>
                  <a:cubicBezTo>
                    <a:pt x="790" y="22"/>
                    <a:pt x="944" y="31"/>
                    <a:pt x="1022" y="77"/>
                  </a:cubicBezTo>
                  <a:cubicBezTo>
                    <a:pt x="1100" y="123"/>
                    <a:pt x="1175" y="236"/>
                    <a:pt x="1144" y="288"/>
                  </a:cubicBezTo>
                  <a:cubicBezTo>
                    <a:pt x="1113" y="340"/>
                    <a:pt x="955" y="375"/>
                    <a:pt x="833" y="388"/>
                  </a:cubicBezTo>
                  <a:cubicBezTo>
                    <a:pt x="711" y="401"/>
                    <a:pt x="550" y="416"/>
                    <a:pt x="411" y="366"/>
                  </a:cubicBezTo>
                  <a:cubicBezTo>
                    <a:pt x="272" y="316"/>
                    <a:pt x="68" y="134"/>
                    <a:pt x="0" y="88"/>
                  </a:cubicBezTo>
                </a:path>
              </a:pathLst>
            </a:custGeom>
            <a:noFill/>
            <a:ln w="28575" cap="flat" algn="ctr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89" name="Text Box 16">
              <a:extLst>
                <a:ext uri="{FF2B5EF4-FFF2-40B4-BE49-F238E27FC236}">
                  <a16:creationId xmlns:a16="http://schemas.microsoft.com/office/drawing/2014/main" id="{05EE2E38-4157-4E83-AC0C-905911F32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1695"/>
              <a:ext cx="5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修正</a:t>
              </a:r>
            </a:p>
          </p:txBody>
        </p:sp>
      </p:grpSp>
      <p:grpSp>
        <p:nvGrpSpPr>
          <p:cNvPr id="3290" name="Group 17">
            <a:extLst>
              <a:ext uri="{FF2B5EF4-FFF2-40B4-BE49-F238E27FC236}">
                <a16:creationId xmlns:a16="http://schemas.microsoft.com/office/drawing/2014/main" id="{A1C40556-40BF-4E6E-AE85-254206F6B67E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289300"/>
            <a:ext cx="2492375" cy="928688"/>
            <a:chOff x="863" y="2072"/>
            <a:chExt cx="1460" cy="513"/>
          </a:xfrm>
        </p:grpSpPr>
        <p:sp>
          <p:nvSpPr>
            <p:cNvPr id="3291" name="AutoShape 18">
              <a:extLst>
                <a:ext uri="{FF2B5EF4-FFF2-40B4-BE49-F238E27FC236}">
                  <a16:creationId xmlns:a16="http://schemas.microsoft.com/office/drawing/2014/main" id="{3C993BA9-D94B-4597-87CF-38B409F57D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1575" y="2003"/>
              <a:ext cx="286" cy="314"/>
            </a:xfrm>
            <a:prstGeom prst="leftBrace">
              <a:avLst>
                <a:gd name="adj1" fmla="val 69783"/>
                <a:gd name="adj2" fmla="val 50000"/>
              </a:avLst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292" name="Text Box 19">
              <a:extLst>
                <a:ext uri="{FF2B5EF4-FFF2-40B4-BE49-F238E27FC236}">
                  <a16:creationId xmlns:a16="http://schemas.microsoft.com/office/drawing/2014/main" id="{88633377-53AE-4F8E-BCF6-34CBF5D664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">
              <a:off x="863" y="2298"/>
              <a:ext cx="14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两者完全符合</a:t>
              </a:r>
            </a:p>
          </p:txBody>
        </p:sp>
      </p:grpSp>
      <p:grpSp>
        <p:nvGrpSpPr>
          <p:cNvPr id="3293" name="Group 20">
            <a:extLst>
              <a:ext uri="{FF2B5EF4-FFF2-40B4-BE49-F238E27FC236}">
                <a16:creationId xmlns:a16="http://schemas.microsoft.com/office/drawing/2014/main" id="{AF41B12C-858A-476D-ADD0-B4A5146FB177}"/>
              </a:ext>
            </a:extLst>
          </p:cNvPr>
          <p:cNvGrpSpPr>
            <a:grpSpLocks/>
          </p:cNvGrpSpPr>
          <p:nvPr/>
        </p:nvGrpSpPr>
        <p:grpSpPr bwMode="auto">
          <a:xfrm>
            <a:off x="2747963" y="4286250"/>
            <a:ext cx="3267075" cy="1158875"/>
            <a:chOff x="1589" y="2700"/>
            <a:chExt cx="1980" cy="730"/>
          </a:xfrm>
        </p:grpSpPr>
        <p:sp>
          <p:nvSpPr>
            <p:cNvPr id="3294" name="Text Box 21">
              <a:extLst>
                <a:ext uri="{FF2B5EF4-FFF2-40B4-BE49-F238E27FC236}">
                  <a16:creationId xmlns:a16="http://schemas.microsoft.com/office/drawing/2014/main" id="{D92442C0-3438-425E-A0FA-66D12BE69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3053"/>
              <a:ext cx="1153" cy="365"/>
            </a:xfrm>
            <a:prstGeom prst="rect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物体形状</a:t>
              </a:r>
            </a:p>
          </p:txBody>
        </p:sp>
        <p:sp>
          <p:nvSpPr>
            <p:cNvPr id="3295" name="Line 22">
              <a:extLst>
                <a:ext uri="{FF2B5EF4-FFF2-40B4-BE49-F238E27FC236}">
                  <a16:creationId xmlns:a16="http://schemas.microsoft.com/office/drawing/2014/main" id="{95140BBE-BAA5-450D-B7A3-09B0B783F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9" y="3255"/>
              <a:ext cx="767" cy="1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296" name="Line 23">
              <a:extLst>
                <a:ext uri="{FF2B5EF4-FFF2-40B4-BE49-F238E27FC236}">
                  <a16:creationId xmlns:a16="http://schemas.microsoft.com/office/drawing/2014/main" id="{738810F9-FD6D-4493-90B6-358751925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9" y="2700"/>
              <a:ext cx="0" cy="555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" dur="75"/>
                                        <p:tgtEl>
                                          <p:spTgt spid="3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 additive="base">
                                        <p:cTn id="13" dur="500"/>
                                        <p:tgtEl>
                                          <p:spTgt spid="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9" dur="500"/>
                                        <p:tgtEl>
                                          <p:spTgt spid="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34" dur="500"/>
                                        <p:tgtEl>
                                          <p:spTgt spid="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40" dur="500"/>
                                        <p:tgtEl>
                                          <p:spTgt spid="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6" dur="75"/>
                                        <p:tgtEl>
                                          <p:spTgt spid="328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52" dur="500"/>
                                        <p:tgtEl>
                                          <p:spTgt spid="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8" dur="75"/>
                                        <p:tgtEl>
                                          <p:spTgt spid="32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0" fill="hold"/>
                                        <p:tgtEl>
                                          <p:spTgt spid="3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0" fill="hold"/>
                                        <p:tgtEl>
                                          <p:spTgt spid="3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71" dur="500"/>
                                        <p:tgtEl>
                                          <p:spTgt spid="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7" dur="500"/>
                                        <p:tgtEl>
                                          <p:spTgt spid="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" grpId="0" build="p" animBg="1"/>
      <p:bldP spid="3277" grpId="0" animBg="1"/>
      <p:bldP spid="3281" grpId="0" animBg="1"/>
      <p:bldP spid="3282" grpId="0" animBg="1"/>
      <p:bldP spid="3285" grpId="0" build="p" animBg="1"/>
      <p:bldP spid="3286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28FD269B-B9BC-4EC8-B5F3-2BDCC347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299" name="Text Box 2">
            <a:extLst>
              <a:ext uri="{FF2B5EF4-FFF2-40B4-BE49-F238E27FC236}">
                <a16:creationId xmlns:a16="http://schemas.microsoft.com/office/drawing/2014/main" id="{D373284B-DD7D-4001-94B3-2FF4CA279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796" y="-28253"/>
            <a:ext cx="54308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等线" panose="02010600030101010101" pitchFamily="2" charset="-122"/>
              </a:rPr>
              <a:t>二、看图的方法和步骤</a:t>
            </a:r>
          </a:p>
        </p:txBody>
      </p:sp>
      <p:sp>
        <p:nvSpPr>
          <p:cNvPr id="3300" name="Text Box 3">
            <a:extLst>
              <a:ext uri="{FF2B5EF4-FFF2-40B4-BE49-F238E27FC236}">
                <a16:creationId xmlns:a16="http://schemas.microsoft.com/office/drawing/2014/main" id="{90C481E5-8027-4AB9-B8F7-B39AA7756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925513"/>
            <a:ext cx="3375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</a:rPr>
              <a:t>看图的基本方法</a:t>
            </a:r>
          </a:p>
        </p:txBody>
      </p:sp>
      <p:grpSp>
        <p:nvGrpSpPr>
          <p:cNvPr id="3301" name="Group 4">
            <a:extLst>
              <a:ext uri="{FF2B5EF4-FFF2-40B4-BE49-F238E27FC236}">
                <a16:creationId xmlns:a16="http://schemas.microsoft.com/office/drawing/2014/main" id="{C1862EC0-F3D7-4314-9DFD-94586F357D99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615950"/>
            <a:ext cx="2595562" cy="1204913"/>
            <a:chOff x="1776" y="336"/>
            <a:chExt cx="1345" cy="759"/>
          </a:xfrm>
        </p:grpSpPr>
        <p:sp>
          <p:nvSpPr>
            <p:cNvPr id="3302" name="Text Box 5">
              <a:extLst>
                <a:ext uri="{FF2B5EF4-FFF2-40B4-BE49-F238E27FC236}">
                  <a16:creationId xmlns:a16="http://schemas.microsoft.com/office/drawing/2014/main" id="{E6BD0A06-8307-439E-8EA2-1284DF19D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94"/>
              <a:ext cx="114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3200">
                  <a:solidFill>
                    <a:srgbClr val="000000"/>
                  </a:solidFill>
                  <a:ea typeface="等线" panose="02010600030101010101" pitchFamily="2" charset="-122"/>
                </a:rPr>
                <a:t>形体分析法</a:t>
              </a:r>
            </a:p>
          </p:txBody>
        </p:sp>
        <p:sp>
          <p:nvSpPr>
            <p:cNvPr id="3303" name="Text Box 6">
              <a:extLst>
                <a:ext uri="{FF2B5EF4-FFF2-40B4-BE49-F238E27FC236}">
                  <a16:creationId xmlns:a16="http://schemas.microsoft.com/office/drawing/2014/main" id="{F6E4CDC5-58D9-47B0-BE0F-A28CDDFE5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730"/>
              <a:ext cx="114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3200">
                  <a:solidFill>
                    <a:srgbClr val="000000"/>
                  </a:solidFill>
                  <a:ea typeface="等线" panose="02010600030101010101" pitchFamily="2" charset="-122"/>
                </a:rPr>
                <a:t>面形分析法</a:t>
              </a:r>
            </a:p>
          </p:txBody>
        </p:sp>
        <p:sp>
          <p:nvSpPr>
            <p:cNvPr id="3304" name="Text Box 7">
              <a:extLst>
                <a:ext uri="{FF2B5EF4-FFF2-40B4-BE49-F238E27FC236}">
                  <a16:creationId xmlns:a16="http://schemas.microsoft.com/office/drawing/2014/main" id="{A7A8ED51-7E43-4747-8967-0CF2D849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36"/>
              <a:ext cx="200" cy="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 sz="6600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305" name="AutoShape 8">
              <a:extLst>
                <a:ext uri="{FF2B5EF4-FFF2-40B4-BE49-F238E27FC236}">
                  <a16:creationId xmlns:a16="http://schemas.microsoft.com/office/drawing/2014/main" id="{124D72DD-9458-4043-9C2A-43121B403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585"/>
              <a:ext cx="171" cy="327"/>
            </a:xfrm>
            <a:prstGeom prst="leftBrace">
              <a:avLst>
                <a:gd name="adj1" fmla="val 92347"/>
                <a:gd name="adj2" fmla="val 50153"/>
              </a:avLst>
            </a:prstGeom>
            <a:noFill/>
            <a:ln w="2857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  <p:sp>
        <p:nvSpPr>
          <p:cNvPr id="3306" name="Text Box 9">
            <a:extLst>
              <a:ext uri="{FF2B5EF4-FFF2-40B4-BE49-F238E27FC236}">
                <a16:creationId xmlns:a16="http://schemas.microsoft.com/office/drawing/2014/main" id="{163C8B31-7B32-402D-B576-C613599D3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901825"/>
            <a:ext cx="3503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☆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形体分析法</a:t>
            </a:r>
          </a:p>
        </p:txBody>
      </p:sp>
      <p:sp>
        <p:nvSpPr>
          <p:cNvPr id="3307" name="Text Box 10">
            <a:extLst>
              <a:ext uri="{FF2B5EF4-FFF2-40B4-BE49-F238E27FC236}">
                <a16:creationId xmlns:a16="http://schemas.microsoft.com/office/drawing/2014/main" id="{5CA388A6-39A6-4D26-A24F-13884102E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439988"/>
            <a:ext cx="82708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用“分线框、对投影”的方法分析出组合体由几部分组成，从特征视图入手，想象出各部分的形状、相对位置关系及组合方式，最后综合想象出整体形状。</a:t>
            </a:r>
          </a:p>
        </p:txBody>
      </p:sp>
      <p:sp>
        <p:nvSpPr>
          <p:cNvPr id="3308" name="Text Box 11">
            <a:extLst>
              <a:ext uri="{FF2B5EF4-FFF2-40B4-BE49-F238E27FC236}">
                <a16:creationId xmlns:a16="http://schemas.microsoft.com/office/drawing/2014/main" id="{BE66240E-EF94-43AA-AACF-15CBF80A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4418013"/>
            <a:ext cx="3503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☆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面形分析法</a:t>
            </a:r>
          </a:p>
        </p:txBody>
      </p:sp>
      <p:sp>
        <p:nvSpPr>
          <p:cNvPr id="3309" name="Text Box 12">
            <a:extLst>
              <a:ext uri="{FF2B5EF4-FFF2-40B4-BE49-F238E27FC236}">
                <a16:creationId xmlns:a16="http://schemas.microsoft.com/office/drawing/2014/main" id="{D03E32EC-4C7F-4945-90E0-2FBF6E933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4970463"/>
            <a:ext cx="83248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用“分线框、对投影”的方法分析物体各表面的形状，从而想象出物体的整体形状。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500"/>
                                        <p:tgtEl>
                                          <p:spTgt spid="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2" dur="500"/>
                                        <p:tgtEl>
                                          <p:spTgt spid="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7" dur="500"/>
                                        <p:tgtEl>
                                          <p:spTgt spid="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0" grpId="0" animBg="1"/>
      <p:bldP spid="3306" grpId="0" animBg="1"/>
      <p:bldP spid="3307" grpId="0" animBg="1"/>
      <p:bldP spid="3308" grpId="0" animBg="1"/>
      <p:bldP spid="330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7C1492B-6A75-41C2-A5A7-439384F2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313" name="Text Box 3">
            <a:extLst>
              <a:ext uri="{FF2B5EF4-FFF2-40B4-BE49-F238E27FC236}">
                <a16:creationId xmlns:a16="http://schemas.microsoft.com/office/drawing/2014/main" id="{F10A7B2E-A536-4C8D-8AF5-28F18080F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531813"/>
            <a:ext cx="3879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</a:rPr>
              <a:t>抓特征分解形体</a:t>
            </a:r>
          </a:p>
        </p:txBody>
      </p:sp>
      <p:sp>
        <p:nvSpPr>
          <p:cNvPr id="3314" name="Text Box 4">
            <a:extLst>
              <a:ext uri="{FF2B5EF4-FFF2-40B4-BE49-F238E27FC236}">
                <a16:creationId xmlns:a16="http://schemas.microsoft.com/office/drawing/2014/main" id="{36FA105D-E37D-4F9F-9B56-C2CF1CBC0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998538"/>
            <a:ext cx="81803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以主视图为主，配合其它视图，找出反映物体特征较多的视图，从图上将物体分解成几部分。</a:t>
            </a:r>
          </a:p>
        </p:txBody>
      </p:sp>
      <p:sp>
        <p:nvSpPr>
          <p:cNvPr id="3315" name="Text Box 5">
            <a:extLst>
              <a:ext uri="{FF2B5EF4-FFF2-40B4-BE49-F238E27FC236}">
                <a16:creationId xmlns:a16="http://schemas.microsoft.com/office/drawing/2014/main" id="{9CD10927-020C-49FA-851F-8DE41CF7C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1952625"/>
            <a:ext cx="41640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对投影确定形体</a:t>
            </a:r>
          </a:p>
        </p:txBody>
      </p:sp>
      <p:sp>
        <p:nvSpPr>
          <p:cNvPr id="3316" name="Text Box 6">
            <a:extLst>
              <a:ext uri="{FF2B5EF4-FFF2-40B4-BE49-F238E27FC236}">
                <a16:creationId xmlns:a16="http://schemas.microsoft.com/office/drawing/2014/main" id="{F0937EC6-2059-4CEE-BBD5-E711DC28E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420938"/>
            <a:ext cx="81803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利用“三等”关系，划分出每一部分的三个投影，想象出它们的形状。</a:t>
            </a:r>
          </a:p>
        </p:txBody>
      </p:sp>
      <p:sp>
        <p:nvSpPr>
          <p:cNvPr id="3317" name="Text Box 7">
            <a:extLst>
              <a:ext uri="{FF2B5EF4-FFF2-40B4-BE49-F238E27FC236}">
                <a16:creationId xmlns:a16="http://schemas.microsoft.com/office/drawing/2014/main" id="{F02FCA48-BC85-4F58-A8F1-529F534B3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3348038"/>
            <a:ext cx="41640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面形分析攻难点</a:t>
            </a:r>
          </a:p>
        </p:txBody>
      </p:sp>
      <p:sp>
        <p:nvSpPr>
          <p:cNvPr id="3318" name="Text Box 8">
            <a:extLst>
              <a:ext uri="{FF2B5EF4-FFF2-40B4-BE49-F238E27FC236}">
                <a16:creationId xmlns:a16="http://schemas.microsoft.com/office/drawing/2014/main" id="{A79193F1-6645-427F-A07F-E1F111B4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63" y="4260850"/>
            <a:ext cx="182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 sz="3200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319" name="Text Box 9">
            <a:extLst>
              <a:ext uri="{FF2B5EF4-FFF2-40B4-BE49-F238E27FC236}">
                <a16:creationId xmlns:a16="http://schemas.microsoft.com/office/drawing/2014/main" id="{139A85E1-8870-4428-8A8C-9383171B6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783013"/>
            <a:ext cx="8316913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当形体由切割方式形成时，常采用面形分析法对形体主要表面的形状进行分析，进而准确地想象出形体的形状。</a:t>
            </a:r>
          </a:p>
        </p:txBody>
      </p:sp>
      <p:sp>
        <p:nvSpPr>
          <p:cNvPr id="3320" name="Text Box 10">
            <a:extLst>
              <a:ext uri="{FF2B5EF4-FFF2-40B4-BE49-F238E27FC236}">
                <a16:creationId xmlns:a16="http://schemas.microsoft.com/office/drawing/2014/main" id="{0114CD41-0C2B-460E-906A-136D0B34A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5106988"/>
            <a:ext cx="41640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solidFill>
                  <a:srgbClr val="000000"/>
                </a:solidFill>
                <a:ea typeface="等线" panose="02010600030101010101" pitchFamily="2" charset="-122"/>
                <a:sym typeface="Symbol" panose="05050102010706020507" pitchFamily="18" charset="2"/>
              </a:rPr>
              <a:t>综合起来想整体</a:t>
            </a:r>
          </a:p>
        </p:txBody>
      </p:sp>
      <p:sp>
        <p:nvSpPr>
          <p:cNvPr id="3321" name="Text Box 11">
            <a:extLst>
              <a:ext uri="{FF2B5EF4-FFF2-40B4-BE49-F238E27FC236}">
                <a16:creationId xmlns:a16="http://schemas.microsoft.com/office/drawing/2014/main" id="{2F2232A9-2FEF-4531-A8C3-5E24D3E48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5719763"/>
            <a:ext cx="182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en-US" altLang="en-US" sz="2800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322" name="Text Box 12">
            <a:extLst>
              <a:ext uri="{FF2B5EF4-FFF2-40B4-BE49-F238E27FC236}">
                <a16:creationId xmlns:a16="http://schemas.microsoft.com/office/drawing/2014/main" id="{9D7150CF-72EB-40D2-983B-C93ACBCED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5576888"/>
            <a:ext cx="82391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抓住位置特征视图，分析各部分间的相互位置关系，综合起来想象出物体的整体形状。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13" dur="500"/>
                                        <p:tgtEl>
                                          <p:spTgt spid="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9" dur="500"/>
                                        <p:tgtEl>
                                          <p:spTgt spid="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25" dur="500"/>
                                        <p:tgtEl>
                                          <p:spTgt spid="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1" dur="5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37" dur="500"/>
                                        <p:tgtEl>
                                          <p:spTgt spid="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43" dur="5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49" dur="500"/>
                                        <p:tgtEl>
                                          <p:spTgt spid="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3" grpId="0" animBg="1"/>
      <p:bldP spid="3314" grpId="0" animBg="1"/>
      <p:bldP spid="3315" grpId="0" animBg="1"/>
      <p:bldP spid="3316" grpId="0" animBg="1"/>
      <p:bldP spid="3317" grpId="0" animBg="1"/>
      <p:bldP spid="3319" grpId="0" animBg="1"/>
      <p:bldP spid="3320" grpId="0" animBg="1"/>
      <p:bldP spid="33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Footer Placeholder 2">
            <a:extLst>
              <a:ext uri="{FF2B5EF4-FFF2-40B4-BE49-F238E27FC236}">
                <a16:creationId xmlns:a16="http://schemas.microsoft.com/office/drawing/2014/main" id="{6CF525F3-7C01-404E-B110-3944590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325" name="Rectangle 2">
            <a:extLst>
              <a:ext uri="{FF2B5EF4-FFF2-40B4-BE49-F238E27FC236}">
                <a16:creationId xmlns:a16="http://schemas.microsoft.com/office/drawing/2014/main" id="{10087ACF-26E1-4F0E-8F2B-611ADBC9A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520950"/>
            <a:ext cx="182563" cy="45720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326" name="Freeform 3">
            <a:extLst>
              <a:ext uri="{FF2B5EF4-FFF2-40B4-BE49-F238E27FC236}">
                <a16:creationId xmlns:a16="http://schemas.microsoft.com/office/drawing/2014/main" id="{14D62B1B-F997-49E9-8C21-29570A88B3C1}"/>
              </a:ext>
            </a:extLst>
          </p:cNvPr>
          <p:cNvSpPr>
            <a:spLocks/>
          </p:cNvSpPr>
          <p:nvPr/>
        </p:nvSpPr>
        <p:spPr bwMode="auto">
          <a:xfrm>
            <a:off x="5359400" y="2438400"/>
            <a:ext cx="393700" cy="406400"/>
          </a:xfrm>
          <a:custGeom>
            <a:avLst/>
            <a:gdLst>
              <a:gd name="T0" fmla="*/ 152 w 248"/>
              <a:gd name="T1" fmla="*/ 0 h 256"/>
              <a:gd name="T2" fmla="*/ 248 w 248"/>
              <a:gd name="T3" fmla="*/ 0 h 256"/>
              <a:gd name="T4" fmla="*/ 248 w 248"/>
              <a:gd name="T5" fmla="*/ 120 h 256"/>
              <a:gd name="T6" fmla="*/ 104 w 248"/>
              <a:gd name="T7" fmla="*/ 120 h 256"/>
              <a:gd name="T8" fmla="*/ 104 w 248"/>
              <a:gd name="T9" fmla="*/ 256 h 256"/>
              <a:gd name="T10" fmla="*/ 16 w 248"/>
              <a:gd name="T11" fmla="*/ 248 h 256"/>
              <a:gd name="T12" fmla="*/ 0 w 248"/>
              <a:gd name="T13" fmla="*/ 136 h 256"/>
              <a:gd name="T14" fmla="*/ 152 w 248"/>
              <a:gd name="T15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8" h="256">
                <a:moveTo>
                  <a:pt x="152" y="0"/>
                </a:moveTo>
                <a:lnTo>
                  <a:pt x="248" y="0"/>
                </a:lnTo>
                <a:lnTo>
                  <a:pt x="248" y="120"/>
                </a:lnTo>
                <a:lnTo>
                  <a:pt x="104" y="120"/>
                </a:lnTo>
                <a:lnTo>
                  <a:pt x="104" y="256"/>
                </a:lnTo>
                <a:lnTo>
                  <a:pt x="16" y="248"/>
                </a:lnTo>
                <a:lnTo>
                  <a:pt x="0" y="136"/>
                </a:lnTo>
                <a:lnTo>
                  <a:pt x="152" y="0"/>
                </a:lnTo>
                <a:close/>
              </a:path>
            </a:pathLst>
          </a:custGeom>
          <a:solidFill>
            <a:srgbClr val="CC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27" name="Freeform 4">
            <a:extLst>
              <a:ext uri="{FF2B5EF4-FFF2-40B4-BE49-F238E27FC236}">
                <a16:creationId xmlns:a16="http://schemas.microsoft.com/office/drawing/2014/main" id="{1A86F920-5AAB-492C-A308-06067E7C4F2E}"/>
              </a:ext>
            </a:extLst>
          </p:cNvPr>
          <p:cNvSpPr>
            <a:spLocks/>
          </p:cNvSpPr>
          <p:nvPr/>
        </p:nvSpPr>
        <p:spPr bwMode="auto">
          <a:xfrm>
            <a:off x="4152900" y="2438400"/>
            <a:ext cx="406400" cy="406400"/>
          </a:xfrm>
          <a:custGeom>
            <a:avLst/>
            <a:gdLst>
              <a:gd name="T0" fmla="*/ 0 w 256"/>
              <a:gd name="T1" fmla="*/ 0 h 256"/>
              <a:gd name="T2" fmla="*/ 0 w 256"/>
              <a:gd name="T3" fmla="*/ 128 h 256"/>
              <a:gd name="T4" fmla="*/ 152 w 256"/>
              <a:gd name="T5" fmla="*/ 128 h 256"/>
              <a:gd name="T6" fmla="*/ 160 w 256"/>
              <a:gd name="T7" fmla="*/ 256 h 256"/>
              <a:gd name="T8" fmla="*/ 256 w 256"/>
              <a:gd name="T9" fmla="*/ 248 h 256"/>
              <a:gd name="T10" fmla="*/ 247 w 256"/>
              <a:gd name="T11" fmla="*/ 128 h 256"/>
              <a:gd name="T12" fmla="*/ 88 w 256"/>
              <a:gd name="T13" fmla="*/ 0 h 256"/>
              <a:gd name="T14" fmla="*/ 0 w 256"/>
              <a:gd name="T15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6" h="256">
                <a:moveTo>
                  <a:pt x="0" y="0"/>
                </a:moveTo>
                <a:lnTo>
                  <a:pt x="0" y="128"/>
                </a:lnTo>
                <a:lnTo>
                  <a:pt x="152" y="128"/>
                </a:lnTo>
                <a:lnTo>
                  <a:pt x="160" y="256"/>
                </a:lnTo>
                <a:lnTo>
                  <a:pt x="256" y="248"/>
                </a:lnTo>
                <a:lnTo>
                  <a:pt x="247" y="128"/>
                </a:ln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28" name="Freeform 5">
            <a:extLst>
              <a:ext uri="{FF2B5EF4-FFF2-40B4-BE49-F238E27FC236}">
                <a16:creationId xmlns:a16="http://schemas.microsoft.com/office/drawing/2014/main" id="{4B9136FA-4EAE-4376-A096-1B1E00573A0C}"/>
              </a:ext>
            </a:extLst>
          </p:cNvPr>
          <p:cNvSpPr>
            <a:spLocks/>
          </p:cNvSpPr>
          <p:nvPr/>
        </p:nvSpPr>
        <p:spPr bwMode="auto">
          <a:xfrm>
            <a:off x="673100" y="2425700"/>
            <a:ext cx="609600" cy="419100"/>
          </a:xfrm>
          <a:custGeom>
            <a:avLst/>
            <a:gdLst>
              <a:gd name="T0" fmla="*/ 0 w 384"/>
              <a:gd name="T1" fmla="*/ 136 h 264"/>
              <a:gd name="T2" fmla="*/ 9 w 384"/>
              <a:gd name="T3" fmla="*/ 261 h 264"/>
              <a:gd name="T4" fmla="*/ 152 w 384"/>
              <a:gd name="T5" fmla="*/ 264 h 264"/>
              <a:gd name="T6" fmla="*/ 152 w 384"/>
              <a:gd name="T7" fmla="*/ 136 h 264"/>
              <a:gd name="T8" fmla="*/ 384 w 384"/>
              <a:gd name="T9" fmla="*/ 136 h 264"/>
              <a:gd name="T10" fmla="*/ 384 w 384"/>
              <a:gd name="T11" fmla="*/ 0 h 264"/>
              <a:gd name="T12" fmla="*/ 256 w 384"/>
              <a:gd name="T13" fmla="*/ 0 h 264"/>
              <a:gd name="T14" fmla="*/ 0 w 384"/>
              <a:gd name="T15" fmla="*/ 136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4" h="264">
                <a:moveTo>
                  <a:pt x="0" y="136"/>
                </a:moveTo>
                <a:lnTo>
                  <a:pt x="9" y="261"/>
                </a:lnTo>
                <a:lnTo>
                  <a:pt x="152" y="264"/>
                </a:lnTo>
                <a:lnTo>
                  <a:pt x="152" y="136"/>
                </a:lnTo>
                <a:lnTo>
                  <a:pt x="384" y="136"/>
                </a:lnTo>
                <a:lnTo>
                  <a:pt x="384" y="0"/>
                </a:lnTo>
                <a:lnTo>
                  <a:pt x="256" y="0"/>
                </a:lnTo>
                <a:lnTo>
                  <a:pt x="0" y="136"/>
                </a:lnTo>
                <a:close/>
              </a:path>
            </a:pathLst>
          </a:custGeom>
          <a:solidFill>
            <a:srgbClr val="CC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29" name="Freeform 6">
            <a:extLst>
              <a:ext uri="{FF2B5EF4-FFF2-40B4-BE49-F238E27FC236}">
                <a16:creationId xmlns:a16="http://schemas.microsoft.com/office/drawing/2014/main" id="{03400742-D674-4751-9AF9-1F8334788E39}"/>
              </a:ext>
            </a:extLst>
          </p:cNvPr>
          <p:cNvSpPr>
            <a:spLocks/>
          </p:cNvSpPr>
          <p:nvPr/>
        </p:nvSpPr>
        <p:spPr bwMode="auto">
          <a:xfrm>
            <a:off x="4305300" y="2438400"/>
            <a:ext cx="1282700" cy="190500"/>
          </a:xfrm>
          <a:custGeom>
            <a:avLst/>
            <a:gdLst>
              <a:gd name="T0" fmla="*/ 0 w 808"/>
              <a:gd name="T1" fmla="*/ 0 h 120"/>
              <a:gd name="T2" fmla="*/ 808 w 808"/>
              <a:gd name="T3" fmla="*/ 0 h 120"/>
              <a:gd name="T4" fmla="*/ 656 w 808"/>
              <a:gd name="T5" fmla="*/ 120 h 120"/>
              <a:gd name="T6" fmla="*/ 152 w 808"/>
              <a:gd name="T7" fmla="*/ 120 h 120"/>
              <a:gd name="T8" fmla="*/ 0 w 808"/>
              <a:gd name="T9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8" h="120">
                <a:moveTo>
                  <a:pt x="0" y="0"/>
                </a:moveTo>
                <a:lnTo>
                  <a:pt x="808" y="0"/>
                </a:lnTo>
                <a:lnTo>
                  <a:pt x="656" y="120"/>
                </a:lnTo>
                <a:lnTo>
                  <a:pt x="152" y="120"/>
                </a:lnTo>
                <a:lnTo>
                  <a:pt x="0" y="0"/>
                </a:lnTo>
                <a:close/>
              </a:path>
            </a:pathLst>
          </a:custGeom>
          <a:solidFill>
            <a:srgbClr val="FF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30" name="Freeform 7">
            <a:extLst>
              <a:ext uri="{FF2B5EF4-FFF2-40B4-BE49-F238E27FC236}">
                <a16:creationId xmlns:a16="http://schemas.microsoft.com/office/drawing/2014/main" id="{967C248F-4581-4B82-BC91-67C37809EC72}"/>
              </a:ext>
            </a:extLst>
          </p:cNvPr>
          <p:cNvSpPr>
            <a:spLocks/>
          </p:cNvSpPr>
          <p:nvPr/>
        </p:nvSpPr>
        <p:spPr bwMode="auto">
          <a:xfrm>
            <a:off x="673100" y="3695700"/>
            <a:ext cx="381000" cy="1333500"/>
          </a:xfrm>
          <a:custGeom>
            <a:avLst/>
            <a:gdLst>
              <a:gd name="T0" fmla="*/ 240 w 240"/>
              <a:gd name="T1" fmla="*/ 0 h 840"/>
              <a:gd name="T2" fmla="*/ 240 w 240"/>
              <a:gd name="T3" fmla="*/ 840 h 840"/>
              <a:gd name="T4" fmla="*/ 0 w 240"/>
              <a:gd name="T5" fmla="*/ 672 h 840"/>
              <a:gd name="T6" fmla="*/ 0 w 240"/>
              <a:gd name="T7" fmla="*/ 168 h 840"/>
              <a:gd name="T8" fmla="*/ 240 w 240"/>
              <a:gd name="T9" fmla="*/ 0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840">
                <a:moveTo>
                  <a:pt x="240" y="0"/>
                </a:moveTo>
                <a:lnTo>
                  <a:pt x="240" y="840"/>
                </a:lnTo>
                <a:lnTo>
                  <a:pt x="0" y="672"/>
                </a:lnTo>
                <a:lnTo>
                  <a:pt x="0" y="168"/>
                </a:lnTo>
                <a:lnTo>
                  <a:pt x="240" y="0"/>
                </a:lnTo>
                <a:close/>
              </a:path>
            </a:pathLst>
          </a:custGeom>
          <a:solidFill>
            <a:srgbClr val="FF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31" name="Line 8">
            <a:extLst>
              <a:ext uri="{FF2B5EF4-FFF2-40B4-BE49-F238E27FC236}">
                <a16:creationId xmlns:a16="http://schemas.microsoft.com/office/drawing/2014/main" id="{183F3239-527A-42DB-9A58-BE401AB29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7588" y="1295400"/>
            <a:ext cx="0" cy="442913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32" name="Line 9">
            <a:extLst>
              <a:ext uri="{FF2B5EF4-FFF2-40B4-BE49-F238E27FC236}">
                <a16:creationId xmlns:a16="http://schemas.microsoft.com/office/drawing/2014/main" id="{4B4AFF9F-3EF8-4DDF-BEF4-E48CEF0BB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0" y="1295400"/>
            <a:ext cx="0" cy="442913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33" name="Line 10">
            <a:extLst>
              <a:ext uri="{FF2B5EF4-FFF2-40B4-BE49-F238E27FC236}">
                <a16:creationId xmlns:a16="http://schemas.microsoft.com/office/drawing/2014/main" id="{15E549ED-96C7-485C-BCF5-C6A9817E6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1522413"/>
            <a:ext cx="0" cy="131921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34" name="Line 11">
            <a:extLst>
              <a:ext uri="{FF2B5EF4-FFF2-40B4-BE49-F238E27FC236}">
                <a16:creationId xmlns:a16="http://schemas.microsoft.com/office/drawing/2014/main" id="{7A8F3866-CB12-42AB-99D9-D53EAC1A3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1522413"/>
            <a:ext cx="0" cy="131921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3335" name="Group 12">
            <a:extLst>
              <a:ext uri="{FF2B5EF4-FFF2-40B4-BE49-F238E27FC236}">
                <a16:creationId xmlns:a16="http://schemas.microsoft.com/office/drawing/2014/main" id="{C0A596FD-37EE-444F-ADD1-3C1A25E6EB07}"/>
              </a:ext>
            </a:extLst>
          </p:cNvPr>
          <p:cNvGrpSpPr>
            <a:grpSpLocks/>
          </p:cNvGrpSpPr>
          <p:nvPr/>
        </p:nvGrpSpPr>
        <p:grpSpPr bwMode="auto">
          <a:xfrm>
            <a:off x="4713288" y="1295400"/>
            <a:ext cx="487362" cy="228600"/>
            <a:chOff x="2969" y="816"/>
            <a:chExt cx="307" cy="144"/>
          </a:xfrm>
        </p:grpSpPr>
        <p:sp>
          <p:nvSpPr>
            <p:cNvPr id="3336" name="Line 13">
              <a:extLst>
                <a:ext uri="{FF2B5EF4-FFF2-40B4-BE49-F238E27FC236}">
                  <a16:creationId xmlns:a16="http://schemas.microsoft.com/office/drawing/2014/main" id="{2149F229-3ED3-4C0E-B04C-AAB66868D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817"/>
              <a:ext cx="307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37" name="Line 14">
              <a:extLst>
                <a:ext uri="{FF2B5EF4-FFF2-40B4-BE49-F238E27FC236}">
                  <a16:creationId xmlns:a16="http://schemas.microsoft.com/office/drawing/2014/main" id="{E7C1530B-84DF-49F8-8F2C-D01AA4404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816"/>
              <a:ext cx="0" cy="1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38" name="Line 15">
              <a:extLst>
                <a:ext uri="{FF2B5EF4-FFF2-40B4-BE49-F238E27FC236}">
                  <a16:creationId xmlns:a16="http://schemas.microsoft.com/office/drawing/2014/main" id="{761F7AEC-7404-45E5-91CF-5303FA615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816"/>
              <a:ext cx="0" cy="1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3339" name="Line 16">
            <a:extLst>
              <a:ext uri="{FF2B5EF4-FFF2-40B4-BE49-F238E27FC236}">
                <a16:creationId xmlns:a16="http://schemas.microsoft.com/office/drawing/2014/main" id="{9A81C873-EAD0-41D3-9A97-C2B0BA0A6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1363" y="2638425"/>
            <a:ext cx="811212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0" name="Line 17">
            <a:extLst>
              <a:ext uri="{FF2B5EF4-FFF2-40B4-BE49-F238E27FC236}">
                <a16:creationId xmlns:a16="http://schemas.microsoft.com/office/drawing/2014/main" id="{0C12DA21-ACBA-4531-894C-AC5F90D68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2435225"/>
            <a:ext cx="1624013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1" name="Line 18">
            <a:extLst>
              <a:ext uri="{FF2B5EF4-FFF2-40B4-BE49-F238E27FC236}">
                <a16:creationId xmlns:a16="http://schemas.microsoft.com/office/drawing/2014/main" id="{8052B4DD-8919-47F1-B95B-50BB1967E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2433638"/>
            <a:ext cx="0" cy="20478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42" name="Line 19">
            <a:extLst>
              <a:ext uri="{FF2B5EF4-FFF2-40B4-BE49-F238E27FC236}">
                <a16:creationId xmlns:a16="http://schemas.microsoft.com/office/drawing/2014/main" id="{F24C5D8C-1136-4124-8B95-CB0248FDD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2646363"/>
            <a:ext cx="246063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3" name="Line 20">
            <a:extLst>
              <a:ext uri="{FF2B5EF4-FFF2-40B4-BE49-F238E27FC236}">
                <a16:creationId xmlns:a16="http://schemas.microsoft.com/office/drawing/2014/main" id="{B0AA5802-2564-46DA-BF13-73FFEB883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646363"/>
            <a:ext cx="0" cy="19526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4" name="Line 21">
            <a:extLst>
              <a:ext uri="{FF2B5EF4-FFF2-40B4-BE49-F238E27FC236}">
                <a16:creationId xmlns:a16="http://schemas.microsoft.com/office/drawing/2014/main" id="{4FB936A7-53E3-4AF3-B297-BF67A3102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7850" y="2840038"/>
            <a:ext cx="113665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5" name="Line 22">
            <a:extLst>
              <a:ext uri="{FF2B5EF4-FFF2-40B4-BE49-F238E27FC236}">
                <a16:creationId xmlns:a16="http://schemas.microsoft.com/office/drawing/2014/main" id="{D13A8529-ECB8-43CF-882D-7F320EF7B3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2638425"/>
            <a:ext cx="0" cy="2032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6" name="Line 23">
            <a:extLst>
              <a:ext uri="{FF2B5EF4-FFF2-40B4-BE49-F238E27FC236}">
                <a16:creationId xmlns:a16="http://schemas.microsoft.com/office/drawing/2014/main" id="{20FB1D10-B4BD-41FB-9F85-88268DFFA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6088" y="2646363"/>
            <a:ext cx="2413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7" name="Line 24">
            <a:extLst>
              <a:ext uri="{FF2B5EF4-FFF2-40B4-BE49-F238E27FC236}">
                <a16:creationId xmlns:a16="http://schemas.microsoft.com/office/drawing/2014/main" id="{2D73BBCD-0617-452B-80BF-21E0B37BD7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8975" y="2435225"/>
            <a:ext cx="0" cy="21113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8" name="Line 25">
            <a:extLst>
              <a:ext uri="{FF2B5EF4-FFF2-40B4-BE49-F238E27FC236}">
                <a16:creationId xmlns:a16="http://schemas.microsoft.com/office/drawing/2014/main" id="{D8F92BD1-C470-402D-8FC6-E9C0FC393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575" y="2638425"/>
            <a:ext cx="0" cy="18891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49" name="Line 26">
            <a:extLst>
              <a:ext uri="{FF2B5EF4-FFF2-40B4-BE49-F238E27FC236}">
                <a16:creationId xmlns:a16="http://schemas.microsoft.com/office/drawing/2014/main" id="{57458FE9-3778-4511-BAE5-2C4BD3B66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2636838"/>
            <a:ext cx="0" cy="1905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50" name="Line 27">
            <a:extLst>
              <a:ext uri="{FF2B5EF4-FFF2-40B4-BE49-F238E27FC236}">
                <a16:creationId xmlns:a16="http://schemas.microsoft.com/office/drawing/2014/main" id="{F398D1B5-C3E7-4A81-B074-01A1FCF510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92600" y="2433638"/>
            <a:ext cx="258763" cy="20478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51" name="Line 28">
            <a:extLst>
              <a:ext uri="{FF2B5EF4-FFF2-40B4-BE49-F238E27FC236}">
                <a16:creationId xmlns:a16="http://schemas.microsoft.com/office/drawing/2014/main" id="{D3D5F2F6-55DB-45DF-BA6D-0D03E31EEC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2575" y="2433638"/>
            <a:ext cx="257175" cy="2032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52" name="Line 29">
            <a:extLst>
              <a:ext uri="{FF2B5EF4-FFF2-40B4-BE49-F238E27FC236}">
                <a16:creationId xmlns:a16="http://schemas.microsoft.com/office/drawing/2014/main" id="{D456841E-9DD9-476F-BFCB-E214ABF2B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9700" y="2433638"/>
            <a:ext cx="0" cy="40798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53" name="Line 30">
            <a:extLst>
              <a:ext uri="{FF2B5EF4-FFF2-40B4-BE49-F238E27FC236}">
                <a16:creationId xmlns:a16="http://schemas.microsoft.com/office/drawing/2014/main" id="{432718E7-D7E8-4210-8F3E-6DE203A1B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2433638"/>
            <a:ext cx="0" cy="40798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3354" name="Group 31">
            <a:extLst>
              <a:ext uri="{FF2B5EF4-FFF2-40B4-BE49-F238E27FC236}">
                <a16:creationId xmlns:a16="http://schemas.microsoft.com/office/drawing/2014/main" id="{7E985AA9-D18B-420D-8CCE-360F35198C67}"/>
              </a:ext>
            </a:extLst>
          </p:cNvPr>
          <p:cNvGrpSpPr>
            <a:grpSpLocks/>
          </p:cNvGrpSpPr>
          <p:nvPr/>
        </p:nvGrpSpPr>
        <p:grpSpPr bwMode="auto">
          <a:xfrm>
            <a:off x="4468813" y="1463675"/>
            <a:ext cx="979487" cy="971550"/>
            <a:chOff x="2815" y="922"/>
            <a:chExt cx="617" cy="612"/>
          </a:xfrm>
        </p:grpSpPr>
        <p:sp>
          <p:nvSpPr>
            <p:cNvPr id="3355" name="Line 32">
              <a:extLst>
                <a:ext uri="{FF2B5EF4-FFF2-40B4-BE49-F238E27FC236}">
                  <a16:creationId xmlns:a16="http://schemas.microsoft.com/office/drawing/2014/main" id="{E1A767EF-B169-49DF-9B8E-F68D55507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5" y="1225"/>
              <a:ext cx="0" cy="30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56" name="Line 33">
              <a:extLst>
                <a:ext uri="{FF2B5EF4-FFF2-40B4-BE49-F238E27FC236}">
                  <a16:creationId xmlns:a16="http://schemas.microsoft.com/office/drawing/2014/main" id="{31FC64C5-15FA-41AA-BA94-07FC878AB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225"/>
              <a:ext cx="0" cy="30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57" name="Arc 34">
              <a:extLst>
                <a:ext uri="{FF2B5EF4-FFF2-40B4-BE49-F238E27FC236}">
                  <a16:creationId xmlns:a16="http://schemas.microsoft.com/office/drawing/2014/main" id="{97806260-6708-4590-BFAB-7A5E4C041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922"/>
              <a:ext cx="614" cy="307"/>
            </a:xfrm>
            <a:custGeom>
              <a:avLst/>
              <a:gdLst>
                <a:gd name="T0" fmla="*/ -1 w 43191"/>
                <a:gd name="T1" fmla="*/ 21138 h 21600"/>
                <a:gd name="T2" fmla="*/ 21595 w 43191"/>
                <a:gd name="T3" fmla="*/ 0 h 21600"/>
                <a:gd name="T4" fmla="*/ 43190 w 43191"/>
                <a:gd name="T5" fmla="*/ 21178 h 21600"/>
                <a:gd name="T6" fmla="*/ -1 w 43191"/>
                <a:gd name="T7" fmla="*/ 21138 h 21600"/>
                <a:gd name="T8" fmla="*/ 21595 w 43191"/>
                <a:gd name="T9" fmla="*/ 0 h 21600"/>
                <a:gd name="T10" fmla="*/ 43190 w 43191"/>
                <a:gd name="T11" fmla="*/ 21178 h 21600"/>
                <a:gd name="T12" fmla="*/ 21595 w 43191"/>
                <a:gd name="T13" fmla="*/ 21600 h 21600"/>
                <a:gd name="T14" fmla="*/ -1 w 43191"/>
                <a:gd name="T15" fmla="*/ 21138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191" h="21600" fill="none">
                  <a:moveTo>
                    <a:pt x="-1" y="21138"/>
                  </a:moveTo>
                  <a:cubicBezTo>
                    <a:pt x="250" y="9391"/>
                    <a:pt x="9845" y="0"/>
                    <a:pt x="21595" y="0"/>
                  </a:cubicBezTo>
                  <a:cubicBezTo>
                    <a:pt x="33359" y="0"/>
                    <a:pt x="42961" y="9415"/>
                    <a:pt x="43190" y="21178"/>
                  </a:cubicBezTo>
                </a:path>
                <a:path w="43191" h="21600" stroke="0">
                  <a:moveTo>
                    <a:pt x="-1" y="21138"/>
                  </a:moveTo>
                  <a:cubicBezTo>
                    <a:pt x="250" y="9391"/>
                    <a:pt x="9845" y="0"/>
                    <a:pt x="21595" y="0"/>
                  </a:cubicBezTo>
                  <a:cubicBezTo>
                    <a:pt x="33359" y="0"/>
                    <a:pt x="42961" y="9415"/>
                    <a:pt x="43190" y="21178"/>
                  </a:cubicBezTo>
                  <a:lnTo>
                    <a:pt x="21595" y="21600"/>
                  </a:lnTo>
                  <a:lnTo>
                    <a:pt x="-1" y="21138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3358" name="Freeform 35">
            <a:extLst>
              <a:ext uri="{FF2B5EF4-FFF2-40B4-BE49-F238E27FC236}">
                <a16:creationId xmlns:a16="http://schemas.microsoft.com/office/drawing/2014/main" id="{3F0EAC57-DE35-4C87-9823-03E261755A79}"/>
              </a:ext>
            </a:extLst>
          </p:cNvPr>
          <p:cNvSpPr>
            <a:spLocks/>
          </p:cNvSpPr>
          <p:nvPr/>
        </p:nvSpPr>
        <p:spPr bwMode="auto">
          <a:xfrm>
            <a:off x="2571750" y="1695450"/>
            <a:ext cx="266700" cy="38100"/>
          </a:xfrm>
          <a:custGeom>
            <a:avLst/>
            <a:gdLst>
              <a:gd name="T0" fmla="*/ 0 w 168"/>
              <a:gd name="T1" fmla="*/ 0 h 24"/>
              <a:gd name="T2" fmla="*/ 78 w 168"/>
              <a:gd name="T3" fmla="*/ 24 h 24"/>
              <a:gd name="T4" fmla="*/ 168 w 168"/>
              <a:gd name="T5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8" h="24">
                <a:moveTo>
                  <a:pt x="0" y="0"/>
                </a:moveTo>
                <a:cubicBezTo>
                  <a:pt x="25" y="12"/>
                  <a:pt x="50" y="24"/>
                  <a:pt x="78" y="24"/>
                </a:cubicBezTo>
                <a:cubicBezTo>
                  <a:pt x="106" y="24"/>
                  <a:pt x="153" y="4"/>
                  <a:pt x="168" y="0"/>
                </a:cubicBezTo>
              </a:path>
            </a:pathLst>
          </a:cu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59" name="Line 36">
            <a:extLst>
              <a:ext uri="{FF2B5EF4-FFF2-40B4-BE49-F238E27FC236}">
                <a16:creationId xmlns:a16="http://schemas.microsoft.com/office/drawing/2014/main" id="{6D33258A-501F-4510-8EC0-7C822D299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2189163"/>
            <a:ext cx="101282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0" name="Line 37">
            <a:extLst>
              <a:ext uri="{FF2B5EF4-FFF2-40B4-BE49-F238E27FC236}">
                <a16:creationId xmlns:a16="http://schemas.microsoft.com/office/drawing/2014/main" id="{2EA51B73-3CDE-4F44-95BA-7D585288B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1524000"/>
            <a:ext cx="0" cy="131762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61" name="Line 38">
            <a:extLst>
              <a:ext uri="{FF2B5EF4-FFF2-40B4-BE49-F238E27FC236}">
                <a16:creationId xmlns:a16="http://schemas.microsoft.com/office/drawing/2014/main" id="{7E1CEC92-1E5B-48D1-8243-EB47EE602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1701800"/>
            <a:ext cx="355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2" name="Line 39">
            <a:extLst>
              <a:ext uri="{FF2B5EF4-FFF2-40B4-BE49-F238E27FC236}">
                <a16:creationId xmlns:a16="http://schemas.microsoft.com/office/drawing/2014/main" id="{429585ED-C550-4600-ACD6-DA1DDCABF0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8100" y="1295400"/>
            <a:ext cx="0" cy="4064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3" name="Line 40">
            <a:extLst>
              <a:ext uri="{FF2B5EF4-FFF2-40B4-BE49-F238E27FC236}">
                <a16:creationId xmlns:a16="http://schemas.microsoft.com/office/drawing/2014/main" id="{23F4ABF9-5FD3-4784-81C1-C2863AAFC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1295400"/>
            <a:ext cx="0" cy="42862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4" name="Line 41">
            <a:extLst>
              <a:ext uri="{FF2B5EF4-FFF2-40B4-BE49-F238E27FC236}">
                <a16:creationId xmlns:a16="http://schemas.microsoft.com/office/drawing/2014/main" id="{1F904A79-1ACE-4597-A891-E48C1A466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1698625"/>
            <a:ext cx="404812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5" name="Line 42">
            <a:extLst>
              <a:ext uri="{FF2B5EF4-FFF2-40B4-BE49-F238E27FC236}">
                <a16:creationId xmlns:a16="http://schemas.microsoft.com/office/drawing/2014/main" id="{5EA06FA4-2FBF-4C78-AF17-3F5EF8735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575" y="2638425"/>
            <a:ext cx="2524125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6" name="Line 43">
            <a:extLst>
              <a:ext uri="{FF2B5EF4-FFF2-40B4-BE49-F238E27FC236}">
                <a16:creationId xmlns:a16="http://schemas.microsoft.com/office/drawing/2014/main" id="{5F319905-77C5-425E-8F25-E56167BF4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575" y="2655888"/>
            <a:ext cx="0" cy="17145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7" name="Line 44">
            <a:extLst>
              <a:ext uri="{FF2B5EF4-FFF2-40B4-BE49-F238E27FC236}">
                <a16:creationId xmlns:a16="http://schemas.microsoft.com/office/drawing/2014/main" id="{0B158DD9-88FA-451B-A6D7-FDD9316F06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2435225"/>
            <a:ext cx="2379663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8" name="Line 45">
            <a:extLst>
              <a:ext uri="{FF2B5EF4-FFF2-40B4-BE49-F238E27FC236}">
                <a16:creationId xmlns:a16="http://schemas.microsoft.com/office/drawing/2014/main" id="{4433ACA9-E52F-44CD-8FB2-A3BA5950C6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3" y="2638425"/>
            <a:ext cx="0" cy="2032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69" name="Line 46">
            <a:extLst>
              <a:ext uri="{FF2B5EF4-FFF2-40B4-BE49-F238E27FC236}">
                <a16:creationId xmlns:a16="http://schemas.microsoft.com/office/drawing/2014/main" id="{74E810F9-2653-4F1E-B86E-5E44EDE88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1113" y="2435225"/>
            <a:ext cx="0" cy="2032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70" name="Line 47">
            <a:extLst>
              <a:ext uri="{FF2B5EF4-FFF2-40B4-BE49-F238E27FC236}">
                <a16:creationId xmlns:a16="http://schemas.microsoft.com/office/drawing/2014/main" id="{18C7CFDC-C5AE-43FF-901E-1BCC4A3F27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3" y="2433638"/>
            <a:ext cx="384175" cy="20478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1" name="Line 48">
            <a:extLst>
              <a:ext uri="{FF2B5EF4-FFF2-40B4-BE49-F238E27FC236}">
                <a16:creationId xmlns:a16="http://schemas.microsoft.com/office/drawing/2014/main" id="{DC5AC78F-A439-4D37-9664-387AE176C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1455738"/>
            <a:ext cx="242888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72" name="Line 49">
            <a:extLst>
              <a:ext uri="{FF2B5EF4-FFF2-40B4-BE49-F238E27FC236}">
                <a16:creationId xmlns:a16="http://schemas.microsoft.com/office/drawing/2014/main" id="{2C8D2E8A-7988-4EEF-81EB-5462B82AF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1443038"/>
            <a:ext cx="0" cy="99218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3" name="Line 50">
            <a:extLst>
              <a:ext uri="{FF2B5EF4-FFF2-40B4-BE49-F238E27FC236}">
                <a16:creationId xmlns:a16="http://schemas.microsoft.com/office/drawing/2014/main" id="{8FA3E2BC-2AAA-44BA-8DD3-D5D9E7A8D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863" y="2841625"/>
            <a:ext cx="276383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74" name="Line 51">
            <a:extLst>
              <a:ext uri="{FF2B5EF4-FFF2-40B4-BE49-F238E27FC236}">
                <a16:creationId xmlns:a16="http://schemas.microsoft.com/office/drawing/2014/main" id="{722555DD-F6AA-464A-ACBC-C522457003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1700" y="1524000"/>
            <a:ext cx="0" cy="131762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75" name="Line 52">
            <a:extLst>
              <a:ext uri="{FF2B5EF4-FFF2-40B4-BE49-F238E27FC236}">
                <a16:creationId xmlns:a16="http://schemas.microsoft.com/office/drawing/2014/main" id="{6689BC64-EE38-46FC-A1A2-1C0DE9F13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738" y="1522413"/>
            <a:ext cx="207962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76" name="Line 53">
            <a:extLst>
              <a:ext uri="{FF2B5EF4-FFF2-40B4-BE49-F238E27FC236}">
                <a16:creationId xmlns:a16="http://schemas.microsoft.com/office/drawing/2014/main" id="{DDC883A1-BF1F-4409-BD9E-619AF63D6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338" y="1458913"/>
            <a:ext cx="279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7" name="Line 54">
            <a:extLst>
              <a:ext uri="{FF2B5EF4-FFF2-40B4-BE49-F238E27FC236}">
                <a16:creationId xmlns:a16="http://schemas.microsoft.com/office/drawing/2014/main" id="{A4F58E88-EB3A-476E-B803-6090C1FB48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3738" y="1455738"/>
            <a:ext cx="0" cy="6826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78" name="Line 55">
            <a:extLst>
              <a:ext uri="{FF2B5EF4-FFF2-40B4-BE49-F238E27FC236}">
                <a16:creationId xmlns:a16="http://schemas.microsoft.com/office/drawing/2014/main" id="{40A164FA-4456-43A4-9781-954215E99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0" y="1458913"/>
            <a:ext cx="242888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9" name="Line 56">
            <a:extLst>
              <a:ext uri="{FF2B5EF4-FFF2-40B4-BE49-F238E27FC236}">
                <a16:creationId xmlns:a16="http://schemas.microsoft.com/office/drawing/2014/main" id="{D8F24D91-625D-4881-B339-3A95BAB26E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2500" y="1458913"/>
            <a:ext cx="0" cy="96996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80" name="Line 57">
            <a:extLst>
              <a:ext uri="{FF2B5EF4-FFF2-40B4-BE49-F238E27FC236}">
                <a16:creationId xmlns:a16="http://schemas.microsoft.com/office/drawing/2014/main" id="{79B1949A-D613-49D4-809E-494F0B16A3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22500" y="4111625"/>
            <a:ext cx="242888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1" name="Line 58">
            <a:extLst>
              <a:ext uri="{FF2B5EF4-FFF2-40B4-BE49-F238E27FC236}">
                <a16:creationId xmlns:a16="http://schemas.microsoft.com/office/drawing/2014/main" id="{CEBB797E-F788-465C-BF06-71A974F33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338" y="4110038"/>
            <a:ext cx="2794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2" name="Line 59">
            <a:extLst>
              <a:ext uri="{FF2B5EF4-FFF2-40B4-BE49-F238E27FC236}">
                <a16:creationId xmlns:a16="http://schemas.microsoft.com/office/drawing/2014/main" id="{8C53B240-2F9B-42DD-A224-93C898E9D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97400"/>
            <a:ext cx="2444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3" name="Line 60">
            <a:extLst>
              <a:ext uri="{FF2B5EF4-FFF2-40B4-BE49-F238E27FC236}">
                <a16:creationId xmlns:a16="http://schemas.microsoft.com/office/drawing/2014/main" id="{3A835AA3-23B7-4595-8BB7-57E56880A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4338" y="4597400"/>
            <a:ext cx="2794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4" name="Line 61">
            <a:extLst>
              <a:ext uri="{FF2B5EF4-FFF2-40B4-BE49-F238E27FC236}">
                <a16:creationId xmlns:a16="http://schemas.microsoft.com/office/drawing/2014/main" id="{1BCA0D12-5618-4A5F-AACE-5FA37CBDA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575" y="3784600"/>
            <a:ext cx="252412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5" name="Line 62">
            <a:extLst>
              <a:ext uri="{FF2B5EF4-FFF2-40B4-BE49-F238E27FC236}">
                <a16:creationId xmlns:a16="http://schemas.microsoft.com/office/drawing/2014/main" id="{17A5D13B-6A48-4A47-B51E-3B027625A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575" y="4924425"/>
            <a:ext cx="252412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7" name="Line 64">
            <a:extLst>
              <a:ext uri="{FF2B5EF4-FFF2-40B4-BE49-F238E27FC236}">
                <a16:creationId xmlns:a16="http://schemas.microsoft.com/office/drawing/2014/main" id="{E99CB260-6A8F-4767-ABD5-F964C518F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9525" y="3541713"/>
            <a:ext cx="2162175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8" name="Line 65">
            <a:extLst>
              <a:ext uri="{FF2B5EF4-FFF2-40B4-BE49-F238E27FC236}">
                <a16:creationId xmlns:a16="http://schemas.microsoft.com/office/drawing/2014/main" id="{38212A1A-12DD-413A-950B-38262CFB4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0113" y="3541713"/>
            <a:ext cx="0" cy="56991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89" name="Line 66">
            <a:extLst>
              <a:ext uri="{FF2B5EF4-FFF2-40B4-BE49-F238E27FC236}">
                <a16:creationId xmlns:a16="http://schemas.microsoft.com/office/drawing/2014/main" id="{8B70DBDC-CD21-42B1-AC7D-2DED09173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4598988"/>
            <a:ext cx="0" cy="56991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90" name="Line 67">
            <a:extLst>
              <a:ext uri="{FF2B5EF4-FFF2-40B4-BE49-F238E27FC236}">
                <a16:creationId xmlns:a16="http://schemas.microsoft.com/office/drawing/2014/main" id="{52EBF62B-A138-48B3-A402-D5CB9E5066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1113" y="5168900"/>
            <a:ext cx="216058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91" name="Line 68">
            <a:extLst>
              <a:ext uri="{FF2B5EF4-FFF2-40B4-BE49-F238E27FC236}">
                <a16:creationId xmlns:a16="http://schemas.microsoft.com/office/drawing/2014/main" id="{474D5CC3-AF56-40B0-8319-A636CFFDF5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9450" y="4762500"/>
            <a:ext cx="600075" cy="406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92" name="Line 69">
            <a:extLst>
              <a:ext uri="{FF2B5EF4-FFF2-40B4-BE49-F238E27FC236}">
                <a16:creationId xmlns:a16="http://schemas.microsoft.com/office/drawing/2014/main" id="{1BDF239A-AF14-4236-8D22-C5C30070D1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3" y="3948113"/>
            <a:ext cx="0" cy="8255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93" name="Line 70">
            <a:extLst>
              <a:ext uri="{FF2B5EF4-FFF2-40B4-BE49-F238E27FC236}">
                <a16:creationId xmlns:a16="http://schemas.microsoft.com/office/drawing/2014/main" id="{4DFE3552-6D38-4F12-BB46-4EFCE7EBB2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863" y="3540125"/>
            <a:ext cx="603250" cy="40798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94" name="Line 71">
            <a:extLst>
              <a:ext uri="{FF2B5EF4-FFF2-40B4-BE49-F238E27FC236}">
                <a16:creationId xmlns:a16="http://schemas.microsoft.com/office/drawing/2014/main" id="{C4ACBE74-F15F-453C-A0D2-64DD27E9F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038" y="3689350"/>
            <a:ext cx="0" cy="132873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3395" name="Group 72">
            <a:extLst>
              <a:ext uri="{FF2B5EF4-FFF2-40B4-BE49-F238E27FC236}">
                <a16:creationId xmlns:a16="http://schemas.microsoft.com/office/drawing/2014/main" id="{F0181442-EC23-48DD-8555-683BA176F472}"/>
              </a:ext>
            </a:extLst>
          </p:cNvPr>
          <p:cNvGrpSpPr>
            <a:grpSpLocks/>
          </p:cNvGrpSpPr>
          <p:nvPr/>
        </p:nvGrpSpPr>
        <p:grpSpPr bwMode="auto">
          <a:xfrm>
            <a:off x="2220913" y="3865563"/>
            <a:ext cx="1220787" cy="977900"/>
            <a:chOff x="1399" y="2435"/>
            <a:chExt cx="769" cy="616"/>
          </a:xfrm>
        </p:grpSpPr>
        <p:sp>
          <p:nvSpPr>
            <p:cNvPr id="3396" name="Line 73">
              <a:extLst>
                <a:ext uri="{FF2B5EF4-FFF2-40B4-BE49-F238E27FC236}">
                  <a16:creationId xmlns:a16="http://schemas.microsoft.com/office/drawing/2014/main" id="{C9DBE1C6-5AD4-4317-A16B-4C014E993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7" y="2590"/>
              <a:ext cx="13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97" name="Line 74">
              <a:extLst>
                <a:ext uri="{FF2B5EF4-FFF2-40B4-BE49-F238E27FC236}">
                  <a16:creationId xmlns:a16="http://schemas.microsoft.com/office/drawing/2014/main" id="{624C2DCF-FF59-4514-A09B-D5DE40277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590"/>
              <a:ext cx="0" cy="30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98" name="Line 75">
              <a:extLst>
                <a:ext uri="{FF2B5EF4-FFF2-40B4-BE49-F238E27FC236}">
                  <a16:creationId xmlns:a16="http://schemas.microsoft.com/office/drawing/2014/main" id="{E0C67FC6-53B3-46C9-BFA4-92E626A71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896"/>
              <a:ext cx="13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99" name="Line 76">
              <a:extLst>
                <a:ext uri="{FF2B5EF4-FFF2-40B4-BE49-F238E27FC236}">
                  <a16:creationId xmlns:a16="http://schemas.microsoft.com/office/drawing/2014/main" id="{8BB1C3DD-D522-461A-99A1-7D990A450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2435"/>
              <a:ext cx="0" cy="61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00" name="Line 77">
              <a:extLst>
                <a:ext uri="{FF2B5EF4-FFF2-40B4-BE49-F238E27FC236}">
                  <a16:creationId xmlns:a16="http://schemas.microsoft.com/office/drawing/2014/main" id="{87543AFA-45C4-4405-8A2A-334549D11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0" y="2435"/>
              <a:ext cx="76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01" name="Line 78">
              <a:extLst>
                <a:ext uri="{FF2B5EF4-FFF2-40B4-BE49-F238E27FC236}">
                  <a16:creationId xmlns:a16="http://schemas.microsoft.com/office/drawing/2014/main" id="{B6B8008F-84E9-4289-9B07-38E2CC5C6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9" y="3051"/>
              <a:ext cx="769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3405" name="Line 82">
            <a:extLst>
              <a:ext uri="{FF2B5EF4-FFF2-40B4-BE49-F238E27FC236}">
                <a16:creationId xmlns:a16="http://schemas.microsoft.com/office/drawing/2014/main" id="{A598B706-F0C4-4C01-9D99-034A7DE5F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8275" y="1179513"/>
            <a:ext cx="0" cy="67945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06" name="Line 83">
            <a:extLst>
              <a:ext uri="{FF2B5EF4-FFF2-40B4-BE49-F238E27FC236}">
                <a16:creationId xmlns:a16="http://schemas.microsoft.com/office/drawing/2014/main" id="{B9B22880-FA38-41BA-BA7F-C534B0750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1944688"/>
            <a:ext cx="122555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07" name="Line 84">
            <a:extLst>
              <a:ext uri="{FF2B5EF4-FFF2-40B4-BE49-F238E27FC236}">
                <a16:creationId xmlns:a16="http://schemas.microsoft.com/office/drawing/2014/main" id="{755F019C-EFDC-4494-B8E5-6E589E305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1179513"/>
            <a:ext cx="0" cy="183356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08" name="Line 85">
            <a:extLst>
              <a:ext uri="{FF2B5EF4-FFF2-40B4-BE49-F238E27FC236}">
                <a16:creationId xmlns:a16="http://schemas.microsoft.com/office/drawing/2014/main" id="{0CEB9A93-BA1D-4B8B-A1EB-A14CE9B0F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0263" y="1944688"/>
            <a:ext cx="148272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09" name="Line 86">
            <a:extLst>
              <a:ext uri="{FF2B5EF4-FFF2-40B4-BE49-F238E27FC236}">
                <a16:creationId xmlns:a16="http://schemas.microsoft.com/office/drawing/2014/main" id="{9FA2508D-CC56-4F0A-A98D-20A0C7FDF8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2316163"/>
            <a:ext cx="0" cy="69691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10" name="Line 87">
            <a:extLst>
              <a:ext uri="{FF2B5EF4-FFF2-40B4-BE49-F238E27FC236}">
                <a16:creationId xmlns:a16="http://schemas.microsoft.com/office/drawing/2014/main" id="{D9D09CA0-7089-4D15-96F6-1AA1D5BBA7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8274" y="4214568"/>
            <a:ext cx="15875" cy="47173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411" name="Line 88">
            <a:extLst>
              <a:ext uri="{FF2B5EF4-FFF2-40B4-BE49-F238E27FC236}">
                <a16:creationId xmlns:a16="http://schemas.microsoft.com/office/drawing/2014/main" id="{B9D98215-7AAF-4C8D-982E-A9BD2A282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4038600"/>
            <a:ext cx="0" cy="6477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12" name="Line 89">
            <a:extLst>
              <a:ext uri="{FF2B5EF4-FFF2-40B4-BE49-F238E27FC236}">
                <a16:creationId xmlns:a16="http://schemas.microsoft.com/office/drawing/2014/main" id="{F709D32A-8DEC-4671-B0CA-1591F3493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" y="4354513"/>
            <a:ext cx="29337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13" name="Oval 90">
            <a:extLst>
              <a:ext uri="{FF2B5EF4-FFF2-40B4-BE49-F238E27FC236}">
                <a16:creationId xmlns:a16="http://schemas.microsoft.com/office/drawing/2014/main" id="{5AF2C91E-E611-4BC1-9487-9DFCEF66B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49" y="4043363"/>
            <a:ext cx="641945" cy="6477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414" name="Text Box 91">
            <a:extLst>
              <a:ext uri="{FF2B5EF4-FFF2-40B4-BE49-F238E27FC236}">
                <a16:creationId xmlns:a16="http://schemas.microsoft.com/office/drawing/2014/main" id="{593EFB71-E605-4C89-B249-1ABF7D882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" y="504826"/>
            <a:ext cx="84470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rgbClr val="000000"/>
                </a:solidFill>
                <a:ea typeface="等线" panose="02010600030101010101" pitchFamily="2" charset="-122"/>
              </a:rPr>
              <a:t>例：已知物体的三视图，想象出物体的形状</a:t>
            </a:r>
          </a:p>
        </p:txBody>
      </p:sp>
      <p:grpSp>
        <p:nvGrpSpPr>
          <p:cNvPr id="3415" name="Group 92">
            <a:extLst>
              <a:ext uri="{FF2B5EF4-FFF2-40B4-BE49-F238E27FC236}">
                <a16:creationId xmlns:a16="http://schemas.microsoft.com/office/drawing/2014/main" id="{7C122BD1-1ABF-4743-B2AE-010A8E068054}"/>
              </a:ext>
            </a:extLst>
          </p:cNvPr>
          <p:cNvGrpSpPr>
            <a:grpSpLocks/>
          </p:cNvGrpSpPr>
          <p:nvPr/>
        </p:nvGrpSpPr>
        <p:grpSpPr bwMode="auto">
          <a:xfrm>
            <a:off x="1593850" y="863600"/>
            <a:ext cx="1016000" cy="544513"/>
            <a:chOff x="1004" y="544"/>
            <a:chExt cx="640" cy="343"/>
          </a:xfrm>
        </p:grpSpPr>
        <p:sp>
          <p:nvSpPr>
            <p:cNvPr id="3416" name="Line 93">
              <a:extLst>
                <a:ext uri="{FF2B5EF4-FFF2-40B4-BE49-F238E27FC236}">
                  <a16:creationId xmlns:a16="http://schemas.microsoft.com/office/drawing/2014/main" id="{E71E0B73-FBF1-45FC-A8E1-6395BF2CF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721"/>
              <a:ext cx="447" cy="166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17" name="Text Box 94">
              <a:extLst>
                <a:ext uri="{FF2B5EF4-FFF2-40B4-BE49-F238E27FC236}">
                  <a16:creationId xmlns:a16="http://schemas.microsoft.com/office/drawing/2014/main" id="{50F683DB-EB4E-425E-9E65-BB6469D5D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" y="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ea typeface="等线" panose="02010600030101010101" pitchFamily="2" charset="-122"/>
                </a:rPr>
                <a:t>Ⅰ</a:t>
              </a:r>
            </a:p>
          </p:txBody>
        </p:sp>
      </p:grpSp>
      <p:grpSp>
        <p:nvGrpSpPr>
          <p:cNvPr id="3418" name="Group 95">
            <a:extLst>
              <a:ext uri="{FF2B5EF4-FFF2-40B4-BE49-F238E27FC236}">
                <a16:creationId xmlns:a16="http://schemas.microsoft.com/office/drawing/2014/main" id="{A7012D2C-C79A-46E3-B58C-661384042022}"/>
              </a:ext>
            </a:extLst>
          </p:cNvPr>
          <p:cNvGrpSpPr>
            <a:grpSpLocks/>
          </p:cNvGrpSpPr>
          <p:nvPr/>
        </p:nvGrpSpPr>
        <p:grpSpPr bwMode="auto">
          <a:xfrm>
            <a:off x="1541463" y="1260475"/>
            <a:ext cx="1030287" cy="895350"/>
            <a:chOff x="971" y="794"/>
            <a:chExt cx="649" cy="564"/>
          </a:xfrm>
        </p:grpSpPr>
        <p:sp>
          <p:nvSpPr>
            <p:cNvPr id="3419" name="Line 96">
              <a:extLst>
                <a:ext uri="{FF2B5EF4-FFF2-40B4-BE49-F238E27FC236}">
                  <a16:creationId xmlns:a16="http://schemas.microsoft.com/office/drawing/2014/main" id="{AD859545-1BA4-414C-98D7-514065989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960"/>
              <a:ext cx="423" cy="398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20" name="Text Box 97">
              <a:extLst>
                <a:ext uri="{FF2B5EF4-FFF2-40B4-BE49-F238E27FC236}">
                  <a16:creationId xmlns:a16="http://schemas.microsoft.com/office/drawing/2014/main" id="{F6648EDC-34AA-4E95-ADB3-B825CA859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" y="79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ea typeface="等线" panose="02010600030101010101" pitchFamily="2" charset="-122"/>
                </a:rPr>
                <a:t>Ⅱ</a:t>
              </a:r>
            </a:p>
          </p:txBody>
        </p:sp>
      </p:grpSp>
      <p:grpSp>
        <p:nvGrpSpPr>
          <p:cNvPr id="3421" name="Group 98">
            <a:extLst>
              <a:ext uri="{FF2B5EF4-FFF2-40B4-BE49-F238E27FC236}">
                <a16:creationId xmlns:a16="http://schemas.microsoft.com/office/drawing/2014/main" id="{F2A5329E-E906-4FDC-9EA7-EC21E1DBF713}"/>
              </a:ext>
            </a:extLst>
          </p:cNvPr>
          <p:cNvGrpSpPr>
            <a:grpSpLocks/>
          </p:cNvGrpSpPr>
          <p:nvPr/>
        </p:nvGrpSpPr>
        <p:grpSpPr bwMode="auto">
          <a:xfrm>
            <a:off x="1471613" y="1773238"/>
            <a:ext cx="993775" cy="760412"/>
            <a:chOff x="927" y="1117"/>
            <a:chExt cx="626" cy="479"/>
          </a:xfrm>
        </p:grpSpPr>
        <p:sp>
          <p:nvSpPr>
            <p:cNvPr id="3422" name="Line 99">
              <a:extLst>
                <a:ext uri="{FF2B5EF4-FFF2-40B4-BE49-F238E27FC236}">
                  <a16:creationId xmlns:a16="http://schemas.microsoft.com/office/drawing/2014/main" id="{B3E0B210-5C71-4E36-B7CA-866915443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1281"/>
              <a:ext cx="368" cy="315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23" name="Text Box 100">
              <a:extLst>
                <a:ext uri="{FF2B5EF4-FFF2-40B4-BE49-F238E27FC236}">
                  <a16:creationId xmlns:a16="http://schemas.microsoft.com/office/drawing/2014/main" id="{EBE67536-AB50-4706-BFEC-388F1FBB7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" y="111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ea typeface="等线" panose="02010600030101010101" pitchFamily="2" charset="-122"/>
                </a:rPr>
                <a:t>Ⅲ</a:t>
              </a:r>
            </a:p>
          </p:txBody>
        </p:sp>
      </p:grpSp>
      <p:grpSp>
        <p:nvGrpSpPr>
          <p:cNvPr id="3425" name="Group 102">
            <a:extLst>
              <a:ext uri="{FF2B5EF4-FFF2-40B4-BE49-F238E27FC236}">
                <a16:creationId xmlns:a16="http://schemas.microsoft.com/office/drawing/2014/main" id="{AF799627-0B67-4078-B0CE-FC2CA4174E18}"/>
              </a:ext>
            </a:extLst>
          </p:cNvPr>
          <p:cNvGrpSpPr>
            <a:grpSpLocks/>
          </p:cNvGrpSpPr>
          <p:nvPr/>
        </p:nvGrpSpPr>
        <p:grpSpPr bwMode="auto">
          <a:xfrm>
            <a:off x="6453188" y="2033588"/>
            <a:ext cx="1514475" cy="1568450"/>
            <a:chOff x="924" y="212"/>
            <a:chExt cx="1084" cy="1123"/>
          </a:xfrm>
        </p:grpSpPr>
        <p:sp>
          <p:nvSpPr>
            <p:cNvPr id="3426" name="Freeform 103">
              <a:extLst>
                <a:ext uri="{FF2B5EF4-FFF2-40B4-BE49-F238E27FC236}">
                  <a16:creationId xmlns:a16="http://schemas.microsoft.com/office/drawing/2014/main" id="{0F27E3DC-FFCC-4553-B4F1-B4FA4337D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12"/>
              <a:ext cx="109" cy="93"/>
            </a:xfrm>
            <a:custGeom>
              <a:avLst/>
              <a:gdLst>
                <a:gd name="T0" fmla="*/ 0 w 109"/>
                <a:gd name="T1" fmla="*/ 55 h 93"/>
                <a:gd name="T2" fmla="*/ 109 w 109"/>
                <a:gd name="T3" fmla="*/ 0 h 93"/>
                <a:gd name="T4" fmla="*/ 109 w 109"/>
                <a:gd name="T5" fmla="*/ 93 h 93"/>
                <a:gd name="T6" fmla="*/ 0 w 109"/>
                <a:gd name="T7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3">
                  <a:moveTo>
                    <a:pt x="0" y="55"/>
                  </a:moveTo>
                  <a:lnTo>
                    <a:pt x="109" y="0"/>
                  </a:lnTo>
                  <a:lnTo>
                    <a:pt x="109" y="93"/>
                  </a:lnTo>
                  <a:lnTo>
                    <a:pt x="0" y="55"/>
                  </a:lnTo>
                  <a:close/>
                </a:path>
              </a:pathLst>
            </a:custGeom>
            <a:gradFill rotWithShape="0">
              <a:gsLst>
                <a:gs pos="0">
                  <a:srgbClr val="754E27"/>
                </a:gs>
                <a:gs pos="100000">
                  <a:srgbClr val="996633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27" name="Freeform 104">
              <a:extLst>
                <a:ext uri="{FF2B5EF4-FFF2-40B4-BE49-F238E27FC236}">
                  <a16:creationId xmlns:a16="http://schemas.microsoft.com/office/drawing/2014/main" id="{833A342D-C9AE-4806-A208-C3F074033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" y="515"/>
              <a:ext cx="542" cy="820"/>
            </a:xfrm>
            <a:custGeom>
              <a:avLst/>
              <a:gdLst>
                <a:gd name="T0" fmla="*/ 0 w 542"/>
                <a:gd name="T1" fmla="*/ 489 h 820"/>
                <a:gd name="T2" fmla="*/ 542 w 542"/>
                <a:gd name="T3" fmla="*/ 820 h 820"/>
                <a:gd name="T4" fmla="*/ 541 w 542"/>
                <a:gd name="T5" fmla="*/ 494 h 820"/>
                <a:gd name="T6" fmla="*/ 534 w 542"/>
                <a:gd name="T7" fmla="*/ 429 h 820"/>
                <a:gd name="T8" fmla="*/ 527 w 542"/>
                <a:gd name="T9" fmla="*/ 355 h 820"/>
                <a:gd name="T10" fmla="*/ 513 w 542"/>
                <a:gd name="T11" fmla="*/ 302 h 820"/>
                <a:gd name="T12" fmla="*/ 494 w 542"/>
                <a:gd name="T13" fmla="*/ 259 h 820"/>
                <a:gd name="T14" fmla="*/ 472 w 542"/>
                <a:gd name="T15" fmla="*/ 205 h 820"/>
                <a:gd name="T16" fmla="*/ 443 w 542"/>
                <a:gd name="T17" fmla="*/ 154 h 820"/>
                <a:gd name="T18" fmla="*/ 403 w 542"/>
                <a:gd name="T19" fmla="*/ 116 h 820"/>
                <a:gd name="T20" fmla="*/ 367 w 542"/>
                <a:gd name="T21" fmla="*/ 87 h 820"/>
                <a:gd name="T22" fmla="*/ 323 w 542"/>
                <a:gd name="T23" fmla="*/ 50 h 820"/>
                <a:gd name="T24" fmla="*/ 265 w 542"/>
                <a:gd name="T25" fmla="*/ 21 h 820"/>
                <a:gd name="T26" fmla="*/ 200 w 542"/>
                <a:gd name="T27" fmla="*/ 0 h 820"/>
                <a:gd name="T28" fmla="*/ 148 w 542"/>
                <a:gd name="T29" fmla="*/ 0 h 820"/>
                <a:gd name="T30" fmla="*/ 90 w 542"/>
                <a:gd name="T31" fmla="*/ 21 h 820"/>
                <a:gd name="T32" fmla="*/ 40 w 542"/>
                <a:gd name="T33" fmla="*/ 65 h 820"/>
                <a:gd name="T34" fmla="*/ 18 w 542"/>
                <a:gd name="T35" fmla="*/ 123 h 820"/>
                <a:gd name="T36" fmla="*/ 0 w 542"/>
                <a:gd name="T37" fmla="*/ 183 h 820"/>
                <a:gd name="T38" fmla="*/ 0 w 542"/>
                <a:gd name="T39" fmla="*/ 489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2" h="820">
                  <a:moveTo>
                    <a:pt x="0" y="489"/>
                  </a:moveTo>
                  <a:lnTo>
                    <a:pt x="542" y="820"/>
                  </a:lnTo>
                  <a:lnTo>
                    <a:pt x="541" y="494"/>
                  </a:lnTo>
                  <a:lnTo>
                    <a:pt x="534" y="429"/>
                  </a:lnTo>
                  <a:lnTo>
                    <a:pt x="527" y="355"/>
                  </a:lnTo>
                  <a:lnTo>
                    <a:pt x="513" y="302"/>
                  </a:lnTo>
                  <a:lnTo>
                    <a:pt x="494" y="259"/>
                  </a:lnTo>
                  <a:lnTo>
                    <a:pt x="472" y="205"/>
                  </a:lnTo>
                  <a:lnTo>
                    <a:pt x="443" y="154"/>
                  </a:lnTo>
                  <a:lnTo>
                    <a:pt x="403" y="116"/>
                  </a:lnTo>
                  <a:lnTo>
                    <a:pt x="367" y="87"/>
                  </a:lnTo>
                  <a:lnTo>
                    <a:pt x="323" y="50"/>
                  </a:lnTo>
                  <a:lnTo>
                    <a:pt x="265" y="21"/>
                  </a:lnTo>
                  <a:lnTo>
                    <a:pt x="200" y="0"/>
                  </a:lnTo>
                  <a:lnTo>
                    <a:pt x="148" y="0"/>
                  </a:lnTo>
                  <a:lnTo>
                    <a:pt x="90" y="21"/>
                  </a:lnTo>
                  <a:lnTo>
                    <a:pt x="40" y="65"/>
                  </a:lnTo>
                  <a:lnTo>
                    <a:pt x="18" y="123"/>
                  </a:lnTo>
                  <a:lnTo>
                    <a:pt x="0" y="183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28" name="Freeform 105">
              <a:extLst>
                <a:ext uri="{FF2B5EF4-FFF2-40B4-BE49-F238E27FC236}">
                  <a16:creationId xmlns:a16="http://schemas.microsoft.com/office/drawing/2014/main" id="{6E96C98C-F8F3-4123-BBCE-172655E61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691"/>
              <a:ext cx="263" cy="326"/>
            </a:xfrm>
            <a:custGeom>
              <a:avLst/>
              <a:gdLst>
                <a:gd name="T0" fmla="*/ 214 w 1314"/>
                <a:gd name="T1" fmla="*/ 49 h 1631"/>
                <a:gd name="T2" fmla="*/ 130 w 1314"/>
                <a:gd name="T3" fmla="*/ 116 h 1631"/>
                <a:gd name="T4" fmla="*/ 64 w 1314"/>
                <a:gd name="T5" fmla="*/ 208 h 1631"/>
                <a:gd name="T6" fmla="*/ 21 w 1314"/>
                <a:gd name="T7" fmla="*/ 322 h 1631"/>
                <a:gd name="T8" fmla="*/ 0 w 1314"/>
                <a:gd name="T9" fmla="*/ 455 h 1631"/>
                <a:gd name="T10" fmla="*/ 3 w 1314"/>
                <a:gd name="T11" fmla="*/ 600 h 1631"/>
                <a:gd name="T12" fmla="*/ 30 w 1314"/>
                <a:gd name="T13" fmla="*/ 753 h 1631"/>
                <a:gd name="T14" fmla="*/ 79 w 1314"/>
                <a:gd name="T15" fmla="*/ 908 h 1631"/>
                <a:gd name="T16" fmla="*/ 150 w 1314"/>
                <a:gd name="T17" fmla="*/ 1060 h 1631"/>
                <a:gd name="T18" fmla="*/ 238 w 1314"/>
                <a:gd name="T19" fmla="*/ 1203 h 1631"/>
                <a:gd name="T20" fmla="*/ 342 w 1314"/>
                <a:gd name="T21" fmla="*/ 1333 h 1631"/>
                <a:gd name="T22" fmla="*/ 457 w 1314"/>
                <a:gd name="T23" fmla="*/ 1443 h 1631"/>
                <a:gd name="T24" fmla="*/ 579 w 1314"/>
                <a:gd name="T25" fmla="*/ 1531 h 1631"/>
                <a:gd name="T26" fmla="*/ 704 w 1314"/>
                <a:gd name="T27" fmla="*/ 1593 h 1631"/>
                <a:gd name="T28" fmla="*/ 827 w 1314"/>
                <a:gd name="T29" fmla="*/ 1627 h 1631"/>
                <a:gd name="T30" fmla="*/ 945 w 1314"/>
                <a:gd name="T31" fmla="*/ 1631 h 1631"/>
                <a:gd name="T32" fmla="*/ 1051 w 1314"/>
                <a:gd name="T33" fmla="*/ 1607 h 1631"/>
                <a:gd name="T34" fmla="*/ 1143 w 1314"/>
                <a:gd name="T35" fmla="*/ 1553 h 1631"/>
                <a:gd name="T36" fmla="*/ 1218 w 1314"/>
                <a:gd name="T37" fmla="*/ 1474 h 1631"/>
                <a:gd name="T38" fmla="*/ 1273 w 1314"/>
                <a:gd name="T39" fmla="*/ 1369 h 1631"/>
                <a:gd name="T40" fmla="*/ 1305 w 1314"/>
                <a:gd name="T41" fmla="*/ 1245 h 1631"/>
                <a:gd name="T42" fmla="*/ 1314 w 1314"/>
                <a:gd name="T43" fmla="*/ 1107 h 1631"/>
                <a:gd name="T44" fmla="*/ 1299 w 1314"/>
                <a:gd name="T45" fmla="*/ 956 h 1631"/>
                <a:gd name="T46" fmla="*/ 1260 w 1314"/>
                <a:gd name="T47" fmla="*/ 802 h 1631"/>
                <a:gd name="T48" fmla="*/ 1200 w 1314"/>
                <a:gd name="T49" fmla="*/ 647 h 1631"/>
                <a:gd name="T50" fmla="*/ 1121 w 1314"/>
                <a:gd name="T51" fmla="*/ 499 h 1631"/>
                <a:gd name="T52" fmla="*/ 1025 w 1314"/>
                <a:gd name="T53" fmla="*/ 362 h 1631"/>
                <a:gd name="T54" fmla="*/ 914 w 1314"/>
                <a:gd name="T55" fmla="*/ 241 h 1631"/>
                <a:gd name="T56" fmla="*/ 795 w 1314"/>
                <a:gd name="T57" fmla="*/ 143 h 1631"/>
                <a:gd name="T58" fmla="*/ 671 w 1314"/>
                <a:gd name="T59" fmla="*/ 67 h 1631"/>
                <a:gd name="T60" fmla="*/ 547 w 1314"/>
                <a:gd name="T61" fmla="*/ 19 h 1631"/>
                <a:gd name="T62" fmla="*/ 426 w 1314"/>
                <a:gd name="T63" fmla="*/ 0 h 1631"/>
                <a:gd name="T64" fmla="*/ 314 w 1314"/>
                <a:gd name="T65" fmla="*/ 9 h 1631"/>
                <a:gd name="T66" fmla="*/ 214 w 1314"/>
                <a:gd name="T67" fmla="*/ 49 h 1631"/>
                <a:gd name="T68" fmla="*/ 215 w 1314"/>
                <a:gd name="T69" fmla="*/ 49 h 1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4" h="1631">
                  <a:moveTo>
                    <a:pt x="214" y="49"/>
                  </a:moveTo>
                  <a:lnTo>
                    <a:pt x="130" y="116"/>
                  </a:lnTo>
                  <a:lnTo>
                    <a:pt x="64" y="208"/>
                  </a:lnTo>
                  <a:lnTo>
                    <a:pt x="21" y="322"/>
                  </a:lnTo>
                  <a:lnTo>
                    <a:pt x="0" y="455"/>
                  </a:lnTo>
                  <a:lnTo>
                    <a:pt x="3" y="600"/>
                  </a:lnTo>
                  <a:lnTo>
                    <a:pt x="30" y="753"/>
                  </a:lnTo>
                  <a:lnTo>
                    <a:pt x="79" y="908"/>
                  </a:lnTo>
                  <a:lnTo>
                    <a:pt x="150" y="1060"/>
                  </a:lnTo>
                  <a:lnTo>
                    <a:pt x="238" y="1203"/>
                  </a:lnTo>
                  <a:lnTo>
                    <a:pt x="342" y="1333"/>
                  </a:lnTo>
                  <a:lnTo>
                    <a:pt x="457" y="1443"/>
                  </a:lnTo>
                  <a:lnTo>
                    <a:pt x="579" y="1531"/>
                  </a:lnTo>
                  <a:lnTo>
                    <a:pt x="704" y="1593"/>
                  </a:lnTo>
                  <a:lnTo>
                    <a:pt x="827" y="1627"/>
                  </a:lnTo>
                  <a:lnTo>
                    <a:pt x="945" y="1631"/>
                  </a:lnTo>
                  <a:lnTo>
                    <a:pt x="1051" y="1607"/>
                  </a:lnTo>
                  <a:lnTo>
                    <a:pt x="1143" y="1553"/>
                  </a:lnTo>
                  <a:lnTo>
                    <a:pt x="1218" y="1474"/>
                  </a:lnTo>
                  <a:lnTo>
                    <a:pt x="1273" y="1369"/>
                  </a:lnTo>
                  <a:lnTo>
                    <a:pt x="1305" y="1245"/>
                  </a:lnTo>
                  <a:lnTo>
                    <a:pt x="1314" y="1107"/>
                  </a:lnTo>
                  <a:lnTo>
                    <a:pt x="1299" y="956"/>
                  </a:lnTo>
                  <a:lnTo>
                    <a:pt x="1260" y="802"/>
                  </a:lnTo>
                  <a:lnTo>
                    <a:pt x="1200" y="647"/>
                  </a:lnTo>
                  <a:lnTo>
                    <a:pt x="1121" y="499"/>
                  </a:lnTo>
                  <a:lnTo>
                    <a:pt x="1025" y="362"/>
                  </a:lnTo>
                  <a:lnTo>
                    <a:pt x="914" y="241"/>
                  </a:lnTo>
                  <a:lnTo>
                    <a:pt x="795" y="143"/>
                  </a:lnTo>
                  <a:lnTo>
                    <a:pt x="671" y="67"/>
                  </a:lnTo>
                  <a:lnTo>
                    <a:pt x="547" y="19"/>
                  </a:lnTo>
                  <a:lnTo>
                    <a:pt x="426" y="0"/>
                  </a:lnTo>
                  <a:lnTo>
                    <a:pt x="314" y="9"/>
                  </a:lnTo>
                  <a:lnTo>
                    <a:pt x="214" y="49"/>
                  </a:lnTo>
                  <a:lnTo>
                    <a:pt x="215" y="49"/>
                  </a:lnTo>
                </a:path>
              </a:pathLst>
            </a:custGeom>
            <a:gradFill rotWithShape="0">
              <a:gsLst>
                <a:gs pos="0">
                  <a:srgbClr val="3C3C00"/>
                </a:gs>
                <a:gs pos="50000">
                  <a:srgbClr val="FFFF00"/>
                </a:gs>
                <a:gs pos="100000">
                  <a:srgbClr val="3C3C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29" name="Freeform 106">
              <a:extLst>
                <a:ext uri="{FF2B5EF4-FFF2-40B4-BE49-F238E27FC236}">
                  <a16:creationId xmlns:a16="http://schemas.microsoft.com/office/drawing/2014/main" id="{D08F7231-9830-40A9-8B73-04D42DC91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12"/>
              <a:ext cx="998" cy="1123"/>
            </a:xfrm>
            <a:custGeom>
              <a:avLst/>
              <a:gdLst>
                <a:gd name="T0" fmla="*/ 446 w 998"/>
                <a:gd name="T1" fmla="*/ 1123 h 1123"/>
                <a:gd name="T2" fmla="*/ 998 w 998"/>
                <a:gd name="T3" fmla="*/ 802 h 1123"/>
                <a:gd name="T4" fmla="*/ 998 w 998"/>
                <a:gd name="T5" fmla="*/ 466 h 1123"/>
                <a:gd name="T6" fmla="*/ 993 w 998"/>
                <a:gd name="T7" fmla="*/ 403 h 1123"/>
                <a:gd name="T8" fmla="*/ 979 w 998"/>
                <a:gd name="T9" fmla="*/ 336 h 1123"/>
                <a:gd name="T10" fmla="*/ 964 w 998"/>
                <a:gd name="T11" fmla="*/ 283 h 1123"/>
                <a:gd name="T12" fmla="*/ 945 w 998"/>
                <a:gd name="T13" fmla="*/ 245 h 1123"/>
                <a:gd name="T14" fmla="*/ 921 w 998"/>
                <a:gd name="T15" fmla="*/ 202 h 1123"/>
                <a:gd name="T16" fmla="*/ 892 w 998"/>
                <a:gd name="T17" fmla="*/ 163 h 1123"/>
                <a:gd name="T18" fmla="*/ 864 w 998"/>
                <a:gd name="T19" fmla="*/ 125 h 1123"/>
                <a:gd name="T20" fmla="*/ 825 w 998"/>
                <a:gd name="T21" fmla="*/ 87 h 1123"/>
                <a:gd name="T22" fmla="*/ 738 w 998"/>
                <a:gd name="T23" fmla="*/ 144 h 1123"/>
                <a:gd name="T24" fmla="*/ 700 w 998"/>
                <a:gd name="T25" fmla="*/ 111 h 1123"/>
                <a:gd name="T26" fmla="*/ 662 w 998"/>
                <a:gd name="T27" fmla="*/ 82 h 1123"/>
                <a:gd name="T28" fmla="*/ 619 w 998"/>
                <a:gd name="T29" fmla="*/ 63 h 1123"/>
                <a:gd name="T30" fmla="*/ 576 w 998"/>
                <a:gd name="T31" fmla="*/ 53 h 1123"/>
                <a:gd name="T32" fmla="*/ 537 w 998"/>
                <a:gd name="T33" fmla="*/ 48 h 1123"/>
                <a:gd name="T34" fmla="*/ 624 w 998"/>
                <a:gd name="T35" fmla="*/ 0 h 1123"/>
                <a:gd name="T36" fmla="*/ 595 w 998"/>
                <a:gd name="T37" fmla="*/ 0 h 1123"/>
                <a:gd name="T38" fmla="*/ 556 w 998"/>
                <a:gd name="T39" fmla="*/ 10 h 1123"/>
                <a:gd name="T40" fmla="*/ 532 w 998"/>
                <a:gd name="T41" fmla="*/ 24 h 1123"/>
                <a:gd name="T42" fmla="*/ 0 w 998"/>
                <a:gd name="T43" fmla="*/ 331 h 1123"/>
                <a:gd name="T44" fmla="*/ 43 w 998"/>
                <a:gd name="T45" fmla="*/ 312 h 1123"/>
                <a:gd name="T46" fmla="*/ 91 w 998"/>
                <a:gd name="T47" fmla="*/ 307 h 1123"/>
                <a:gd name="T48" fmla="*/ 153 w 998"/>
                <a:gd name="T49" fmla="*/ 317 h 1123"/>
                <a:gd name="T50" fmla="*/ 201 w 998"/>
                <a:gd name="T51" fmla="*/ 341 h 1123"/>
                <a:gd name="T52" fmla="*/ 244 w 998"/>
                <a:gd name="T53" fmla="*/ 370 h 1123"/>
                <a:gd name="T54" fmla="*/ 297 w 998"/>
                <a:gd name="T55" fmla="*/ 413 h 1123"/>
                <a:gd name="T56" fmla="*/ 336 w 998"/>
                <a:gd name="T57" fmla="*/ 456 h 1123"/>
                <a:gd name="T58" fmla="*/ 374 w 998"/>
                <a:gd name="T59" fmla="*/ 519 h 1123"/>
                <a:gd name="T60" fmla="*/ 393 w 998"/>
                <a:gd name="T61" fmla="*/ 557 h 1123"/>
                <a:gd name="T62" fmla="*/ 427 w 998"/>
                <a:gd name="T63" fmla="*/ 629 h 1123"/>
                <a:gd name="T64" fmla="*/ 441 w 998"/>
                <a:gd name="T65" fmla="*/ 706 h 1123"/>
                <a:gd name="T66" fmla="*/ 446 w 998"/>
                <a:gd name="T67" fmla="*/ 763 h 1123"/>
                <a:gd name="T68" fmla="*/ 446 w 998"/>
                <a:gd name="T69" fmla="*/ 1123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8" h="1123">
                  <a:moveTo>
                    <a:pt x="446" y="1123"/>
                  </a:moveTo>
                  <a:lnTo>
                    <a:pt x="998" y="802"/>
                  </a:lnTo>
                  <a:lnTo>
                    <a:pt x="998" y="466"/>
                  </a:lnTo>
                  <a:lnTo>
                    <a:pt x="993" y="403"/>
                  </a:lnTo>
                  <a:lnTo>
                    <a:pt x="979" y="336"/>
                  </a:lnTo>
                  <a:lnTo>
                    <a:pt x="964" y="283"/>
                  </a:lnTo>
                  <a:lnTo>
                    <a:pt x="945" y="245"/>
                  </a:lnTo>
                  <a:lnTo>
                    <a:pt x="921" y="202"/>
                  </a:lnTo>
                  <a:lnTo>
                    <a:pt x="892" y="163"/>
                  </a:lnTo>
                  <a:lnTo>
                    <a:pt x="864" y="125"/>
                  </a:lnTo>
                  <a:lnTo>
                    <a:pt x="825" y="87"/>
                  </a:lnTo>
                  <a:lnTo>
                    <a:pt x="738" y="144"/>
                  </a:lnTo>
                  <a:lnTo>
                    <a:pt x="700" y="111"/>
                  </a:lnTo>
                  <a:lnTo>
                    <a:pt x="662" y="82"/>
                  </a:lnTo>
                  <a:lnTo>
                    <a:pt x="619" y="63"/>
                  </a:lnTo>
                  <a:lnTo>
                    <a:pt x="576" y="53"/>
                  </a:lnTo>
                  <a:lnTo>
                    <a:pt x="537" y="48"/>
                  </a:lnTo>
                  <a:lnTo>
                    <a:pt x="624" y="0"/>
                  </a:lnTo>
                  <a:lnTo>
                    <a:pt x="595" y="0"/>
                  </a:lnTo>
                  <a:lnTo>
                    <a:pt x="556" y="10"/>
                  </a:lnTo>
                  <a:lnTo>
                    <a:pt x="532" y="24"/>
                  </a:lnTo>
                  <a:lnTo>
                    <a:pt x="0" y="331"/>
                  </a:lnTo>
                  <a:lnTo>
                    <a:pt x="43" y="312"/>
                  </a:lnTo>
                  <a:lnTo>
                    <a:pt x="91" y="307"/>
                  </a:lnTo>
                  <a:lnTo>
                    <a:pt x="153" y="317"/>
                  </a:lnTo>
                  <a:lnTo>
                    <a:pt x="201" y="341"/>
                  </a:lnTo>
                  <a:lnTo>
                    <a:pt x="244" y="370"/>
                  </a:lnTo>
                  <a:lnTo>
                    <a:pt x="297" y="413"/>
                  </a:lnTo>
                  <a:lnTo>
                    <a:pt x="336" y="456"/>
                  </a:lnTo>
                  <a:lnTo>
                    <a:pt x="374" y="519"/>
                  </a:lnTo>
                  <a:lnTo>
                    <a:pt x="393" y="557"/>
                  </a:lnTo>
                  <a:lnTo>
                    <a:pt x="427" y="629"/>
                  </a:lnTo>
                  <a:lnTo>
                    <a:pt x="441" y="706"/>
                  </a:lnTo>
                  <a:lnTo>
                    <a:pt x="446" y="763"/>
                  </a:lnTo>
                  <a:lnTo>
                    <a:pt x="446" y="1123"/>
                  </a:lnTo>
                  <a:close/>
                </a:path>
              </a:pathLst>
            </a:custGeom>
            <a:gradFill rotWithShape="0">
              <a:gsLst>
                <a:gs pos="0">
                  <a:srgbClr val="762F00"/>
                </a:gs>
                <a:gs pos="50000">
                  <a:srgbClr val="FF6600"/>
                </a:gs>
                <a:gs pos="100000">
                  <a:srgbClr val="762F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30" name="Freeform 107">
              <a:extLst>
                <a:ext uri="{FF2B5EF4-FFF2-40B4-BE49-F238E27FC236}">
                  <a16:creationId xmlns:a16="http://schemas.microsoft.com/office/drawing/2014/main" id="{3AB36F0C-40E8-4609-B486-B5400DC08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" y="352"/>
              <a:ext cx="173" cy="92"/>
            </a:xfrm>
            <a:custGeom>
              <a:avLst/>
              <a:gdLst>
                <a:gd name="T0" fmla="*/ 0 w 865"/>
                <a:gd name="T1" fmla="*/ 212 h 460"/>
                <a:gd name="T2" fmla="*/ 15 w 865"/>
                <a:gd name="T3" fmla="*/ 344 h 460"/>
                <a:gd name="T4" fmla="*/ 127 w 865"/>
                <a:gd name="T5" fmla="*/ 429 h 460"/>
                <a:gd name="T6" fmla="*/ 396 w 865"/>
                <a:gd name="T7" fmla="*/ 460 h 460"/>
                <a:gd name="T8" fmla="*/ 664 w 865"/>
                <a:gd name="T9" fmla="*/ 407 h 460"/>
                <a:gd name="T10" fmla="*/ 865 w 865"/>
                <a:gd name="T11" fmla="*/ 226 h 460"/>
                <a:gd name="T12" fmla="*/ 862 w 865"/>
                <a:gd name="T13" fmla="*/ 93 h 460"/>
                <a:gd name="T14" fmla="*/ 760 w 865"/>
                <a:gd name="T15" fmla="*/ 1 h 460"/>
                <a:gd name="T16" fmla="*/ 489 w 865"/>
                <a:gd name="T17" fmla="*/ 0 h 460"/>
                <a:gd name="T18" fmla="*/ 223 w 865"/>
                <a:gd name="T19" fmla="*/ 64 h 460"/>
                <a:gd name="T20" fmla="*/ 0 w 865"/>
                <a:gd name="T21" fmla="*/ 212 h 460"/>
                <a:gd name="T22" fmla="*/ 1 w 865"/>
                <a:gd name="T23" fmla="*/ 21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5" h="460">
                  <a:moveTo>
                    <a:pt x="0" y="212"/>
                  </a:moveTo>
                  <a:lnTo>
                    <a:pt x="15" y="344"/>
                  </a:lnTo>
                  <a:lnTo>
                    <a:pt x="127" y="429"/>
                  </a:lnTo>
                  <a:lnTo>
                    <a:pt x="396" y="460"/>
                  </a:lnTo>
                  <a:lnTo>
                    <a:pt x="664" y="407"/>
                  </a:lnTo>
                  <a:lnTo>
                    <a:pt x="865" y="226"/>
                  </a:lnTo>
                  <a:lnTo>
                    <a:pt x="862" y="93"/>
                  </a:lnTo>
                  <a:lnTo>
                    <a:pt x="760" y="1"/>
                  </a:lnTo>
                  <a:lnTo>
                    <a:pt x="489" y="0"/>
                  </a:lnTo>
                  <a:lnTo>
                    <a:pt x="223" y="64"/>
                  </a:lnTo>
                  <a:lnTo>
                    <a:pt x="0" y="212"/>
                  </a:lnTo>
                  <a:lnTo>
                    <a:pt x="1" y="212"/>
                  </a:lnTo>
                </a:path>
              </a:pathLst>
            </a:cu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31" name="Group 108">
            <a:extLst>
              <a:ext uri="{FF2B5EF4-FFF2-40B4-BE49-F238E27FC236}">
                <a16:creationId xmlns:a16="http://schemas.microsoft.com/office/drawing/2014/main" id="{07E267A3-EB42-4E46-860A-1C06DFA01B27}"/>
              </a:ext>
            </a:extLst>
          </p:cNvPr>
          <p:cNvGrpSpPr>
            <a:grpSpLocks/>
          </p:cNvGrpSpPr>
          <p:nvPr/>
        </p:nvGrpSpPr>
        <p:grpSpPr bwMode="auto">
          <a:xfrm>
            <a:off x="6926263" y="1203325"/>
            <a:ext cx="692150" cy="533400"/>
            <a:chOff x="2115" y="722"/>
            <a:chExt cx="496" cy="381"/>
          </a:xfrm>
        </p:grpSpPr>
        <p:sp>
          <p:nvSpPr>
            <p:cNvPr id="3432" name="Freeform 109">
              <a:extLst>
                <a:ext uri="{FF2B5EF4-FFF2-40B4-BE49-F238E27FC236}">
                  <a16:creationId xmlns:a16="http://schemas.microsoft.com/office/drawing/2014/main" id="{37A4A1DC-88A2-49E6-B4E4-C06B27329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722"/>
              <a:ext cx="496" cy="292"/>
            </a:xfrm>
            <a:custGeom>
              <a:avLst/>
              <a:gdLst>
                <a:gd name="T0" fmla="*/ 0 w 496"/>
                <a:gd name="T1" fmla="*/ 157 h 292"/>
                <a:gd name="T2" fmla="*/ 269 w 496"/>
                <a:gd name="T3" fmla="*/ 0 h 292"/>
                <a:gd name="T4" fmla="*/ 496 w 496"/>
                <a:gd name="T5" fmla="*/ 131 h 292"/>
                <a:gd name="T6" fmla="*/ 231 w 496"/>
                <a:gd name="T7" fmla="*/ 292 h 292"/>
                <a:gd name="T8" fmla="*/ 0 w 496"/>
                <a:gd name="T9" fmla="*/ 157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292">
                  <a:moveTo>
                    <a:pt x="0" y="157"/>
                  </a:moveTo>
                  <a:lnTo>
                    <a:pt x="269" y="0"/>
                  </a:lnTo>
                  <a:lnTo>
                    <a:pt x="496" y="131"/>
                  </a:lnTo>
                  <a:lnTo>
                    <a:pt x="231" y="292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33" name="Freeform 110">
              <a:extLst>
                <a:ext uri="{FF2B5EF4-FFF2-40B4-BE49-F238E27FC236}">
                  <a16:creationId xmlns:a16="http://schemas.microsoft.com/office/drawing/2014/main" id="{EF72578E-8E21-4205-93A3-2BC7ED738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879"/>
              <a:ext cx="230" cy="224"/>
            </a:xfrm>
            <a:custGeom>
              <a:avLst/>
              <a:gdLst>
                <a:gd name="T0" fmla="*/ 0 w 230"/>
                <a:gd name="T1" fmla="*/ 0 h 224"/>
                <a:gd name="T2" fmla="*/ 230 w 230"/>
                <a:gd name="T3" fmla="*/ 131 h 224"/>
                <a:gd name="T4" fmla="*/ 230 w 230"/>
                <a:gd name="T5" fmla="*/ 224 h 224"/>
                <a:gd name="T6" fmla="*/ 205 w 230"/>
                <a:gd name="T7" fmla="*/ 202 h 224"/>
                <a:gd name="T8" fmla="*/ 182 w 230"/>
                <a:gd name="T9" fmla="*/ 186 h 224"/>
                <a:gd name="T10" fmla="*/ 163 w 230"/>
                <a:gd name="T11" fmla="*/ 173 h 224"/>
                <a:gd name="T12" fmla="*/ 138 w 230"/>
                <a:gd name="T13" fmla="*/ 160 h 224"/>
                <a:gd name="T14" fmla="*/ 112 w 230"/>
                <a:gd name="T15" fmla="*/ 144 h 224"/>
                <a:gd name="T16" fmla="*/ 90 w 230"/>
                <a:gd name="T17" fmla="*/ 134 h 224"/>
                <a:gd name="T18" fmla="*/ 64 w 230"/>
                <a:gd name="T19" fmla="*/ 128 h 224"/>
                <a:gd name="T20" fmla="*/ 35 w 230"/>
                <a:gd name="T21" fmla="*/ 118 h 224"/>
                <a:gd name="T22" fmla="*/ 0 w 230"/>
                <a:gd name="T23" fmla="*/ 115 h 224"/>
                <a:gd name="T24" fmla="*/ 0 w 230"/>
                <a:gd name="T25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0" h="224">
                  <a:moveTo>
                    <a:pt x="0" y="0"/>
                  </a:moveTo>
                  <a:lnTo>
                    <a:pt x="230" y="131"/>
                  </a:lnTo>
                  <a:lnTo>
                    <a:pt x="230" y="224"/>
                  </a:lnTo>
                  <a:lnTo>
                    <a:pt x="205" y="202"/>
                  </a:lnTo>
                  <a:lnTo>
                    <a:pt x="182" y="186"/>
                  </a:lnTo>
                  <a:lnTo>
                    <a:pt x="163" y="173"/>
                  </a:lnTo>
                  <a:lnTo>
                    <a:pt x="138" y="160"/>
                  </a:lnTo>
                  <a:lnTo>
                    <a:pt x="112" y="144"/>
                  </a:lnTo>
                  <a:lnTo>
                    <a:pt x="90" y="134"/>
                  </a:lnTo>
                  <a:lnTo>
                    <a:pt x="64" y="128"/>
                  </a:lnTo>
                  <a:lnTo>
                    <a:pt x="35" y="118"/>
                  </a:lnTo>
                  <a:lnTo>
                    <a:pt x="0" y="11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2F76"/>
                </a:gs>
                <a:gs pos="100000">
                  <a:srgbClr val="CC66FF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34" name="Freeform 111">
              <a:extLst>
                <a:ext uri="{FF2B5EF4-FFF2-40B4-BE49-F238E27FC236}">
                  <a16:creationId xmlns:a16="http://schemas.microsoft.com/office/drawing/2014/main" id="{89C66010-9065-4CC5-9ED2-0EBBE800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850"/>
              <a:ext cx="269" cy="253"/>
            </a:xfrm>
            <a:custGeom>
              <a:avLst/>
              <a:gdLst>
                <a:gd name="T0" fmla="*/ 0 w 269"/>
                <a:gd name="T1" fmla="*/ 163 h 253"/>
                <a:gd name="T2" fmla="*/ 269 w 269"/>
                <a:gd name="T3" fmla="*/ 0 h 253"/>
                <a:gd name="T4" fmla="*/ 269 w 269"/>
                <a:gd name="T5" fmla="*/ 96 h 253"/>
                <a:gd name="T6" fmla="*/ 0 w 269"/>
                <a:gd name="T7" fmla="*/ 253 h 253"/>
                <a:gd name="T8" fmla="*/ 0 w 269"/>
                <a:gd name="T9" fmla="*/ 16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" h="253">
                  <a:moveTo>
                    <a:pt x="0" y="163"/>
                  </a:moveTo>
                  <a:lnTo>
                    <a:pt x="269" y="0"/>
                  </a:lnTo>
                  <a:lnTo>
                    <a:pt x="269" y="96"/>
                  </a:lnTo>
                  <a:lnTo>
                    <a:pt x="0" y="253"/>
                  </a:lnTo>
                  <a:lnTo>
                    <a:pt x="0" y="163"/>
                  </a:lnTo>
                  <a:close/>
                </a:path>
              </a:pathLst>
            </a:custGeom>
            <a:gradFill rotWithShape="0">
              <a:gsLst>
                <a:gs pos="0">
                  <a:srgbClr val="CC66FF"/>
                </a:gs>
                <a:gs pos="100000">
                  <a:srgbClr val="5E2F76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35" name="Freeform 112">
              <a:extLst>
                <a:ext uri="{FF2B5EF4-FFF2-40B4-BE49-F238E27FC236}">
                  <a16:creationId xmlns:a16="http://schemas.microsoft.com/office/drawing/2014/main" id="{A04D6189-94D2-417F-8B9C-9C599BD53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807"/>
              <a:ext cx="189" cy="120"/>
            </a:xfrm>
            <a:custGeom>
              <a:avLst/>
              <a:gdLst>
                <a:gd name="T0" fmla="*/ 0 w 943"/>
                <a:gd name="T1" fmla="*/ 300 h 600"/>
                <a:gd name="T2" fmla="*/ 8 w 943"/>
                <a:gd name="T3" fmla="*/ 357 h 600"/>
                <a:gd name="T4" fmla="*/ 33 w 943"/>
                <a:gd name="T5" fmla="*/ 411 h 600"/>
                <a:gd name="T6" fmla="*/ 74 w 943"/>
                <a:gd name="T7" fmla="*/ 463 h 600"/>
                <a:gd name="T8" fmla="*/ 130 w 943"/>
                <a:gd name="T9" fmla="*/ 507 h 600"/>
                <a:gd name="T10" fmla="*/ 199 w 943"/>
                <a:gd name="T11" fmla="*/ 545 h 600"/>
                <a:gd name="T12" fmla="*/ 276 w 943"/>
                <a:gd name="T13" fmla="*/ 573 h 600"/>
                <a:gd name="T14" fmla="*/ 360 w 943"/>
                <a:gd name="T15" fmla="*/ 591 h 600"/>
                <a:gd name="T16" fmla="*/ 450 w 943"/>
                <a:gd name="T17" fmla="*/ 600 h 600"/>
                <a:gd name="T18" fmla="*/ 539 w 943"/>
                <a:gd name="T19" fmla="*/ 596 h 600"/>
                <a:gd name="T20" fmla="*/ 627 w 943"/>
                <a:gd name="T21" fmla="*/ 583 h 600"/>
                <a:gd name="T22" fmla="*/ 709 w 943"/>
                <a:gd name="T23" fmla="*/ 560 h 600"/>
                <a:gd name="T24" fmla="*/ 782 w 943"/>
                <a:gd name="T25" fmla="*/ 526 h 600"/>
                <a:gd name="T26" fmla="*/ 844 w 943"/>
                <a:gd name="T27" fmla="*/ 485 h 600"/>
                <a:gd name="T28" fmla="*/ 893 w 943"/>
                <a:gd name="T29" fmla="*/ 437 h 600"/>
                <a:gd name="T30" fmla="*/ 925 w 943"/>
                <a:gd name="T31" fmla="*/ 384 h 600"/>
                <a:gd name="T32" fmla="*/ 943 w 943"/>
                <a:gd name="T33" fmla="*/ 328 h 600"/>
                <a:gd name="T34" fmla="*/ 942 w 943"/>
                <a:gd name="T35" fmla="*/ 272 h 600"/>
                <a:gd name="T36" fmla="*/ 925 w 943"/>
                <a:gd name="T37" fmla="*/ 215 h 600"/>
                <a:gd name="T38" fmla="*/ 892 w 943"/>
                <a:gd name="T39" fmla="*/ 162 h 600"/>
                <a:gd name="T40" fmla="*/ 843 w 943"/>
                <a:gd name="T41" fmla="*/ 114 h 600"/>
                <a:gd name="T42" fmla="*/ 781 w 943"/>
                <a:gd name="T43" fmla="*/ 73 h 600"/>
                <a:gd name="T44" fmla="*/ 709 w 943"/>
                <a:gd name="T45" fmla="*/ 40 h 600"/>
                <a:gd name="T46" fmla="*/ 627 w 943"/>
                <a:gd name="T47" fmla="*/ 16 h 600"/>
                <a:gd name="T48" fmla="*/ 539 w 943"/>
                <a:gd name="T49" fmla="*/ 3 h 600"/>
                <a:gd name="T50" fmla="*/ 449 w 943"/>
                <a:gd name="T51" fmla="*/ 0 h 600"/>
                <a:gd name="T52" fmla="*/ 360 w 943"/>
                <a:gd name="T53" fmla="*/ 9 h 600"/>
                <a:gd name="T54" fmla="*/ 275 w 943"/>
                <a:gd name="T55" fmla="*/ 28 h 600"/>
                <a:gd name="T56" fmla="*/ 197 w 943"/>
                <a:gd name="T57" fmla="*/ 56 h 600"/>
                <a:gd name="T58" fmla="*/ 130 w 943"/>
                <a:gd name="T59" fmla="*/ 94 h 600"/>
                <a:gd name="T60" fmla="*/ 74 w 943"/>
                <a:gd name="T61" fmla="*/ 138 h 600"/>
                <a:gd name="T62" fmla="*/ 33 w 943"/>
                <a:gd name="T63" fmla="*/ 188 h 600"/>
                <a:gd name="T64" fmla="*/ 8 w 943"/>
                <a:gd name="T65" fmla="*/ 244 h 600"/>
                <a:gd name="T66" fmla="*/ 0 w 943"/>
                <a:gd name="T67" fmla="*/ 300 h 600"/>
                <a:gd name="T68" fmla="*/ 1 w 943"/>
                <a:gd name="T69" fmla="*/ 3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43" h="600">
                  <a:moveTo>
                    <a:pt x="0" y="300"/>
                  </a:moveTo>
                  <a:lnTo>
                    <a:pt x="8" y="357"/>
                  </a:lnTo>
                  <a:lnTo>
                    <a:pt x="33" y="411"/>
                  </a:lnTo>
                  <a:lnTo>
                    <a:pt x="74" y="463"/>
                  </a:lnTo>
                  <a:lnTo>
                    <a:pt x="130" y="507"/>
                  </a:lnTo>
                  <a:lnTo>
                    <a:pt x="199" y="545"/>
                  </a:lnTo>
                  <a:lnTo>
                    <a:pt x="276" y="573"/>
                  </a:lnTo>
                  <a:lnTo>
                    <a:pt x="360" y="591"/>
                  </a:lnTo>
                  <a:lnTo>
                    <a:pt x="450" y="600"/>
                  </a:lnTo>
                  <a:lnTo>
                    <a:pt x="539" y="596"/>
                  </a:lnTo>
                  <a:lnTo>
                    <a:pt x="627" y="583"/>
                  </a:lnTo>
                  <a:lnTo>
                    <a:pt x="709" y="560"/>
                  </a:lnTo>
                  <a:lnTo>
                    <a:pt x="782" y="526"/>
                  </a:lnTo>
                  <a:lnTo>
                    <a:pt x="844" y="485"/>
                  </a:lnTo>
                  <a:lnTo>
                    <a:pt x="893" y="437"/>
                  </a:lnTo>
                  <a:lnTo>
                    <a:pt x="925" y="384"/>
                  </a:lnTo>
                  <a:lnTo>
                    <a:pt x="943" y="328"/>
                  </a:lnTo>
                  <a:lnTo>
                    <a:pt x="942" y="272"/>
                  </a:lnTo>
                  <a:lnTo>
                    <a:pt x="925" y="215"/>
                  </a:lnTo>
                  <a:lnTo>
                    <a:pt x="892" y="162"/>
                  </a:lnTo>
                  <a:lnTo>
                    <a:pt x="843" y="114"/>
                  </a:lnTo>
                  <a:lnTo>
                    <a:pt x="781" y="73"/>
                  </a:lnTo>
                  <a:lnTo>
                    <a:pt x="709" y="40"/>
                  </a:lnTo>
                  <a:lnTo>
                    <a:pt x="627" y="16"/>
                  </a:lnTo>
                  <a:lnTo>
                    <a:pt x="539" y="3"/>
                  </a:lnTo>
                  <a:lnTo>
                    <a:pt x="449" y="0"/>
                  </a:lnTo>
                  <a:lnTo>
                    <a:pt x="360" y="9"/>
                  </a:lnTo>
                  <a:lnTo>
                    <a:pt x="275" y="28"/>
                  </a:lnTo>
                  <a:lnTo>
                    <a:pt x="197" y="56"/>
                  </a:lnTo>
                  <a:lnTo>
                    <a:pt x="130" y="94"/>
                  </a:lnTo>
                  <a:lnTo>
                    <a:pt x="74" y="138"/>
                  </a:lnTo>
                  <a:lnTo>
                    <a:pt x="33" y="188"/>
                  </a:lnTo>
                  <a:lnTo>
                    <a:pt x="8" y="244"/>
                  </a:lnTo>
                  <a:lnTo>
                    <a:pt x="0" y="300"/>
                  </a:lnTo>
                  <a:lnTo>
                    <a:pt x="1" y="300"/>
                  </a:lnTo>
                </a:path>
              </a:pathLst>
            </a:cu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36" name="Group 113">
            <a:extLst>
              <a:ext uri="{FF2B5EF4-FFF2-40B4-BE49-F238E27FC236}">
                <a16:creationId xmlns:a16="http://schemas.microsoft.com/office/drawing/2014/main" id="{388520F1-6D35-40D1-81D6-190D23537014}"/>
              </a:ext>
            </a:extLst>
          </p:cNvPr>
          <p:cNvGrpSpPr>
            <a:grpSpLocks/>
          </p:cNvGrpSpPr>
          <p:nvPr/>
        </p:nvGrpSpPr>
        <p:grpSpPr bwMode="auto">
          <a:xfrm>
            <a:off x="5195888" y="4340225"/>
            <a:ext cx="3044825" cy="2079625"/>
            <a:chOff x="765" y="1440"/>
            <a:chExt cx="2181" cy="1489"/>
          </a:xfrm>
        </p:grpSpPr>
        <p:sp>
          <p:nvSpPr>
            <p:cNvPr id="3437" name="Freeform 114">
              <a:extLst>
                <a:ext uri="{FF2B5EF4-FFF2-40B4-BE49-F238E27FC236}">
                  <a16:creationId xmlns:a16="http://schemas.microsoft.com/office/drawing/2014/main" id="{17DEDDB0-4C83-4097-925A-88C7A22AF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1627"/>
              <a:ext cx="146" cy="159"/>
            </a:xfrm>
            <a:custGeom>
              <a:avLst/>
              <a:gdLst>
                <a:gd name="T0" fmla="*/ 146 w 146"/>
                <a:gd name="T1" fmla="*/ 0 h 159"/>
                <a:gd name="T2" fmla="*/ 146 w 146"/>
                <a:gd name="T3" fmla="*/ 159 h 159"/>
                <a:gd name="T4" fmla="*/ 0 w 146"/>
                <a:gd name="T5" fmla="*/ 10 h 159"/>
                <a:gd name="T6" fmla="*/ 146 w 146"/>
                <a:gd name="T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6" y="159"/>
                  </a:lnTo>
                  <a:lnTo>
                    <a:pt x="0" y="1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38" name="Freeform 115">
              <a:extLst>
                <a:ext uri="{FF2B5EF4-FFF2-40B4-BE49-F238E27FC236}">
                  <a16:creationId xmlns:a16="http://schemas.microsoft.com/office/drawing/2014/main" id="{1B120A54-EDC0-4F12-8B70-34386A021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771"/>
              <a:ext cx="192" cy="116"/>
            </a:xfrm>
            <a:custGeom>
              <a:avLst/>
              <a:gdLst>
                <a:gd name="T0" fmla="*/ 0 w 192"/>
                <a:gd name="T1" fmla="*/ 116 h 116"/>
                <a:gd name="T2" fmla="*/ 0 w 192"/>
                <a:gd name="T3" fmla="*/ 24 h 116"/>
                <a:gd name="T4" fmla="*/ 192 w 192"/>
                <a:gd name="T5" fmla="*/ 0 h 116"/>
                <a:gd name="T6" fmla="*/ 0 w 192"/>
                <a:gd name="T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" h="116">
                  <a:moveTo>
                    <a:pt x="0" y="116"/>
                  </a:moveTo>
                  <a:lnTo>
                    <a:pt x="0" y="24"/>
                  </a:lnTo>
                  <a:lnTo>
                    <a:pt x="192" y="0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39" name="Freeform 116">
              <a:extLst>
                <a:ext uri="{FF2B5EF4-FFF2-40B4-BE49-F238E27FC236}">
                  <a16:creationId xmlns:a16="http://schemas.microsoft.com/office/drawing/2014/main" id="{2781693E-8695-4AAA-85DF-F1425DCDC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2646"/>
              <a:ext cx="548" cy="283"/>
            </a:xfrm>
            <a:custGeom>
              <a:avLst/>
              <a:gdLst>
                <a:gd name="T0" fmla="*/ 2 w 548"/>
                <a:gd name="T1" fmla="*/ 162 h 283"/>
                <a:gd name="T2" fmla="*/ 329 w 548"/>
                <a:gd name="T3" fmla="*/ 16 h 283"/>
                <a:gd name="T4" fmla="*/ 548 w 548"/>
                <a:gd name="T5" fmla="*/ 0 h 283"/>
                <a:gd name="T6" fmla="*/ 548 w 548"/>
                <a:gd name="T7" fmla="*/ 120 h 283"/>
                <a:gd name="T8" fmla="*/ 207 w 548"/>
                <a:gd name="T9" fmla="*/ 154 h 283"/>
                <a:gd name="T10" fmla="*/ 207 w 548"/>
                <a:gd name="T11" fmla="*/ 235 h 283"/>
                <a:gd name="T12" fmla="*/ 0 w 548"/>
                <a:gd name="T13" fmla="*/ 283 h 283"/>
                <a:gd name="T14" fmla="*/ 2 w 548"/>
                <a:gd name="T15" fmla="*/ 16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8" h="283">
                  <a:moveTo>
                    <a:pt x="2" y="162"/>
                  </a:moveTo>
                  <a:lnTo>
                    <a:pt x="329" y="16"/>
                  </a:lnTo>
                  <a:lnTo>
                    <a:pt x="548" y="0"/>
                  </a:lnTo>
                  <a:lnTo>
                    <a:pt x="548" y="120"/>
                  </a:lnTo>
                  <a:lnTo>
                    <a:pt x="207" y="154"/>
                  </a:lnTo>
                  <a:lnTo>
                    <a:pt x="207" y="235"/>
                  </a:lnTo>
                  <a:lnTo>
                    <a:pt x="0" y="283"/>
                  </a:lnTo>
                  <a:lnTo>
                    <a:pt x="2" y="162"/>
                  </a:lnTo>
                  <a:close/>
                </a:path>
              </a:pathLst>
            </a:custGeom>
            <a:solidFill>
              <a:srgbClr val="CC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40" name="Freeform 117">
              <a:extLst>
                <a:ext uri="{FF2B5EF4-FFF2-40B4-BE49-F238E27FC236}">
                  <a16:creationId xmlns:a16="http://schemas.microsoft.com/office/drawing/2014/main" id="{296A2083-6999-4A36-AAC8-B49BC59C3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" y="2550"/>
              <a:ext cx="446" cy="379"/>
            </a:xfrm>
            <a:custGeom>
              <a:avLst/>
              <a:gdLst>
                <a:gd name="T0" fmla="*/ 0 w 446"/>
                <a:gd name="T1" fmla="*/ 0 h 379"/>
                <a:gd name="T2" fmla="*/ 446 w 446"/>
                <a:gd name="T3" fmla="*/ 259 h 379"/>
                <a:gd name="T4" fmla="*/ 446 w 446"/>
                <a:gd name="T5" fmla="*/ 379 h 379"/>
                <a:gd name="T6" fmla="*/ 0 w 446"/>
                <a:gd name="T7" fmla="*/ 120 h 379"/>
                <a:gd name="T8" fmla="*/ 0 w 446"/>
                <a:gd name="T9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379">
                  <a:moveTo>
                    <a:pt x="0" y="0"/>
                  </a:moveTo>
                  <a:lnTo>
                    <a:pt x="446" y="259"/>
                  </a:lnTo>
                  <a:lnTo>
                    <a:pt x="446" y="379"/>
                  </a:lnTo>
                  <a:lnTo>
                    <a:pt x="0" y="12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100000">
                  <a:srgbClr val="FF99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41" name="Freeform 118">
              <a:extLst>
                <a:ext uri="{FF2B5EF4-FFF2-40B4-BE49-F238E27FC236}">
                  <a16:creationId xmlns:a16="http://schemas.microsoft.com/office/drawing/2014/main" id="{B3FDD6D8-BF2B-4CB1-8EF0-62313AAAE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" y="2257"/>
              <a:ext cx="768" cy="557"/>
            </a:xfrm>
            <a:custGeom>
              <a:avLst/>
              <a:gdLst>
                <a:gd name="T0" fmla="*/ 53 w 768"/>
                <a:gd name="T1" fmla="*/ 0 h 557"/>
                <a:gd name="T2" fmla="*/ 0 w 768"/>
                <a:gd name="T3" fmla="*/ 303 h 557"/>
                <a:gd name="T4" fmla="*/ 441 w 768"/>
                <a:gd name="T5" fmla="*/ 557 h 557"/>
                <a:gd name="T6" fmla="*/ 768 w 768"/>
                <a:gd name="T7" fmla="*/ 408 h 557"/>
                <a:gd name="T8" fmla="*/ 53 w 768"/>
                <a:gd name="T9" fmla="*/ 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557">
                  <a:moveTo>
                    <a:pt x="53" y="0"/>
                  </a:moveTo>
                  <a:lnTo>
                    <a:pt x="0" y="303"/>
                  </a:lnTo>
                  <a:lnTo>
                    <a:pt x="441" y="557"/>
                  </a:lnTo>
                  <a:lnTo>
                    <a:pt x="768" y="408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42" name="Freeform 119">
              <a:extLst>
                <a:ext uri="{FF2B5EF4-FFF2-40B4-BE49-F238E27FC236}">
                  <a16:creationId xmlns:a16="http://schemas.microsoft.com/office/drawing/2014/main" id="{CEDBB0E1-877B-4D53-9EB7-DA5475DF0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440"/>
              <a:ext cx="2130" cy="1229"/>
            </a:xfrm>
            <a:custGeom>
              <a:avLst/>
              <a:gdLst>
                <a:gd name="T0" fmla="*/ 0 w 2130"/>
                <a:gd name="T1" fmla="*/ 822 h 1229"/>
                <a:gd name="T2" fmla="*/ 87 w 2130"/>
                <a:gd name="T3" fmla="*/ 655 h 1229"/>
                <a:gd name="T4" fmla="*/ 1229 w 2130"/>
                <a:gd name="T5" fmla="*/ 0 h 1229"/>
                <a:gd name="T6" fmla="*/ 1571 w 2130"/>
                <a:gd name="T7" fmla="*/ 189 h 1229"/>
                <a:gd name="T8" fmla="*/ 1476 w 2130"/>
                <a:gd name="T9" fmla="*/ 233 h 1229"/>
                <a:gd name="T10" fmla="*/ 1716 w 2130"/>
                <a:gd name="T11" fmla="*/ 370 h 1229"/>
                <a:gd name="T12" fmla="*/ 1802 w 2130"/>
                <a:gd name="T13" fmla="*/ 320 h 1229"/>
                <a:gd name="T14" fmla="*/ 2130 w 2130"/>
                <a:gd name="T15" fmla="*/ 517 h 1229"/>
                <a:gd name="T16" fmla="*/ 924 w 2130"/>
                <a:gd name="T17" fmla="*/ 1222 h 1229"/>
                <a:gd name="T18" fmla="*/ 706 w 2130"/>
                <a:gd name="T19" fmla="*/ 1229 h 1229"/>
                <a:gd name="T20" fmla="*/ 0 w 2130"/>
                <a:gd name="T21" fmla="*/ 822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30" h="1229">
                  <a:moveTo>
                    <a:pt x="0" y="822"/>
                  </a:moveTo>
                  <a:lnTo>
                    <a:pt x="87" y="655"/>
                  </a:lnTo>
                  <a:lnTo>
                    <a:pt x="1229" y="0"/>
                  </a:lnTo>
                  <a:lnTo>
                    <a:pt x="1571" y="189"/>
                  </a:lnTo>
                  <a:lnTo>
                    <a:pt x="1476" y="233"/>
                  </a:lnTo>
                  <a:lnTo>
                    <a:pt x="1716" y="370"/>
                  </a:lnTo>
                  <a:lnTo>
                    <a:pt x="1802" y="320"/>
                  </a:lnTo>
                  <a:lnTo>
                    <a:pt x="2130" y="517"/>
                  </a:lnTo>
                  <a:lnTo>
                    <a:pt x="924" y="1222"/>
                  </a:lnTo>
                  <a:lnTo>
                    <a:pt x="706" y="1229"/>
                  </a:lnTo>
                  <a:lnTo>
                    <a:pt x="0" y="822"/>
                  </a:lnTo>
                  <a:close/>
                </a:path>
              </a:pathLst>
            </a:custGeom>
            <a:gradFill rotWithShape="0">
              <a:gsLst>
                <a:gs pos="0">
                  <a:srgbClr val="005E2F"/>
                </a:gs>
                <a:gs pos="100000">
                  <a:srgbClr val="00CC66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43" name="Freeform 120">
              <a:extLst>
                <a:ext uri="{FF2B5EF4-FFF2-40B4-BE49-F238E27FC236}">
                  <a16:creationId xmlns:a16="http://schemas.microsoft.com/office/drawing/2014/main" id="{3AB16260-6831-438F-908D-282AE9276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096"/>
              <a:ext cx="426" cy="271"/>
            </a:xfrm>
            <a:custGeom>
              <a:avLst/>
              <a:gdLst>
                <a:gd name="T0" fmla="*/ 0 w 2129"/>
                <a:gd name="T1" fmla="*/ 675 h 1351"/>
                <a:gd name="T2" fmla="*/ 20 w 2129"/>
                <a:gd name="T3" fmla="*/ 804 h 1351"/>
                <a:gd name="T4" fmla="*/ 77 w 2129"/>
                <a:gd name="T5" fmla="*/ 927 h 1351"/>
                <a:gd name="T6" fmla="*/ 169 w 2129"/>
                <a:gd name="T7" fmla="*/ 1041 h 1351"/>
                <a:gd name="T8" fmla="*/ 294 w 2129"/>
                <a:gd name="T9" fmla="*/ 1142 h 1351"/>
                <a:gd name="T10" fmla="*/ 448 w 2129"/>
                <a:gd name="T11" fmla="*/ 1226 h 1351"/>
                <a:gd name="T12" fmla="*/ 623 w 2129"/>
                <a:gd name="T13" fmla="*/ 1290 h 1351"/>
                <a:gd name="T14" fmla="*/ 815 w 2129"/>
                <a:gd name="T15" fmla="*/ 1332 h 1351"/>
                <a:gd name="T16" fmla="*/ 1016 w 2129"/>
                <a:gd name="T17" fmla="*/ 1351 h 1351"/>
                <a:gd name="T18" fmla="*/ 1219 w 2129"/>
                <a:gd name="T19" fmla="*/ 1345 h 1351"/>
                <a:gd name="T20" fmla="*/ 1415 w 2129"/>
                <a:gd name="T21" fmla="*/ 1315 h 1351"/>
                <a:gd name="T22" fmla="*/ 1600 w 2129"/>
                <a:gd name="T23" fmla="*/ 1261 h 1351"/>
                <a:gd name="T24" fmla="*/ 1765 w 2129"/>
                <a:gd name="T25" fmla="*/ 1186 h 1351"/>
                <a:gd name="T26" fmla="*/ 1906 w 2129"/>
                <a:gd name="T27" fmla="*/ 1094 h 1351"/>
                <a:gd name="T28" fmla="*/ 2015 w 2129"/>
                <a:gd name="T29" fmla="*/ 986 h 1351"/>
                <a:gd name="T30" fmla="*/ 2090 w 2129"/>
                <a:gd name="T31" fmla="*/ 867 h 1351"/>
                <a:gd name="T32" fmla="*/ 2129 w 2129"/>
                <a:gd name="T33" fmla="*/ 741 h 1351"/>
                <a:gd name="T34" fmla="*/ 2129 w 2129"/>
                <a:gd name="T35" fmla="*/ 611 h 1351"/>
                <a:gd name="T36" fmla="*/ 2090 w 2129"/>
                <a:gd name="T37" fmla="*/ 485 h 1351"/>
                <a:gd name="T38" fmla="*/ 2015 w 2129"/>
                <a:gd name="T39" fmla="*/ 366 h 1351"/>
                <a:gd name="T40" fmla="*/ 1906 w 2129"/>
                <a:gd name="T41" fmla="*/ 258 h 1351"/>
                <a:gd name="T42" fmla="*/ 1765 w 2129"/>
                <a:gd name="T43" fmla="*/ 165 h 1351"/>
                <a:gd name="T44" fmla="*/ 1600 w 2129"/>
                <a:gd name="T45" fmla="*/ 91 h 1351"/>
                <a:gd name="T46" fmla="*/ 1415 w 2129"/>
                <a:gd name="T47" fmla="*/ 37 h 1351"/>
                <a:gd name="T48" fmla="*/ 1219 w 2129"/>
                <a:gd name="T49" fmla="*/ 7 h 1351"/>
                <a:gd name="T50" fmla="*/ 1016 w 2129"/>
                <a:gd name="T51" fmla="*/ 0 h 1351"/>
                <a:gd name="T52" fmla="*/ 815 w 2129"/>
                <a:gd name="T53" fmla="*/ 19 h 1351"/>
                <a:gd name="T54" fmla="*/ 623 w 2129"/>
                <a:gd name="T55" fmla="*/ 61 h 1351"/>
                <a:gd name="T56" fmla="*/ 448 w 2129"/>
                <a:gd name="T57" fmla="*/ 125 h 1351"/>
                <a:gd name="T58" fmla="*/ 294 w 2129"/>
                <a:gd name="T59" fmla="*/ 210 h 1351"/>
                <a:gd name="T60" fmla="*/ 169 w 2129"/>
                <a:gd name="T61" fmla="*/ 311 h 1351"/>
                <a:gd name="T62" fmla="*/ 77 w 2129"/>
                <a:gd name="T63" fmla="*/ 424 h 1351"/>
                <a:gd name="T64" fmla="*/ 20 w 2129"/>
                <a:gd name="T65" fmla="*/ 548 h 1351"/>
                <a:gd name="T66" fmla="*/ 0 w 2129"/>
                <a:gd name="T67" fmla="*/ 675 h 1351"/>
                <a:gd name="T68" fmla="*/ 1 w 2129"/>
                <a:gd name="T69" fmla="*/ 675 h 1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29" h="1351">
                  <a:moveTo>
                    <a:pt x="0" y="675"/>
                  </a:moveTo>
                  <a:lnTo>
                    <a:pt x="20" y="804"/>
                  </a:lnTo>
                  <a:lnTo>
                    <a:pt x="77" y="927"/>
                  </a:lnTo>
                  <a:lnTo>
                    <a:pt x="169" y="1041"/>
                  </a:lnTo>
                  <a:lnTo>
                    <a:pt x="294" y="1142"/>
                  </a:lnTo>
                  <a:lnTo>
                    <a:pt x="448" y="1226"/>
                  </a:lnTo>
                  <a:lnTo>
                    <a:pt x="623" y="1290"/>
                  </a:lnTo>
                  <a:lnTo>
                    <a:pt x="815" y="1332"/>
                  </a:lnTo>
                  <a:lnTo>
                    <a:pt x="1016" y="1351"/>
                  </a:lnTo>
                  <a:lnTo>
                    <a:pt x="1219" y="1345"/>
                  </a:lnTo>
                  <a:lnTo>
                    <a:pt x="1415" y="1315"/>
                  </a:lnTo>
                  <a:lnTo>
                    <a:pt x="1600" y="1261"/>
                  </a:lnTo>
                  <a:lnTo>
                    <a:pt x="1765" y="1186"/>
                  </a:lnTo>
                  <a:lnTo>
                    <a:pt x="1906" y="1094"/>
                  </a:lnTo>
                  <a:lnTo>
                    <a:pt x="2015" y="986"/>
                  </a:lnTo>
                  <a:lnTo>
                    <a:pt x="2090" y="867"/>
                  </a:lnTo>
                  <a:lnTo>
                    <a:pt x="2129" y="741"/>
                  </a:lnTo>
                  <a:lnTo>
                    <a:pt x="2129" y="611"/>
                  </a:lnTo>
                  <a:lnTo>
                    <a:pt x="2090" y="485"/>
                  </a:lnTo>
                  <a:lnTo>
                    <a:pt x="2015" y="366"/>
                  </a:lnTo>
                  <a:lnTo>
                    <a:pt x="1906" y="258"/>
                  </a:lnTo>
                  <a:lnTo>
                    <a:pt x="1765" y="165"/>
                  </a:lnTo>
                  <a:lnTo>
                    <a:pt x="1600" y="91"/>
                  </a:lnTo>
                  <a:lnTo>
                    <a:pt x="1415" y="37"/>
                  </a:lnTo>
                  <a:lnTo>
                    <a:pt x="1219" y="7"/>
                  </a:lnTo>
                  <a:lnTo>
                    <a:pt x="1016" y="0"/>
                  </a:lnTo>
                  <a:lnTo>
                    <a:pt x="815" y="19"/>
                  </a:lnTo>
                  <a:lnTo>
                    <a:pt x="623" y="61"/>
                  </a:lnTo>
                  <a:lnTo>
                    <a:pt x="448" y="125"/>
                  </a:lnTo>
                  <a:lnTo>
                    <a:pt x="294" y="210"/>
                  </a:lnTo>
                  <a:lnTo>
                    <a:pt x="169" y="311"/>
                  </a:lnTo>
                  <a:lnTo>
                    <a:pt x="77" y="424"/>
                  </a:lnTo>
                  <a:lnTo>
                    <a:pt x="20" y="548"/>
                  </a:lnTo>
                  <a:lnTo>
                    <a:pt x="0" y="675"/>
                  </a:lnTo>
                  <a:lnTo>
                    <a:pt x="1" y="675"/>
                  </a:lnTo>
                </a:path>
              </a:pathLst>
            </a:custGeom>
            <a:gradFill rotWithShape="0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44" name="Freeform 121">
              <a:extLst>
                <a:ext uri="{FF2B5EF4-FFF2-40B4-BE49-F238E27FC236}">
                  <a16:creationId xmlns:a16="http://schemas.microsoft.com/office/drawing/2014/main" id="{E35E267C-C2AB-4ABE-A5E2-F8AA9CFAD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949"/>
              <a:ext cx="1207" cy="822"/>
            </a:xfrm>
            <a:custGeom>
              <a:avLst/>
              <a:gdLst>
                <a:gd name="T0" fmla="*/ 0 w 1207"/>
                <a:gd name="T1" fmla="*/ 822 h 822"/>
                <a:gd name="T2" fmla="*/ 0 w 1207"/>
                <a:gd name="T3" fmla="*/ 706 h 822"/>
                <a:gd name="T4" fmla="*/ 1207 w 1207"/>
                <a:gd name="T5" fmla="*/ 0 h 822"/>
                <a:gd name="T6" fmla="*/ 1207 w 1207"/>
                <a:gd name="T7" fmla="*/ 124 h 822"/>
                <a:gd name="T8" fmla="*/ 0 w 1207"/>
                <a:gd name="T9" fmla="*/ 822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7" h="822">
                  <a:moveTo>
                    <a:pt x="0" y="822"/>
                  </a:moveTo>
                  <a:lnTo>
                    <a:pt x="0" y="706"/>
                  </a:lnTo>
                  <a:lnTo>
                    <a:pt x="1207" y="0"/>
                  </a:lnTo>
                  <a:lnTo>
                    <a:pt x="1207" y="124"/>
                  </a:lnTo>
                  <a:lnTo>
                    <a:pt x="0" y="822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184718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445" name="Group 122">
            <a:extLst>
              <a:ext uri="{FF2B5EF4-FFF2-40B4-BE49-F238E27FC236}">
                <a16:creationId xmlns:a16="http://schemas.microsoft.com/office/drawing/2014/main" id="{62F7726A-46EF-4CE4-9FB8-774EB89E1E7A}"/>
              </a:ext>
            </a:extLst>
          </p:cNvPr>
          <p:cNvGrpSpPr>
            <a:grpSpLocks/>
          </p:cNvGrpSpPr>
          <p:nvPr/>
        </p:nvGrpSpPr>
        <p:grpSpPr bwMode="auto">
          <a:xfrm>
            <a:off x="2465388" y="1463675"/>
            <a:ext cx="488950" cy="2647950"/>
            <a:chOff x="1553" y="922"/>
            <a:chExt cx="308" cy="1668"/>
          </a:xfrm>
        </p:grpSpPr>
        <p:sp>
          <p:nvSpPr>
            <p:cNvPr id="3446" name="Line 123">
              <a:extLst>
                <a:ext uri="{FF2B5EF4-FFF2-40B4-BE49-F238E27FC236}">
                  <a16:creationId xmlns:a16="http://schemas.microsoft.com/office/drawing/2014/main" id="{DE011757-6A74-49B9-9572-C5A8B2993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960"/>
              <a:ext cx="0" cy="1629"/>
            </a:xfrm>
            <a:prstGeom prst="line">
              <a:avLst/>
            </a:prstGeom>
            <a:noFill/>
            <a:ln w="127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47" name="Line 124">
              <a:extLst>
                <a:ext uri="{FF2B5EF4-FFF2-40B4-BE49-F238E27FC236}">
                  <a16:creationId xmlns:a16="http://schemas.microsoft.com/office/drawing/2014/main" id="{CFAB206F-AAEB-4D3A-8898-30F92D017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1" y="922"/>
              <a:ext cx="0" cy="1668"/>
            </a:xfrm>
            <a:prstGeom prst="line">
              <a:avLst/>
            </a:prstGeom>
            <a:noFill/>
            <a:ln w="127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3448" name="Rectangle 125">
            <a:extLst>
              <a:ext uri="{FF2B5EF4-FFF2-40B4-BE49-F238E27FC236}">
                <a16:creationId xmlns:a16="http://schemas.microsoft.com/office/drawing/2014/main" id="{DAB4DB41-6885-464F-BFC0-C3A481F88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087" y="4121150"/>
            <a:ext cx="485577" cy="457200"/>
          </a:xfrm>
          <a:prstGeom prst="rect">
            <a:avLst/>
          </a:prstGeom>
          <a:noFill/>
          <a:ln w="38100" cap="flat" algn="ctr">
            <a:solidFill>
              <a:srgbClr val="CC66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3449" name="Group 126">
            <a:extLst>
              <a:ext uri="{FF2B5EF4-FFF2-40B4-BE49-F238E27FC236}">
                <a16:creationId xmlns:a16="http://schemas.microsoft.com/office/drawing/2014/main" id="{F3120954-49EC-4FF9-A2D9-68BFB1FDD3F7}"/>
              </a:ext>
            </a:extLst>
          </p:cNvPr>
          <p:cNvGrpSpPr>
            <a:grpSpLocks/>
          </p:cNvGrpSpPr>
          <p:nvPr/>
        </p:nvGrpSpPr>
        <p:grpSpPr bwMode="auto">
          <a:xfrm>
            <a:off x="2954338" y="1295400"/>
            <a:ext cx="1758950" cy="196850"/>
            <a:chOff x="1861" y="816"/>
            <a:chExt cx="1108" cy="124"/>
          </a:xfrm>
        </p:grpSpPr>
        <p:sp>
          <p:nvSpPr>
            <p:cNvPr id="3450" name="Line 127">
              <a:extLst>
                <a:ext uri="{FF2B5EF4-FFF2-40B4-BE49-F238E27FC236}">
                  <a16:creationId xmlns:a16="http://schemas.microsoft.com/office/drawing/2014/main" id="{9ED51AF6-A3A7-4312-A40C-F3C3BACA3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1" y="816"/>
              <a:ext cx="1108" cy="0"/>
            </a:xfrm>
            <a:prstGeom prst="line">
              <a:avLst/>
            </a:prstGeom>
            <a:noFill/>
            <a:ln w="127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51" name="Line 128">
              <a:extLst>
                <a:ext uri="{FF2B5EF4-FFF2-40B4-BE49-F238E27FC236}">
                  <a16:creationId xmlns:a16="http://schemas.microsoft.com/office/drawing/2014/main" id="{5253BD8A-2E1D-407D-8A6F-C87401591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1" y="940"/>
              <a:ext cx="1108" cy="0"/>
            </a:xfrm>
            <a:prstGeom prst="line">
              <a:avLst/>
            </a:prstGeom>
            <a:noFill/>
            <a:ln w="127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52" name="Group 129">
            <a:extLst>
              <a:ext uri="{FF2B5EF4-FFF2-40B4-BE49-F238E27FC236}">
                <a16:creationId xmlns:a16="http://schemas.microsoft.com/office/drawing/2014/main" id="{23C08576-7BDB-4DCA-B852-4026BF5E5532}"/>
              </a:ext>
            </a:extLst>
          </p:cNvPr>
          <p:cNvGrpSpPr>
            <a:grpSpLocks/>
          </p:cNvGrpSpPr>
          <p:nvPr/>
        </p:nvGrpSpPr>
        <p:grpSpPr bwMode="auto">
          <a:xfrm>
            <a:off x="4708525" y="1290638"/>
            <a:ext cx="487363" cy="228600"/>
            <a:chOff x="2969" y="816"/>
            <a:chExt cx="307" cy="144"/>
          </a:xfrm>
        </p:grpSpPr>
        <p:sp>
          <p:nvSpPr>
            <p:cNvPr id="3453" name="Line 130">
              <a:extLst>
                <a:ext uri="{FF2B5EF4-FFF2-40B4-BE49-F238E27FC236}">
                  <a16:creationId xmlns:a16="http://schemas.microsoft.com/office/drawing/2014/main" id="{CC250BDB-E930-450F-93E7-1CFC61776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817"/>
              <a:ext cx="307" cy="0"/>
            </a:xfrm>
            <a:prstGeom prst="line">
              <a:avLst/>
            </a:prstGeom>
            <a:noFill/>
            <a:ln w="381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54" name="Line 131">
              <a:extLst>
                <a:ext uri="{FF2B5EF4-FFF2-40B4-BE49-F238E27FC236}">
                  <a16:creationId xmlns:a16="http://schemas.microsoft.com/office/drawing/2014/main" id="{F66C216C-5542-418F-B93B-F6D638DD6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816"/>
              <a:ext cx="0" cy="144"/>
            </a:xfrm>
            <a:prstGeom prst="line">
              <a:avLst/>
            </a:prstGeom>
            <a:noFill/>
            <a:ln w="381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55" name="Line 132">
              <a:extLst>
                <a:ext uri="{FF2B5EF4-FFF2-40B4-BE49-F238E27FC236}">
                  <a16:creationId xmlns:a16="http://schemas.microsoft.com/office/drawing/2014/main" id="{CB678F9D-4873-4548-BE7E-4B3459813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816"/>
              <a:ext cx="0" cy="144"/>
            </a:xfrm>
            <a:prstGeom prst="line">
              <a:avLst/>
            </a:prstGeom>
            <a:noFill/>
            <a:ln w="38100" cap="flat" algn="ctr">
              <a:solidFill>
                <a:srgbClr val="CC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56" name="Group 133">
            <a:extLst>
              <a:ext uri="{FF2B5EF4-FFF2-40B4-BE49-F238E27FC236}">
                <a16:creationId xmlns:a16="http://schemas.microsoft.com/office/drawing/2014/main" id="{95DCE193-BD19-45F7-BD8A-A84A29BBCF19}"/>
              </a:ext>
            </a:extLst>
          </p:cNvPr>
          <p:cNvGrpSpPr>
            <a:grpSpLocks/>
          </p:cNvGrpSpPr>
          <p:nvPr/>
        </p:nvGrpSpPr>
        <p:grpSpPr bwMode="auto">
          <a:xfrm>
            <a:off x="2212975" y="1457325"/>
            <a:ext cx="1222375" cy="995363"/>
            <a:chOff x="1394" y="918"/>
            <a:chExt cx="770" cy="627"/>
          </a:xfrm>
        </p:grpSpPr>
        <p:sp>
          <p:nvSpPr>
            <p:cNvPr id="3457" name="Line 134">
              <a:extLst>
                <a:ext uri="{FF2B5EF4-FFF2-40B4-BE49-F238E27FC236}">
                  <a16:creationId xmlns:a16="http://schemas.microsoft.com/office/drawing/2014/main" id="{430DD313-B6F8-43AF-B4AF-9A080FE08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1" y="960"/>
              <a:ext cx="131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58" name="Line 135">
              <a:extLst>
                <a:ext uri="{FF2B5EF4-FFF2-40B4-BE49-F238E27FC236}">
                  <a16:creationId xmlns:a16="http://schemas.microsoft.com/office/drawing/2014/main" id="{6B89F7B9-72B9-42CA-AAE8-35E984FD7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920"/>
              <a:ext cx="176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59" name="Line 136">
              <a:extLst>
                <a:ext uri="{FF2B5EF4-FFF2-40B4-BE49-F238E27FC236}">
                  <a16:creationId xmlns:a16="http://schemas.microsoft.com/office/drawing/2014/main" id="{5485542D-375F-4586-85A0-982701A0D5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1" y="918"/>
              <a:ext cx="0" cy="43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60" name="Line 137">
              <a:extLst>
                <a:ext uri="{FF2B5EF4-FFF2-40B4-BE49-F238E27FC236}">
                  <a16:creationId xmlns:a16="http://schemas.microsoft.com/office/drawing/2014/main" id="{AA168C00-7BD5-4C91-8199-C672FB6BA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4" y="920"/>
              <a:ext cx="153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61" name="Line 138">
              <a:extLst>
                <a:ext uri="{FF2B5EF4-FFF2-40B4-BE49-F238E27FC236}">
                  <a16:creationId xmlns:a16="http://schemas.microsoft.com/office/drawing/2014/main" id="{8CD0955D-61CA-46C8-B800-0F37DA0D1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4" y="920"/>
              <a:ext cx="0" cy="60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62" name="Line 139">
              <a:extLst>
                <a:ext uri="{FF2B5EF4-FFF2-40B4-BE49-F238E27FC236}">
                  <a16:creationId xmlns:a16="http://schemas.microsoft.com/office/drawing/2014/main" id="{B2B11958-CD40-43EF-986D-0C119E32B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" y="1526"/>
              <a:ext cx="767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63" name="Line 140">
              <a:extLst>
                <a:ext uri="{FF2B5EF4-FFF2-40B4-BE49-F238E27FC236}">
                  <a16:creationId xmlns:a16="http://schemas.microsoft.com/office/drawing/2014/main" id="{76574617-29D7-4445-9B30-A7B5229B5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4" y="952"/>
              <a:ext cx="0" cy="593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64" name="Group 141">
            <a:extLst>
              <a:ext uri="{FF2B5EF4-FFF2-40B4-BE49-F238E27FC236}">
                <a16:creationId xmlns:a16="http://schemas.microsoft.com/office/drawing/2014/main" id="{99A0607A-854E-439E-8B00-5F58922E5E5C}"/>
              </a:ext>
            </a:extLst>
          </p:cNvPr>
          <p:cNvGrpSpPr>
            <a:grpSpLocks/>
          </p:cNvGrpSpPr>
          <p:nvPr/>
        </p:nvGrpSpPr>
        <p:grpSpPr bwMode="auto">
          <a:xfrm>
            <a:off x="2217738" y="2379663"/>
            <a:ext cx="1219200" cy="1503362"/>
            <a:chOff x="1397" y="1499"/>
            <a:chExt cx="768" cy="947"/>
          </a:xfrm>
        </p:grpSpPr>
        <p:sp>
          <p:nvSpPr>
            <p:cNvPr id="3465" name="Line 142">
              <a:extLst>
                <a:ext uri="{FF2B5EF4-FFF2-40B4-BE49-F238E27FC236}">
                  <a16:creationId xmlns:a16="http://schemas.microsoft.com/office/drawing/2014/main" id="{8E67152F-34A8-49C4-8FFA-1EA9D84A8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" y="1499"/>
              <a:ext cx="0" cy="936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66" name="Line 143">
              <a:extLst>
                <a:ext uri="{FF2B5EF4-FFF2-40B4-BE49-F238E27FC236}">
                  <a16:creationId xmlns:a16="http://schemas.microsoft.com/office/drawing/2014/main" id="{E4E6D2B2-BAF1-44CC-90AC-3C560AA4B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5" y="1544"/>
              <a:ext cx="0" cy="902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67" name="Group 144">
            <a:extLst>
              <a:ext uri="{FF2B5EF4-FFF2-40B4-BE49-F238E27FC236}">
                <a16:creationId xmlns:a16="http://schemas.microsoft.com/office/drawing/2014/main" id="{C01957E7-38CB-4101-95F6-57408019A2DF}"/>
              </a:ext>
            </a:extLst>
          </p:cNvPr>
          <p:cNvGrpSpPr>
            <a:grpSpLocks/>
          </p:cNvGrpSpPr>
          <p:nvPr/>
        </p:nvGrpSpPr>
        <p:grpSpPr bwMode="auto">
          <a:xfrm>
            <a:off x="2216150" y="3860800"/>
            <a:ext cx="1220788" cy="977900"/>
            <a:chOff x="1396" y="2432"/>
            <a:chExt cx="769" cy="616"/>
          </a:xfrm>
        </p:grpSpPr>
        <p:sp>
          <p:nvSpPr>
            <p:cNvPr id="3468" name="Line 145">
              <a:extLst>
                <a:ext uri="{FF2B5EF4-FFF2-40B4-BE49-F238E27FC236}">
                  <a16:creationId xmlns:a16="http://schemas.microsoft.com/office/drawing/2014/main" id="{965E3692-1CC4-45A6-BEF5-B2E8C39802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4" y="2587"/>
              <a:ext cx="130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69" name="Line 146">
              <a:extLst>
                <a:ext uri="{FF2B5EF4-FFF2-40B4-BE49-F238E27FC236}">
                  <a16:creationId xmlns:a16="http://schemas.microsoft.com/office/drawing/2014/main" id="{A79DF253-AA9B-4ECA-903A-CBBC3B895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4" y="2587"/>
              <a:ext cx="0" cy="30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0" name="Line 147">
              <a:extLst>
                <a:ext uri="{FF2B5EF4-FFF2-40B4-BE49-F238E27FC236}">
                  <a16:creationId xmlns:a16="http://schemas.microsoft.com/office/drawing/2014/main" id="{24F470A9-2D77-4957-B50F-F0FF2D373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4" y="2893"/>
              <a:ext cx="131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1" name="Line 148">
              <a:extLst>
                <a:ext uri="{FF2B5EF4-FFF2-40B4-BE49-F238E27FC236}">
                  <a16:creationId xmlns:a16="http://schemas.microsoft.com/office/drawing/2014/main" id="{4FDCACB6-BF7B-4714-A26E-B069EC598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" y="2432"/>
              <a:ext cx="0" cy="61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2" name="Line 149">
              <a:extLst>
                <a:ext uri="{FF2B5EF4-FFF2-40B4-BE49-F238E27FC236}">
                  <a16:creationId xmlns:a16="http://schemas.microsoft.com/office/drawing/2014/main" id="{CDACA5A6-9C8E-4917-9C64-87438485A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7" y="2432"/>
              <a:ext cx="768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3" name="Line 150">
              <a:extLst>
                <a:ext uri="{FF2B5EF4-FFF2-40B4-BE49-F238E27FC236}">
                  <a16:creationId xmlns:a16="http://schemas.microsoft.com/office/drawing/2014/main" id="{04B3E482-805B-47D9-AAFA-7CE4EA4FF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048"/>
              <a:ext cx="769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4" name="Line 151">
              <a:extLst>
                <a:ext uri="{FF2B5EF4-FFF2-40B4-BE49-F238E27FC236}">
                  <a16:creationId xmlns:a16="http://schemas.microsoft.com/office/drawing/2014/main" id="{0718168D-BF10-4127-9737-705CD80C5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4" y="2432"/>
              <a:ext cx="0" cy="157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5" name="Line 152">
              <a:extLst>
                <a:ext uri="{FF2B5EF4-FFF2-40B4-BE49-F238E27FC236}">
                  <a16:creationId xmlns:a16="http://schemas.microsoft.com/office/drawing/2014/main" id="{96615A26-B195-4AB8-BAB6-3068934D5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4" y="2875"/>
              <a:ext cx="0" cy="173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76" name="Group 153">
            <a:extLst>
              <a:ext uri="{FF2B5EF4-FFF2-40B4-BE49-F238E27FC236}">
                <a16:creationId xmlns:a16="http://schemas.microsoft.com/office/drawing/2014/main" id="{F930EB9E-A943-4252-A32A-EDB87AC11C85}"/>
              </a:ext>
            </a:extLst>
          </p:cNvPr>
          <p:cNvGrpSpPr>
            <a:grpSpLocks/>
          </p:cNvGrpSpPr>
          <p:nvPr/>
        </p:nvGrpSpPr>
        <p:grpSpPr bwMode="auto">
          <a:xfrm>
            <a:off x="4464050" y="1458913"/>
            <a:ext cx="984250" cy="973137"/>
            <a:chOff x="2812" y="919"/>
            <a:chExt cx="620" cy="613"/>
          </a:xfrm>
        </p:grpSpPr>
        <p:sp>
          <p:nvSpPr>
            <p:cNvPr id="3477" name="Line 154">
              <a:extLst>
                <a:ext uri="{FF2B5EF4-FFF2-40B4-BE49-F238E27FC236}">
                  <a16:creationId xmlns:a16="http://schemas.microsoft.com/office/drawing/2014/main" id="{9F6660D7-D660-4986-9460-DFE54629D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1222"/>
              <a:ext cx="0" cy="309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8" name="Line 155">
              <a:extLst>
                <a:ext uri="{FF2B5EF4-FFF2-40B4-BE49-F238E27FC236}">
                  <a16:creationId xmlns:a16="http://schemas.microsoft.com/office/drawing/2014/main" id="{56F14EE1-4AD1-47FC-80FE-9B030D5B7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1222"/>
              <a:ext cx="0" cy="308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79" name="Arc 156">
              <a:extLst>
                <a:ext uri="{FF2B5EF4-FFF2-40B4-BE49-F238E27FC236}">
                  <a16:creationId xmlns:a16="http://schemas.microsoft.com/office/drawing/2014/main" id="{7FDE661E-AA04-45F9-B042-FBC17F3EE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919"/>
              <a:ext cx="614" cy="307"/>
            </a:xfrm>
            <a:custGeom>
              <a:avLst/>
              <a:gdLst>
                <a:gd name="T0" fmla="*/ -1 w 43191"/>
                <a:gd name="T1" fmla="*/ 21138 h 21600"/>
                <a:gd name="T2" fmla="*/ 21595 w 43191"/>
                <a:gd name="T3" fmla="*/ 0 h 21600"/>
                <a:gd name="T4" fmla="*/ 43190 w 43191"/>
                <a:gd name="T5" fmla="*/ 21178 h 21600"/>
                <a:gd name="T6" fmla="*/ -1 w 43191"/>
                <a:gd name="T7" fmla="*/ 21138 h 21600"/>
                <a:gd name="T8" fmla="*/ 21595 w 43191"/>
                <a:gd name="T9" fmla="*/ 0 h 21600"/>
                <a:gd name="T10" fmla="*/ 43190 w 43191"/>
                <a:gd name="T11" fmla="*/ 21178 h 21600"/>
                <a:gd name="T12" fmla="*/ 21595 w 43191"/>
                <a:gd name="T13" fmla="*/ 21600 h 21600"/>
                <a:gd name="T14" fmla="*/ -1 w 43191"/>
                <a:gd name="T15" fmla="*/ 21138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191" h="21600" fill="none">
                  <a:moveTo>
                    <a:pt x="-1" y="21138"/>
                  </a:moveTo>
                  <a:cubicBezTo>
                    <a:pt x="250" y="9391"/>
                    <a:pt x="9845" y="0"/>
                    <a:pt x="21595" y="0"/>
                  </a:cubicBezTo>
                  <a:cubicBezTo>
                    <a:pt x="33359" y="0"/>
                    <a:pt x="42961" y="9415"/>
                    <a:pt x="43190" y="21178"/>
                  </a:cubicBezTo>
                </a:path>
                <a:path w="43191" h="21600" stroke="0">
                  <a:moveTo>
                    <a:pt x="-1" y="21138"/>
                  </a:moveTo>
                  <a:cubicBezTo>
                    <a:pt x="250" y="9391"/>
                    <a:pt x="9845" y="0"/>
                    <a:pt x="21595" y="0"/>
                  </a:cubicBezTo>
                  <a:cubicBezTo>
                    <a:pt x="33359" y="0"/>
                    <a:pt x="42961" y="9415"/>
                    <a:pt x="43190" y="21178"/>
                  </a:cubicBezTo>
                  <a:lnTo>
                    <a:pt x="21595" y="21600"/>
                  </a:lnTo>
                  <a:lnTo>
                    <a:pt x="-1" y="21138"/>
                  </a:lnTo>
                  <a:close/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80" name="Line 157">
              <a:extLst>
                <a:ext uri="{FF2B5EF4-FFF2-40B4-BE49-F238E27FC236}">
                  <a16:creationId xmlns:a16="http://schemas.microsoft.com/office/drawing/2014/main" id="{3219C495-A2A0-45AC-BC94-B7DBC3D2D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1532"/>
              <a:ext cx="620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81" name="Group 158">
            <a:extLst>
              <a:ext uri="{FF2B5EF4-FFF2-40B4-BE49-F238E27FC236}">
                <a16:creationId xmlns:a16="http://schemas.microsoft.com/office/drawing/2014/main" id="{0A8AFBFD-5E51-4D91-AA3F-0C973DFC42E0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1443038"/>
            <a:ext cx="1727200" cy="985837"/>
            <a:chOff x="2034" y="909"/>
            <a:chExt cx="1088" cy="621"/>
          </a:xfrm>
        </p:grpSpPr>
        <p:sp>
          <p:nvSpPr>
            <p:cNvPr id="3482" name="Line 159">
              <a:extLst>
                <a:ext uri="{FF2B5EF4-FFF2-40B4-BE49-F238E27FC236}">
                  <a16:creationId xmlns:a16="http://schemas.microsoft.com/office/drawing/2014/main" id="{7EED2D05-22FC-4510-9A71-335ABD85F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4" y="909"/>
              <a:ext cx="1088" cy="0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83" name="Line 160">
              <a:extLst>
                <a:ext uri="{FF2B5EF4-FFF2-40B4-BE49-F238E27FC236}">
                  <a16:creationId xmlns:a16="http://schemas.microsoft.com/office/drawing/2014/main" id="{087C8E5D-BE9B-4C74-964A-5672DFA99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8" y="1530"/>
              <a:ext cx="644" cy="0"/>
            </a:xfrm>
            <a:prstGeom prst="line">
              <a:avLst/>
            </a:prstGeom>
            <a:noFill/>
            <a:ln w="127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3484" name="Line 161">
            <a:extLst>
              <a:ext uri="{FF2B5EF4-FFF2-40B4-BE49-F238E27FC236}">
                <a16:creationId xmlns:a16="http://schemas.microsoft.com/office/drawing/2014/main" id="{0390F32E-0A40-42E2-9103-26F8E5E883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0563" y="2420938"/>
            <a:ext cx="384175" cy="204787"/>
          </a:xfrm>
          <a:prstGeom prst="line">
            <a:avLst/>
          </a:prstGeom>
          <a:noFill/>
          <a:ln w="38100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485" name="Group 162">
            <a:extLst>
              <a:ext uri="{FF2B5EF4-FFF2-40B4-BE49-F238E27FC236}">
                <a16:creationId xmlns:a16="http://schemas.microsoft.com/office/drawing/2014/main" id="{5CEC1384-49BC-4CD0-B86F-F1462F982C0B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2435225"/>
            <a:ext cx="381000" cy="1512888"/>
            <a:chOff x="424" y="1534"/>
            <a:chExt cx="240" cy="953"/>
          </a:xfrm>
        </p:grpSpPr>
        <p:sp>
          <p:nvSpPr>
            <p:cNvPr id="3486" name="Line 163">
              <a:extLst>
                <a:ext uri="{FF2B5EF4-FFF2-40B4-BE49-F238E27FC236}">
                  <a16:creationId xmlns:a16="http://schemas.microsoft.com/office/drawing/2014/main" id="{281816B1-B800-497E-ACE2-5815E45FF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" y="1781"/>
              <a:ext cx="0" cy="706"/>
            </a:xfrm>
            <a:prstGeom prst="line">
              <a:avLst/>
            </a:prstGeom>
            <a:noFill/>
            <a:ln w="12700" cap="flat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87" name="Line 164">
              <a:extLst>
                <a:ext uri="{FF2B5EF4-FFF2-40B4-BE49-F238E27FC236}">
                  <a16:creationId xmlns:a16="http://schemas.microsoft.com/office/drawing/2014/main" id="{6E649C5A-6523-42DB-85F5-37EB84716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534"/>
              <a:ext cx="0" cy="794"/>
            </a:xfrm>
            <a:prstGeom prst="line">
              <a:avLst/>
            </a:prstGeom>
            <a:noFill/>
            <a:ln w="12700" cap="flat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88" name="Group 165">
            <a:extLst>
              <a:ext uri="{FF2B5EF4-FFF2-40B4-BE49-F238E27FC236}">
                <a16:creationId xmlns:a16="http://schemas.microsoft.com/office/drawing/2014/main" id="{70F8EACD-7AB6-476F-9AF5-0272FABA93B7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2428875"/>
            <a:ext cx="3876675" cy="209550"/>
            <a:chOff x="424" y="1530"/>
            <a:chExt cx="2442" cy="132"/>
          </a:xfrm>
        </p:grpSpPr>
        <p:sp>
          <p:nvSpPr>
            <p:cNvPr id="3489" name="Line 166">
              <a:extLst>
                <a:ext uri="{FF2B5EF4-FFF2-40B4-BE49-F238E27FC236}">
                  <a16:creationId xmlns:a16="http://schemas.microsoft.com/office/drawing/2014/main" id="{067826BC-16C8-4E93-82A5-4C52BAF13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" y="1530"/>
              <a:ext cx="2027" cy="0"/>
            </a:xfrm>
            <a:prstGeom prst="line">
              <a:avLst/>
            </a:prstGeom>
            <a:noFill/>
            <a:ln w="12700" cap="flat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90" name="Line 167">
              <a:extLst>
                <a:ext uri="{FF2B5EF4-FFF2-40B4-BE49-F238E27FC236}">
                  <a16:creationId xmlns:a16="http://schemas.microsoft.com/office/drawing/2014/main" id="{FF674C05-E667-433B-B376-1ACD2108B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" y="1662"/>
              <a:ext cx="2442" cy="0"/>
            </a:xfrm>
            <a:prstGeom prst="line">
              <a:avLst/>
            </a:prstGeom>
            <a:noFill/>
            <a:ln w="12700" cap="flat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91" name="Group 168">
            <a:extLst>
              <a:ext uri="{FF2B5EF4-FFF2-40B4-BE49-F238E27FC236}">
                <a16:creationId xmlns:a16="http://schemas.microsoft.com/office/drawing/2014/main" id="{F1B12410-0D4C-460A-812C-84982094888B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2625725"/>
            <a:ext cx="609600" cy="2543175"/>
            <a:chOff x="424" y="1654"/>
            <a:chExt cx="384" cy="1602"/>
          </a:xfrm>
        </p:grpSpPr>
        <p:sp>
          <p:nvSpPr>
            <p:cNvPr id="3492" name="Line 169">
              <a:extLst>
                <a:ext uri="{FF2B5EF4-FFF2-40B4-BE49-F238E27FC236}">
                  <a16:creationId xmlns:a16="http://schemas.microsoft.com/office/drawing/2014/main" id="{73611F96-2AA6-4123-9664-A2C7397B5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" y="1792"/>
              <a:ext cx="0" cy="695"/>
            </a:xfrm>
            <a:prstGeom prst="line">
              <a:avLst/>
            </a:prstGeom>
            <a:noFill/>
            <a:ln w="127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93" name="Line 170">
              <a:extLst>
                <a:ext uri="{FF2B5EF4-FFF2-40B4-BE49-F238E27FC236}">
                  <a16:creationId xmlns:a16="http://schemas.microsoft.com/office/drawing/2014/main" id="{FC73A3E6-931E-4EF8-9619-CF4CAEE3C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" y="1654"/>
              <a:ext cx="0" cy="1602"/>
            </a:xfrm>
            <a:prstGeom prst="line">
              <a:avLst/>
            </a:prstGeom>
            <a:noFill/>
            <a:ln w="127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94" name="Group 171">
            <a:extLst>
              <a:ext uri="{FF2B5EF4-FFF2-40B4-BE49-F238E27FC236}">
                <a16:creationId xmlns:a16="http://schemas.microsoft.com/office/drawing/2014/main" id="{A9B6C643-D713-480E-9644-D6DBAE97CC94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3540125"/>
            <a:ext cx="603250" cy="1628775"/>
            <a:chOff x="523" y="2326"/>
            <a:chExt cx="380" cy="1026"/>
          </a:xfrm>
        </p:grpSpPr>
        <p:sp>
          <p:nvSpPr>
            <p:cNvPr id="3495" name="Line 172">
              <a:extLst>
                <a:ext uri="{FF2B5EF4-FFF2-40B4-BE49-F238E27FC236}">
                  <a16:creationId xmlns:a16="http://schemas.microsoft.com/office/drawing/2014/main" id="{5AFE2EDD-4EEF-4C72-AB2B-23421D302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4" y="3096"/>
              <a:ext cx="378" cy="256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96" name="Line 173">
              <a:extLst>
                <a:ext uri="{FF2B5EF4-FFF2-40B4-BE49-F238E27FC236}">
                  <a16:creationId xmlns:a16="http://schemas.microsoft.com/office/drawing/2014/main" id="{0BE05649-2CEF-4F36-8722-81DDE1C3D5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" y="2326"/>
              <a:ext cx="380" cy="257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97" name="Group 174">
            <a:extLst>
              <a:ext uri="{FF2B5EF4-FFF2-40B4-BE49-F238E27FC236}">
                <a16:creationId xmlns:a16="http://schemas.microsoft.com/office/drawing/2014/main" id="{824F640A-CF19-40BB-AD89-C757A12AD536}"/>
              </a:ext>
            </a:extLst>
          </p:cNvPr>
          <p:cNvGrpSpPr>
            <a:grpSpLocks/>
          </p:cNvGrpSpPr>
          <p:nvPr/>
        </p:nvGrpSpPr>
        <p:grpSpPr bwMode="auto">
          <a:xfrm>
            <a:off x="917575" y="2438400"/>
            <a:ext cx="3471863" cy="388938"/>
            <a:chOff x="578" y="1536"/>
            <a:chExt cx="2187" cy="245"/>
          </a:xfrm>
        </p:grpSpPr>
        <p:sp>
          <p:nvSpPr>
            <p:cNvPr id="3498" name="Line 175">
              <a:extLst>
                <a:ext uri="{FF2B5EF4-FFF2-40B4-BE49-F238E27FC236}">
                  <a16:creationId xmlns:a16="http://schemas.microsoft.com/office/drawing/2014/main" id="{74BCFDC7-2747-4DD1-9E65-1D7499836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" y="1536"/>
              <a:ext cx="1802" cy="0"/>
            </a:xfrm>
            <a:prstGeom prst="line">
              <a:avLst/>
            </a:prstGeom>
            <a:noFill/>
            <a:ln w="127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499" name="Line 176">
              <a:extLst>
                <a:ext uri="{FF2B5EF4-FFF2-40B4-BE49-F238E27FC236}">
                  <a16:creationId xmlns:a16="http://schemas.microsoft.com/office/drawing/2014/main" id="{28B5CE31-B9C7-4753-AD64-7EF7795D3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1781"/>
              <a:ext cx="2187" cy="0"/>
            </a:xfrm>
            <a:prstGeom prst="line">
              <a:avLst/>
            </a:prstGeom>
            <a:noFill/>
            <a:ln w="127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3500" name="Line 177">
            <a:extLst>
              <a:ext uri="{FF2B5EF4-FFF2-40B4-BE49-F238E27FC236}">
                <a16:creationId xmlns:a16="http://schemas.microsoft.com/office/drawing/2014/main" id="{8BFFC33B-C830-4495-8DF3-8819853DDD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3" y="3973513"/>
            <a:ext cx="0" cy="825500"/>
          </a:xfrm>
          <a:prstGeom prst="line">
            <a:avLst/>
          </a:prstGeom>
          <a:noFill/>
          <a:ln w="38100" cap="flat" algn="ctr">
            <a:solidFill>
              <a:srgbClr val="FF99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01" name="Line 178">
            <a:extLst>
              <a:ext uri="{FF2B5EF4-FFF2-40B4-BE49-F238E27FC236}">
                <a16:creationId xmlns:a16="http://schemas.microsoft.com/office/drawing/2014/main" id="{1642B017-8F5A-4204-B0BF-2E9D27FFEC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3" y="2638425"/>
            <a:ext cx="0" cy="203200"/>
          </a:xfrm>
          <a:prstGeom prst="line">
            <a:avLst/>
          </a:prstGeom>
          <a:noFill/>
          <a:ln w="38100" cap="flat" algn="ctr">
            <a:solidFill>
              <a:srgbClr val="FF99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3502" name="Group 179">
            <a:extLst>
              <a:ext uri="{FF2B5EF4-FFF2-40B4-BE49-F238E27FC236}">
                <a16:creationId xmlns:a16="http://schemas.microsoft.com/office/drawing/2014/main" id="{CAC6CC9F-A869-4555-A89D-9DF104CA2BFD}"/>
              </a:ext>
            </a:extLst>
          </p:cNvPr>
          <p:cNvGrpSpPr>
            <a:grpSpLocks/>
          </p:cNvGrpSpPr>
          <p:nvPr/>
        </p:nvGrpSpPr>
        <p:grpSpPr bwMode="auto">
          <a:xfrm>
            <a:off x="6359525" y="1992313"/>
            <a:ext cx="1665288" cy="3368675"/>
            <a:chOff x="4006" y="1255"/>
            <a:chExt cx="1049" cy="2122"/>
          </a:xfrm>
        </p:grpSpPr>
        <p:grpSp>
          <p:nvGrpSpPr>
            <p:cNvPr id="3503" name="Group 180">
              <a:extLst>
                <a:ext uri="{FF2B5EF4-FFF2-40B4-BE49-F238E27FC236}">
                  <a16:creationId xmlns:a16="http://schemas.microsoft.com/office/drawing/2014/main" id="{15BEFD5C-390C-44E2-969C-B27156B5D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0" y="2388"/>
              <a:ext cx="953" cy="989"/>
              <a:chOff x="924" y="212"/>
              <a:chExt cx="1084" cy="1123"/>
            </a:xfrm>
          </p:grpSpPr>
          <p:sp>
            <p:nvSpPr>
              <p:cNvPr id="3504" name="Freeform 181">
                <a:extLst>
                  <a:ext uri="{FF2B5EF4-FFF2-40B4-BE49-F238E27FC236}">
                    <a16:creationId xmlns:a16="http://schemas.microsoft.com/office/drawing/2014/main" id="{59191513-6C7F-4F1A-88B1-CA0CF7769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212"/>
                <a:ext cx="109" cy="93"/>
              </a:xfrm>
              <a:custGeom>
                <a:avLst/>
                <a:gdLst>
                  <a:gd name="T0" fmla="*/ 0 w 109"/>
                  <a:gd name="T1" fmla="*/ 55 h 93"/>
                  <a:gd name="T2" fmla="*/ 109 w 109"/>
                  <a:gd name="T3" fmla="*/ 0 h 93"/>
                  <a:gd name="T4" fmla="*/ 109 w 109"/>
                  <a:gd name="T5" fmla="*/ 93 h 93"/>
                  <a:gd name="T6" fmla="*/ 0 w 109"/>
                  <a:gd name="T7" fmla="*/ 5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9" h="93">
                    <a:moveTo>
                      <a:pt x="0" y="55"/>
                    </a:moveTo>
                    <a:lnTo>
                      <a:pt x="109" y="0"/>
                    </a:lnTo>
                    <a:lnTo>
                      <a:pt x="109" y="93"/>
                    </a:lnTo>
                    <a:lnTo>
                      <a:pt x="0" y="5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54E27"/>
                  </a:gs>
                  <a:gs pos="100000">
                    <a:srgbClr val="996633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05" name="Freeform 182">
                <a:extLst>
                  <a:ext uri="{FF2B5EF4-FFF2-40B4-BE49-F238E27FC236}">
                    <a16:creationId xmlns:a16="http://schemas.microsoft.com/office/drawing/2014/main" id="{1FC9CEDA-AA9D-4FB9-9873-86E9F284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515"/>
                <a:ext cx="542" cy="820"/>
              </a:xfrm>
              <a:custGeom>
                <a:avLst/>
                <a:gdLst>
                  <a:gd name="T0" fmla="*/ 0 w 542"/>
                  <a:gd name="T1" fmla="*/ 489 h 820"/>
                  <a:gd name="T2" fmla="*/ 542 w 542"/>
                  <a:gd name="T3" fmla="*/ 820 h 820"/>
                  <a:gd name="T4" fmla="*/ 541 w 542"/>
                  <a:gd name="T5" fmla="*/ 494 h 820"/>
                  <a:gd name="T6" fmla="*/ 534 w 542"/>
                  <a:gd name="T7" fmla="*/ 429 h 820"/>
                  <a:gd name="T8" fmla="*/ 527 w 542"/>
                  <a:gd name="T9" fmla="*/ 355 h 820"/>
                  <a:gd name="T10" fmla="*/ 513 w 542"/>
                  <a:gd name="T11" fmla="*/ 302 h 820"/>
                  <a:gd name="T12" fmla="*/ 494 w 542"/>
                  <a:gd name="T13" fmla="*/ 259 h 820"/>
                  <a:gd name="T14" fmla="*/ 472 w 542"/>
                  <a:gd name="T15" fmla="*/ 205 h 820"/>
                  <a:gd name="T16" fmla="*/ 443 w 542"/>
                  <a:gd name="T17" fmla="*/ 154 h 820"/>
                  <a:gd name="T18" fmla="*/ 403 w 542"/>
                  <a:gd name="T19" fmla="*/ 116 h 820"/>
                  <a:gd name="T20" fmla="*/ 367 w 542"/>
                  <a:gd name="T21" fmla="*/ 87 h 820"/>
                  <a:gd name="T22" fmla="*/ 323 w 542"/>
                  <a:gd name="T23" fmla="*/ 50 h 820"/>
                  <a:gd name="T24" fmla="*/ 265 w 542"/>
                  <a:gd name="T25" fmla="*/ 21 h 820"/>
                  <a:gd name="T26" fmla="*/ 200 w 542"/>
                  <a:gd name="T27" fmla="*/ 0 h 820"/>
                  <a:gd name="T28" fmla="*/ 148 w 542"/>
                  <a:gd name="T29" fmla="*/ 0 h 820"/>
                  <a:gd name="T30" fmla="*/ 90 w 542"/>
                  <a:gd name="T31" fmla="*/ 21 h 820"/>
                  <a:gd name="T32" fmla="*/ 40 w 542"/>
                  <a:gd name="T33" fmla="*/ 65 h 820"/>
                  <a:gd name="T34" fmla="*/ 18 w 542"/>
                  <a:gd name="T35" fmla="*/ 123 h 820"/>
                  <a:gd name="T36" fmla="*/ 0 w 542"/>
                  <a:gd name="T37" fmla="*/ 183 h 820"/>
                  <a:gd name="T38" fmla="*/ 0 w 542"/>
                  <a:gd name="T39" fmla="*/ 489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42" h="820">
                    <a:moveTo>
                      <a:pt x="0" y="489"/>
                    </a:moveTo>
                    <a:lnTo>
                      <a:pt x="542" y="820"/>
                    </a:lnTo>
                    <a:lnTo>
                      <a:pt x="541" y="494"/>
                    </a:lnTo>
                    <a:lnTo>
                      <a:pt x="534" y="429"/>
                    </a:lnTo>
                    <a:lnTo>
                      <a:pt x="527" y="355"/>
                    </a:lnTo>
                    <a:lnTo>
                      <a:pt x="513" y="302"/>
                    </a:lnTo>
                    <a:lnTo>
                      <a:pt x="494" y="259"/>
                    </a:lnTo>
                    <a:lnTo>
                      <a:pt x="472" y="205"/>
                    </a:lnTo>
                    <a:lnTo>
                      <a:pt x="443" y="154"/>
                    </a:lnTo>
                    <a:lnTo>
                      <a:pt x="403" y="116"/>
                    </a:lnTo>
                    <a:lnTo>
                      <a:pt x="367" y="87"/>
                    </a:lnTo>
                    <a:lnTo>
                      <a:pt x="323" y="50"/>
                    </a:lnTo>
                    <a:lnTo>
                      <a:pt x="265" y="21"/>
                    </a:lnTo>
                    <a:lnTo>
                      <a:pt x="200" y="0"/>
                    </a:lnTo>
                    <a:lnTo>
                      <a:pt x="148" y="0"/>
                    </a:lnTo>
                    <a:lnTo>
                      <a:pt x="90" y="21"/>
                    </a:lnTo>
                    <a:lnTo>
                      <a:pt x="40" y="65"/>
                    </a:lnTo>
                    <a:lnTo>
                      <a:pt x="18" y="123"/>
                    </a:lnTo>
                    <a:lnTo>
                      <a:pt x="0" y="183"/>
                    </a:lnTo>
                    <a:lnTo>
                      <a:pt x="0" y="489"/>
                    </a:lnTo>
                    <a:close/>
                  </a:path>
                </a:pathLst>
              </a:custGeom>
              <a:solidFill>
                <a:srgbClr val="FF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06" name="Freeform 183">
                <a:extLst>
                  <a:ext uri="{FF2B5EF4-FFF2-40B4-BE49-F238E27FC236}">
                    <a16:creationId xmlns:a16="http://schemas.microsoft.com/office/drawing/2014/main" id="{CC1653D1-18E1-4EB7-A7DF-7009A5C0F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691"/>
                <a:ext cx="263" cy="326"/>
              </a:xfrm>
              <a:custGeom>
                <a:avLst/>
                <a:gdLst>
                  <a:gd name="T0" fmla="*/ 214 w 1314"/>
                  <a:gd name="T1" fmla="*/ 49 h 1631"/>
                  <a:gd name="T2" fmla="*/ 130 w 1314"/>
                  <a:gd name="T3" fmla="*/ 116 h 1631"/>
                  <a:gd name="T4" fmla="*/ 64 w 1314"/>
                  <a:gd name="T5" fmla="*/ 208 h 1631"/>
                  <a:gd name="T6" fmla="*/ 21 w 1314"/>
                  <a:gd name="T7" fmla="*/ 322 h 1631"/>
                  <a:gd name="T8" fmla="*/ 0 w 1314"/>
                  <a:gd name="T9" fmla="*/ 455 h 1631"/>
                  <a:gd name="T10" fmla="*/ 3 w 1314"/>
                  <a:gd name="T11" fmla="*/ 600 h 1631"/>
                  <a:gd name="T12" fmla="*/ 30 w 1314"/>
                  <a:gd name="T13" fmla="*/ 753 h 1631"/>
                  <a:gd name="T14" fmla="*/ 79 w 1314"/>
                  <a:gd name="T15" fmla="*/ 908 h 1631"/>
                  <a:gd name="T16" fmla="*/ 150 w 1314"/>
                  <a:gd name="T17" fmla="*/ 1060 h 1631"/>
                  <a:gd name="T18" fmla="*/ 238 w 1314"/>
                  <a:gd name="T19" fmla="*/ 1203 h 1631"/>
                  <a:gd name="T20" fmla="*/ 342 w 1314"/>
                  <a:gd name="T21" fmla="*/ 1333 h 1631"/>
                  <a:gd name="T22" fmla="*/ 457 w 1314"/>
                  <a:gd name="T23" fmla="*/ 1443 h 1631"/>
                  <a:gd name="T24" fmla="*/ 579 w 1314"/>
                  <a:gd name="T25" fmla="*/ 1531 h 1631"/>
                  <a:gd name="T26" fmla="*/ 704 w 1314"/>
                  <a:gd name="T27" fmla="*/ 1593 h 1631"/>
                  <a:gd name="T28" fmla="*/ 827 w 1314"/>
                  <a:gd name="T29" fmla="*/ 1627 h 1631"/>
                  <a:gd name="T30" fmla="*/ 945 w 1314"/>
                  <a:gd name="T31" fmla="*/ 1631 h 1631"/>
                  <a:gd name="T32" fmla="*/ 1051 w 1314"/>
                  <a:gd name="T33" fmla="*/ 1607 h 1631"/>
                  <a:gd name="T34" fmla="*/ 1143 w 1314"/>
                  <a:gd name="T35" fmla="*/ 1553 h 1631"/>
                  <a:gd name="T36" fmla="*/ 1218 w 1314"/>
                  <a:gd name="T37" fmla="*/ 1474 h 1631"/>
                  <a:gd name="T38" fmla="*/ 1273 w 1314"/>
                  <a:gd name="T39" fmla="*/ 1369 h 1631"/>
                  <a:gd name="T40" fmla="*/ 1305 w 1314"/>
                  <a:gd name="T41" fmla="*/ 1245 h 1631"/>
                  <a:gd name="T42" fmla="*/ 1314 w 1314"/>
                  <a:gd name="T43" fmla="*/ 1107 h 1631"/>
                  <a:gd name="T44" fmla="*/ 1299 w 1314"/>
                  <a:gd name="T45" fmla="*/ 956 h 1631"/>
                  <a:gd name="T46" fmla="*/ 1260 w 1314"/>
                  <a:gd name="T47" fmla="*/ 802 h 1631"/>
                  <a:gd name="T48" fmla="*/ 1200 w 1314"/>
                  <a:gd name="T49" fmla="*/ 647 h 1631"/>
                  <a:gd name="T50" fmla="*/ 1121 w 1314"/>
                  <a:gd name="T51" fmla="*/ 499 h 1631"/>
                  <a:gd name="T52" fmla="*/ 1025 w 1314"/>
                  <a:gd name="T53" fmla="*/ 362 h 1631"/>
                  <a:gd name="T54" fmla="*/ 914 w 1314"/>
                  <a:gd name="T55" fmla="*/ 241 h 1631"/>
                  <a:gd name="T56" fmla="*/ 795 w 1314"/>
                  <a:gd name="T57" fmla="*/ 143 h 1631"/>
                  <a:gd name="T58" fmla="*/ 671 w 1314"/>
                  <a:gd name="T59" fmla="*/ 67 h 1631"/>
                  <a:gd name="T60" fmla="*/ 547 w 1314"/>
                  <a:gd name="T61" fmla="*/ 19 h 1631"/>
                  <a:gd name="T62" fmla="*/ 426 w 1314"/>
                  <a:gd name="T63" fmla="*/ 0 h 1631"/>
                  <a:gd name="T64" fmla="*/ 314 w 1314"/>
                  <a:gd name="T65" fmla="*/ 9 h 1631"/>
                  <a:gd name="T66" fmla="*/ 214 w 1314"/>
                  <a:gd name="T67" fmla="*/ 49 h 1631"/>
                  <a:gd name="T68" fmla="*/ 215 w 1314"/>
                  <a:gd name="T69" fmla="*/ 49 h 1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14" h="1631">
                    <a:moveTo>
                      <a:pt x="214" y="49"/>
                    </a:moveTo>
                    <a:lnTo>
                      <a:pt x="130" y="116"/>
                    </a:lnTo>
                    <a:lnTo>
                      <a:pt x="64" y="208"/>
                    </a:lnTo>
                    <a:lnTo>
                      <a:pt x="21" y="322"/>
                    </a:lnTo>
                    <a:lnTo>
                      <a:pt x="0" y="455"/>
                    </a:lnTo>
                    <a:lnTo>
                      <a:pt x="3" y="600"/>
                    </a:lnTo>
                    <a:lnTo>
                      <a:pt x="30" y="753"/>
                    </a:lnTo>
                    <a:lnTo>
                      <a:pt x="79" y="908"/>
                    </a:lnTo>
                    <a:lnTo>
                      <a:pt x="150" y="1060"/>
                    </a:lnTo>
                    <a:lnTo>
                      <a:pt x="238" y="1203"/>
                    </a:lnTo>
                    <a:lnTo>
                      <a:pt x="342" y="1333"/>
                    </a:lnTo>
                    <a:lnTo>
                      <a:pt x="457" y="1443"/>
                    </a:lnTo>
                    <a:lnTo>
                      <a:pt x="579" y="1531"/>
                    </a:lnTo>
                    <a:lnTo>
                      <a:pt x="704" y="1593"/>
                    </a:lnTo>
                    <a:lnTo>
                      <a:pt x="827" y="1627"/>
                    </a:lnTo>
                    <a:lnTo>
                      <a:pt x="945" y="1631"/>
                    </a:lnTo>
                    <a:lnTo>
                      <a:pt x="1051" y="1607"/>
                    </a:lnTo>
                    <a:lnTo>
                      <a:pt x="1143" y="1553"/>
                    </a:lnTo>
                    <a:lnTo>
                      <a:pt x="1218" y="1474"/>
                    </a:lnTo>
                    <a:lnTo>
                      <a:pt x="1273" y="1369"/>
                    </a:lnTo>
                    <a:lnTo>
                      <a:pt x="1305" y="1245"/>
                    </a:lnTo>
                    <a:lnTo>
                      <a:pt x="1314" y="1107"/>
                    </a:lnTo>
                    <a:lnTo>
                      <a:pt x="1299" y="956"/>
                    </a:lnTo>
                    <a:lnTo>
                      <a:pt x="1260" y="802"/>
                    </a:lnTo>
                    <a:lnTo>
                      <a:pt x="1200" y="647"/>
                    </a:lnTo>
                    <a:lnTo>
                      <a:pt x="1121" y="499"/>
                    </a:lnTo>
                    <a:lnTo>
                      <a:pt x="1025" y="362"/>
                    </a:lnTo>
                    <a:lnTo>
                      <a:pt x="914" y="241"/>
                    </a:lnTo>
                    <a:lnTo>
                      <a:pt x="795" y="143"/>
                    </a:lnTo>
                    <a:lnTo>
                      <a:pt x="671" y="67"/>
                    </a:lnTo>
                    <a:lnTo>
                      <a:pt x="547" y="19"/>
                    </a:lnTo>
                    <a:lnTo>
                      <a:pt x="426" y="0"/>
                    </a:lnTo>
                    <a:lnTo>
                      <a:pt x="314" y="9"/>
                    </a:lnTo>
                    <a:lnTo>
                      <a:pt x="214" y="49"/>
                    </a:lnTo>
                    <a:lnTo>
                      <a:pt x="215" y="49"/>
                    </a:lnTo>
                  </a:path>
                </a:pathLst>
              </a:custGeom>
              <a:gradFill rotWithShape="0">
                <a:gsLst>
                  <a:gs pos="0">
                    <a:srgbClr val="3C3C00"/>
                  </a:gs>
                  <a:gs pos="50000">
                    <a:srgbClr val="FFFF00"/>
                  </a:gs>
                  <a:gs pos="100000">
                    <a:srgbClr val="3C3C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" name="Freeform 184">
                <a:extLst>
                  <a:ext uri="{FF2B5EF4-FFF2-40B4-BE49-F238E27FC236}">
                    <a16:creationId xmlns:a16="http://schemas.microsoft.com/office/drawing/2014/main" id="{9233A0E5-5B48-44CE-9DC4-572F2D12D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212"/>
                <a:ext cx="998" cy="1123"/>
              </a:xfrm>
              <a:custGeom>
                <a:avLst/>
                <a:gdLst>
                  <a:gd name="T0" fmla="*/ 446 w 998"/>
                  <a:gd name="T1" fmla="*/ 1123 h 1123"/>
                  <a:gd name="T2" fmla="*/ 998 w 998"/>
                  <a:gd name="T3" fmla="*/ 802 h 1123"/>
                  <a:gd name="T4" fmla="*/ 998 w 998"/>
                  <a:gd name="T5" fmla="*/ 466 h 1123"/>
                  <a:gd name="T6" fmla="*/ 993 w 998"/>
                  <a:gd name="T7" fmla="*/ 403 h 1123"/>
                  <a:gd name="T8" fmla="*/ 979 w 998"/>
                  <a:gd name="T9" fmla="*/ 336 h 1123"/>
                  <a:gd name="T10" fmla="*/ 964 w 998"/>
                  <a:gd name="T11" fmla="*/ 283 h 1123"/>
                  <a:gd name="T12" fmla="*/ 945 w 998"/>
                  <a:gd name="T13" fmla="*/ 245 h 1123"/>
                  <a:gd name="T14" fmla="*/ 921 w 998"/>
                  <a:gd name="T15" fmla="*/ 202 h 1123"/>
                  <a:gd name="T16" fmla="*/ 892 w 998"/>
                  <a:gd name="T17" fmla="*/ 163 h 1123"/>
                  <a:gd name="T18" fmla="*/ 864 w 998"/>
                  <a:gd name="T19" fmla="*/ 125 h 1123"/>
                  <a:gd name="T20" fmla="*/ 825 w 998"/>
                  <a:gd name="T21" fmla="*/ 87 h 1123"/>
                  <a:gd name="T22" fmla="*/ 738 w 998"/>
                  <a:gd name="T23" fmla="*/ 144 h 1123"/>
                  <a:gd name="T24" fmla="*/ 700 w 998"/>
                  <a:gd name="T25" fmla="*/ 111 h 1123"/>
                  <a:gd name="T26" fmla="*/ 662 w 998"/>
                  <a:gd name="T27" fmla="*/ 82 h 1123"/>
                  <a:gd name="T28" fmla="*/ 619 w 998"/>
                  <a:gd name="T29" fmla="*/ 63 h 1123"/>
                  <a:gd name="T30" fmla="*/ 576 w 998"/>
                  <a:gd name="T31" fmla="*/ 53 h 1123"/>
                  <a:gd name="T32" fmla="*/ 537 w 998"/>
                  <a:gd name="T33" fmla="*/ 48 h 1123"/>
                  <a:gd name="T34" fmla="*/ 624 w 998"/>
                  <a:gd name="T35" fmla="*/ 0 h 1123"/>
                  <a:gd name="T36" fmla="*/ 595 w 998"/>
                  <a:gd name="T37" fmla="*/ 0 h 1123"/>
                  <a:gd name="T38" fmla="*/ 556 w 998"/>
                  <a:gd name="T39" fmla="*/ 10 h 1123"/>
                  <a:gd name="T40" fmla="*/ 532 w 998"/>
                  <a:gd name="T41" fmla="*/ 24 h 1123"/>
                  <a:gd name="T42" fmla="*/ 0 w 998"/>
                  <a:gd name="T43" fmla="*/ 331 h 1123"/>
                  <a:gd name="T44" fmla="*/ 43 w 998"/>
                  <a:gd name="T45" fmla="*/ 312 h 1123"/>
                  <a:gd name="T46" fmla="*/ 91 w 998"/>
                  <a:gd name="T47" fmla="*/ 307 h 1123"/>
                  <a:gd name="T48" fmla="*/ 153 w 998"/>
                  <a:gd name="T49" fmla="*/ 317 h 1123"/>
                  <a:gd name="T50" fmla="*/ 201 w 998"/>
                  <a:gd name="T51" fmla="*/ 341 h 1123"/>
                  <a:gd name="T52" fmla="*/ 244 w 998"/>
                  <a:gd name="T53" fmla="*/ 370 h 1123"/>
                  <a:gd name="T54" fmla="*/ 297 w 998"/>
                  <a:gd name="T55" fmla="*/ 413 h 1123"/>
                  <a:gd name="T56" fmla="*/ 336 w 998"/>
                  <a:gd name="T57" fmla="*/ 456 h 1123"/>
                  <a:gd name="T58" fmla="*/ 374 w 998"/>
                  <a:gd name="T59" fmla="*/ 519 h 1123"/>
                  <a:gd name="T60" fmla="*/ 393 w 998"/>
                  <a:gd name="T61" fmla="*/ 557 h 1123"/>
                  <a:gd name="T62" fmla="*/ 427 w 998"/>
                  <a:gd name="T63" fmla="*/ 629 h 1123"/>
                  <a:gd name="T64" fmla="*/ 441 w 998"/>
                  <a:gd name="T65" fmla="*/ 706 h 1123"/>
                  <a:gd name="T66" fmla="*/ 446 w 998"/>
                  <a:gd name="T67" fmla="*/ 763 h 1123"/>
                  <a:gd name="T68" fmla="*/ 446 w 998"/>
                  <a:gd name="T69" fmla="*/ 1123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98" h="1123">
                    <a:moveTo>
                      <a:pt x="446" y="1123"/>
                    </a:moveTo>
                    <a:lnTo>
                      <a:pt x="998" y="802"/>
                    </a:lnTo>
                    <a:lnTo>
                      <a:pt x="998" y="466"/>
                    </a:lnTo>
                    <a:lnTo>
                      <a:pt x="993" y="403"/>
                    </a:lnTo>
                    <a:lnTo>
                      <a:pt x="979" y="336"/>
                    </a:lnTo>
                    <a:lnTo>
                      <a:pt x="964" y="283"/>
                    </a:lnTo>
                    <a:lnTo>
                      <a:pt x="945" y="245"/>
                    </a:lnTo>
                    <a:lnTo>
                      <a:pt x="921" y="202"/>
                    </a:lnTo>
                    <a:lnTo>
                      <a:pt x="892" y="163"/>
                    </a:lnTo>
                    <a:lnTo>
                      <a:pt x="864" y="125"/>
                    </a:lnTo>
                    <a:lnTo>
                      <a:pt x="825" y="87"/>
                    </a:lnTo>
                    <a:lnTo>
                      <a:pt x="738" y="144"/>
                    </a:lnTo>
                    <a:lnTo>
                      <a:pt x="700" y="111"/>
                    </a:lnTo>
                    <a:lnTo>
                      <a:pt x="662" y="82"/>
                    </a:lnTo>
                    <a:lnTo>
                      <a:pt x="619" y="63"/>
                    </a:lnTo>
                    <a:lnTo>
                      <a:pt x="576" y="53"/>
                    </a:lnTo>
                    <a:lnTo>
                      <a:pt x="537" y="48"/>
                    </a:lnTo>
                    <a:lnTo>
                      <a:pt x="624" y="0"/>
                    </a:lnTo>
                    <a:lnTo>
                      <a:pt x="595" y="0"/>
                    </a:lnTo>
                    <a:lnTo>
                      <a:pt x="556" y="10"/>
                    </a:lnTo>
                    <a:lnTo>
                      <a:pt x="532" y="24"/>
                    </a:lnTo>
                    <a:lnTo>
                      <a:pt x="0" y="331"/>
                    </a:lnTo>
                    <a:lnTo>
                      <a:pt x="43" y="312"/>
                    </a:lnTo>
                    <a:lnTo>
                      <a:pt x="91" y="307"/>
                    </a:lnTo>
                    <a:lnTo>
                      <a:pt x="153" y="317"/>
                    </a:lnTo>
                    <a:lnTo>
                      <a:pt x="201" y="341"/>
                    </a:lnTo>
                    <a:lnTo>
                      <a:pt x="244" y="370"/>
                    </a:lnTo>
                    <a:lnTo>
                      <a:pt x="297" y="413"/>
                    </a:lnTo>
                    <a:lnTo>
                      <a:pt x="336" y="456"/>
                    </a:lnTo>
                    <a:lnTo>
                      <a:pt x="374" y="519"/>
                    </a:lnTo>
                    <a:lnTo>
                      <a:pt x="393" y="557"/>
                    </a:lnTo>
                    <a:lnTo>
                      <a:pt x="427" y="629"/>
                    </a:lnTo>
                    <a:lnTo>
                      <a:pt x="441" y="706"/>
                    </a:lnTo>
                    <a:lnTo>
                      <a:pt x="446" y="763"/>
                    </a:lnTo>
                    <a:lnTo>
                      <a:pt x="446" y="11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2F00"/>
                  </a:gs>
                  <a:gs pos="50000">
                    <a:srgbClr val="FF6600"/>
                  </a:gs>
                  <a:gs pos="100000">
                    <a:srgbClr val="762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08" name="Freeform 185">
                <a:extLst>
                  <a:ext uri="{FF2B5EF4-FFF2-40B4-BE49-F238E27FC236}">
                    <a16:creationId xmlns:a16="http://schemas.microsoft.com/office/drawing/2014/main" id="{B16CF578-9E63-445A-9BBA-3D8D51629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352"/>
                <a:ext cx="173" cy="92"/>
              </a:xfrm>
              <a:custGeom>
                <a:avLst/>
                <a:gdLst>
                  <a:gd name="T0" fmla="*/ 0 w 865"/>
                  <a:gd name="T1" fmla="*/ 212 h 460"/>
                  <a:gd name="T2" fmla="*/ 15 w 865"/>
                  <a:gd name="T3" fmla="*/ 344 h 460"/>
                  <a:gd name="T4" fmla="*/ 127 w 865"/>
                  <a:gd name="T5" fmla="*/ 429 h 460"/>
                  <a:gd name="T6" fmla="*/ 396 w 865"/>
                  <a:gd name="T7" fmla="*/ 460 h 460"/>
                  <a:gd name="T8" fmla="*/ 664 w 865"/>
                  <a:gd name="T9" fmla="*/ 407 h 460"/>
                  <a:gd name="T10" fmla="*/ 865 w 865"/>
                  <a:gd name="T11" fmla="*/ 226 h 460"/>
                  <a:gd name="T12" fmla="*/ 862 w 865"/>
                  <a:gd name="T13" fmla="*/ 93 h 460"/>
                  <a:gd name="T14" fmla="*/ 760 w 865"/>
                  <a:gd name="T15" fmla="*/ 1 h 460"/>
                  <a:gd name="T16" fmla="*/ 489 w 865"/>
                  <a:gd name="T17" fmla="*/ 0 h 460"/>
                  <a:gd name="T18" fmla="*/ 223 w 865"/>
                  <a:gd name="T19" fmla="*/ 64 h 460"/>
                  <a:gd name="T20" fmla="*/ 0 w 865"/>
                  <a:gd name="T21" fmla="*/ 212 h 460"/>
                  <a:gd name="T22" fmla="*/ 1 w 865"/>
                  <a:gd name="T23" fmla="*/ 212 h 4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65" h="460">
                    <a:moveTo>
                      <a:pt x="0" y="212"/>
                    </a:moveTo>
                    <a:lnTo>
                      <a:pt x="15" y="344"/>
                    </a:lnTo>
                    <a:lnTo>
                      <a:pt x="127" y="429"/>
                    </a:lnTo>
                    <a:lnTo>
                      <a:pt x="396" y="460"/>
                    </a:lnTo>
                    <a:lnTo>
                      <a:pt x="664" y="407"/>
                    </a:lnTo>
                    <a:lnTo>
                      <a:pt x="865" y="226"/>
                    </a:lnTo>
                    <a:lnTo>
                      <a:pt x="862" y="93"/>
                    </a:lnTo>
                    <a:lnTo>
                      <a:pt x="760" y="1"/>
                    </a:lnTo>
                    <a:lnTo>
                      <a:pt x="489" y="0"/>
                    </a:lnTo>
                    <a:lnTo>
                      <a:pt x="223" y="64"/>
                    </a:lnTo>
                    <a:lnTo>
                      <a:pt x="0" y="212"/>
                    </a:lnTo>
                    <a:lnTo>
                      <a:pt x="1" y="212"/>
                    </a:lnTo>
                  </a:path>
                </a:pathLst>
              </a:custGeom>
              <a:gradFill rotWithShape="0">
                <a:gsLst>
                  <a:gs pos="0">
                    <a:srgbClr val="767600"/>
                  </a:gs>
                  <a:gs pos="50000">
                    <a:srgbClr val="FFFF00"/>
                  </a:gs>
                  <a:gs pos="100000">
                    <a:srgbClr val="767600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 useBgFill="1">
          <p:nvSpPr>
            <p:cNvPr id="3509" name="Rectangle 186">
              <a:extLst>
                <a:ext uri="{FF2B5EF4-FFF2-40B4-BE49-F238E27FC236}">
                  <a16:creationId xmlns:a16="http://schemas.microsoft.com/office/drawing/2014/main" id="{038C0290-DBEE-4347-A4A5-5B1A671C8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634"/>
              <a:ext cx="115" cy="288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  <p:grpSp>
        <p:nvGrpSpPr>
          <p:cNvPr id="3510" name="Group 187">
            <a:extLst>
              <a:ext uri="{FF2B5EF4-FFF2-40B4-BE49-F238E27FC236}">
                <a16:creationId xmlns:a16="http://schemas.microsoft.com/office/drawing/2014/main" id="{59C9B1D8-B898-4F42-ACFF-DBDF8E89EC11}"/>
              </a:ext>
            </a:extLst>
          </p:cNvPr>
          <p:cNvGrpSpPr>
            <a:grpSpLocks/>
          </p:cNvGrpSpPr>
          <p:nvPr/>
        </p:nvGrpSpPr>
        <p:grpSpPr bwMode="auto">
          <a:xfrm>
            <a:off x="6777038" y="1179513"/>
            <a:ext cx="1057275" cy="3136900"/>
            <a:chOff x="4269" y="743"/>
            <a:chExt cx="666" cy="1976"/>
          </a:xfrm>
        </p:grpSpPr>
        <p:grpSp>
          <p:nvGrpSpPr>
            <p:cNvPr id="3511" name="Group 188">
              <a:extLst>
                <a:ext uri="{FF2B5EF4-FFF2-40B4-BE49-F238E27FC236}">
                  <a16:creationId xmlns:a16="http://schemas.microsoft.com/office/drawing/2014/main" id="{A5745C40-32E9-4B3D-8E9A-11D7ECFBB5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9" y="2384"/>
              <a:ext cx="436" cy="335"/>
              <a:chOff x="2115" y="722"/>
              <a:chExt cx="496" cy="381"/>
            </a:xfrm>
          </p:grpSpPr>
          <p:sp>
            <p:nvSpPr>
              <p:cNvPr id="3512" name="Freeform 189">
                <a:extLst>
                  <a:ext uri="{FF2B5EF4-FFF2-40B4-BE49-F238E27FC236}">
                    <a16:creationId xmlns:a16="http://schemas.microsoft.com/office/drawing/2014/main" id="{838EA553-EA7B-48A0-83D9-1E396783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722"/>
                <a:ext cx="496" cy="292"/>
              </a:xfrm>
              <a:custGeom>
                <a:avLst/>
                <a:gdLst>
                  <a:gd name="T0" fmla="*/ 0 w 496"/>
                  <a:gd name="T1" fmla="*/ 157 h 292"/>
                  <a:gd name="T2" fmla="*/ 269 w 496"/>
                  <a:gd name="T3" fmla="*/ 0 h 292"/>
                  <a:gd name="T4" fmla="*/ 496 w 496"/>
                  <a:gd name="T5" fmla="*/ 131 h 292"/>
                  <a:gd name="T6" fmla="*/ 231 w 496"/>
                  <a:gd name="T7" fmla="*/ 292 h 292"/>
                  <a:gd name="T8" fmla="*/ 0 w 496"/>
                  <a:gd name="T9" fmla="*/ 157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292">
                    <a:moveTo>
                      <a:pt x="0" y="157"/>
                    </a:moveTo>
                    <a:lnTo>
                      <a:pt x="269" y="0"/>
                    </a:lnTo>
                    <a:lnTo>
                      <a:pt x="496" y="131"/>
                    </a:lnTo>
                    <a:lnTo>
                      <a:pt x="231" y="292"/>
                    </a:lnTo>
                    <a:lnTo>
                      <a:pt x="0" y="157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13" name="Freeform 190">
                <a:extLst>
                  <a:ext uri="{FF2B5EF4-FFF2-40B4-BE49-F238E27FC236}">
                    <a16:creationId xmlns:a16="http://schemas.microsoft.com/office/drawing/2014/main" id="{00E45DF4-B871-4808-9300-CA043A0DB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879"/>
                <a:ext cx="230" cy="224"/>
              </a:xfrm>
              <a:custGeom>
                <a:avLst/>
                <a:gdLst>
                  <a:gd name="T0" fmla="*/ 0 w 230"/>
                  <a:gd name="T1" fmla="*/ 0 h 224"/>
                  <a:gd name="T2" fmla="*/ 230 w 230"/>
                  <a:gd name="T3" fmla="*/ 131 h 224"/>
                  <a:gd name="T4" fmla="*/ 230 w 230"/>
                  <a:gd name="T5" fmla="*/ 224 h 224"/>
                  <a:gd name="T6" fmla="*/ 205 w 230"/>
                  <a:gd name="T7" fmla="*/ 202 h 224"/>
                  <a:gd name="T8" fmla="*/ 182 w 230"/>
                  <a:gd name="T9" fmla="*/ 186 h 224"/>
                  <a:gd name="T10" fmla="*/ 163 w 230"/>
                  <a:gd name="T11" fmla="*/ 173 h 224"/>
                  <a:gd name="T12" fmla="*/ 138 w 230"/>
                  <a:gd name="T13" fmla="*/ 160 h 224"/>
                  <a:gd name="T14" fmla="*/ 112 w 230"/>
                  <a:gd name="T15" fmla="*/ 144 h 224"/>
                  <a:gd name="T16" fmla="*/ 90 w 230"/>
                  <a:gd name="T17" fmla="*/ 134 h 224"/>
                  <a:gd name="T18" fmla="*/ 64 w 230"/>
                  <a:gd name="T19" fmla="*/ 128 h 224"/>
                  <a:gd name="T20" fmla="*/ 35 w 230"/>
                  <a:gd name="T21" fmla="*/ 118 h 224"/>
                  <a:gd name="T22" fmla="*/ 0 w 230"/>
                  <a:gd name="T23" fmla="*/ 115 h 224"/>
                  <a:gd name="T24" fmla="*/ 0 w 230"/>
                  <a:gd name="T25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0" h="224">
                    <a:moveTo>
                      <a:pt x="0" y="0"/>
                    </a:moveTo>
                    <a:lnTo>
                      <a:pt x="230" y="131"/>
                    </a:lnTo>
                    <a:lnTo>
                      <a:pt x="230" y="224"/>
                    </a:lnTo>
                    <a:lnTo>
                      <a:pt x="205" y="202"/>
                    </a:lnTo>
                    <a:lnTo>
                      <a:pt x="182" y="186"/>
                    </a:lnTo>
                    <a:lnTo>
                      <a:pt x="163" y="173"/>
                    </a:lnTo>
                    <a:lnTo>
                      <a:pt x="138" y="160"/>
                    </a:lnTo>
                    <a:lnTo>
                      <a:pt x="112" y="144"/>
                    </a:lnTo>
                    <a:lnTo>
                      <a:pt x="90" y="134"/>
                    </a:lnTo>
                    <a:lnTo>
                      <a:pt x="64" y="128"/>
                    </a:lnTo>
                    <a:lnTo>
                      <a:pt x="35" y="118"/>
                    </a:lnTo>
                    <a:lnTo>
                      <a:pt x="0" y="11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E2F76"/>
                  </a:gs>
                  <a:gs pos="100000">
                    <a:srgbClr val="CC66FF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14" name="Freeform 191">
                <a:extLst>
                  <a:ext uri="{FF2B5EF4-FFF2-40B4-BE49-F238E27FC236}">
                    <a16:creationId xmlns:a16="http://schemas.microsoft.com/office/drawing/2014/main" id="{12A1C4BF-1173-4A51-B52B-9A827D386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850"/>
                <a:ext cx="269" cy="253"/>
              </a:xfrm>
              <a:custGeom>
                <a:avLst/>
                <a:gdLst>
                  <a:gd name="T0" fmla="*/ 0 w 269"/>
                  <a:gd name="T1" fmla="*/ 163 h 253"/>
                  <a:gd name="T2" fmla="*/ 269 w 269"/>
                  <a:gd name="T3" fmla="*/ 0 h 253"/>
                  <a:gd name="T4" fmla="*/ 269 w 269"/>
                  <a:gd name="T5" fmla="*/ 96 h 253"/>
                  <a:gd name="T6" fmla="*/ 0 w 269"/>
                  <a:gd name="T7" fmla="*/ 253 h 253"/>
                  <a:gd name="T8" fmla="*/ 0 w 269"/>
                  <a:gd name="T9" fmla="*/ 163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9" h="253">
                    <a:moveTo>
                      <a:pt x="0" y="163"/>
                    </a:moveTo>
                    <a:lnTo>
                      <a:pt x="269" y="0"/>
                    </a:lnTo>
                    <a:lnTo>
                      <a:pt x="269" y="96"/>
                    </a:lnTo>
                    <a:lnTo>
                      <a:pt x="0" y="253"/>
                    </a:lnTo>
                    <a:lnTo>
                      <a:pt x="0" y="16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66FF"/>
                  </a:gs>
                  <a:gs pos="100000">
                    <a:srgbClr val="5E2F76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15" name="Freeform 192">
                <a:extLst>
                  <a:ext uri="{FF2B5EF4-FFF2-40B4-BE49-F238E27FC236}">
                    <a16:creationId xmlns:a16="http://schemas.microsoft.com/office/drawing/2014/main" id="{F90F5961-F99B-4AC5-B93B-3343C2DD2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7" y="807"/>
                <a:ext cx="189" cy="120"/>
              </a:xfrm>
              <a:custGeom>
                <a:avLst/>
                <a:gdLst>
                  <a:gd name="T0" fmla="*/ 0 w 943"/>
                  <a:gd name="T1" fmla="*/ 300 h 600"/>
                  <a:gd name="T2" fmla="*/ 8 w 943"/>
                  <a:gd name="T3" fmla="*/ 357 h 600"/>
                  <a:gd name="T4" fmla="*/ 33 w 943"/>
                  <a:gd name="T5" fmla="*/ 411 h 600"/>
                  <a:gd name="T6" fmla="*/ 74 w 943"/>
                  <a:gd name="T7" fmla="*/ 463 h 600"/>
                  <a:gd name="T8" fmla="*/ 130 w 943"/>
                  <a:gd name="T9" fmla="*/ 507 h 600"/>
                  <a:gd name="T10" fmla="*/ 199 w 943"/>
                  <a:gd name="T11" fmla="*/ 545 h 600"/>
                  <a:gd name="T12" fmla="*/ 276 w 943"/>
                  <a:gd name="T13" fmla="*/ 573 h 600"/>
                  <a:gd name="T14" fmla="*/ 360 w 943"/>
                  <a:gd name="T15" fmla="*/ 591 h 600"/>
                  <a:gd name="T16" fmla="*/ 450 w 943"/>
                  <a:gd name="T17" fmla="*/ 600 h 600"/>
                  <a:gd name="T18" fmla="*/ 539 w 943"/>
                  <a:gd name="T19" fmla="*/ 596 h 600"/>
                  <a:gd name="T20" fmla="*/ 627 w 943"/>
                  <a:gd name="T21" fmla="*/ 583 h 600"/>
                  <a:gd name="T22" fmla="*/ 709 w 943"/>
                  <a:gd name="T23" fmla="*/ 560 h 600"/>
                  <a:gd name="T24" fmla="*/ 782 w 943"/>
                  <a:gd name="T25" fmla="*/ 526 h 600"/>
                  <a:gd name="T26" fmla="*/ 844 w 943"/>
                  <a:gd name="T27" fmla="*/ 485 h 600"/>
                  <a:gd name="T28" fmla="*/ 893 w 943"/>
                  <a:gd name="T29" fmla="*/ 437 h 600"/>
                  <a:gd name="T30" fmla="*/ 925 w 943"/>
                  <a:gd name="T31" fmla="*/ 384 h 600"/>
                  <a:gd name="T32" fmla="*/ 943 w 943"/>
                  <a:gd name="T33" fmla="*/ 328 h 600"/>
                  <a:gd name="T34" fmla="*/ 942 w 943"/>
                  <a:gd name="T35" fmla="*/ 272 h 600"/>
                  <a:gd name="T36" fmla="*/ 925 w 943"/>
                  <a:gd name="T37" fmla="*/ 215 h 600"/>
                  <a:gd name="T38" fmla="*/ 892 w 943"/>
                  <a:gd name="T39" fmla="*/ 162 h 600"/>
                  <a:gd name="T40" fmla="*/ 843 w 943"/>
                  <a:gd name="T41" fmla="*/ 114 h 600"/>
                  <a:gd name="T42" fmla="*/ 781 w 943"/>
                  <a:gd name="T43" fmla="*/ 73 h 600"/>
                  <a:gd name="T44" fmla="*/ 709 w 943"/>
                  <a:gd name="T45" fmla="*/ 40 h 600"/>
                  <a:gd name="T46" fmla="*/ 627 w 943"/>
                  <a:gd name="T47" fmla="*/ 16 h 600"/>
                  <a:gd name="T48" fmla="*/ 539 w 943"/>
                  <a:gd name="T49" fmla="*/ 3 h 600"/>
                  <a:gd name="T50" fmla="*/ 449 w 943"/>
                  <a:gd name="T51" fmla="*/ 0 h 600"/>
                  <a:gd name="T52" fmla="*/ 360 w 943"/>
                  <a:gd name="T53" fmla="*/ 9 h 600"/>
                  <a:gd name="T54" fmla="*/ 275 w 943"/>
                  <a:gd name="T55" fmla="*/ 28 h 600"/>
                  <a:gd name="T56" fmla="*/ 197 w 943"/>
                  <a:gd name="T57" fmla="*/ 56 h 600"/>
                  <a:gd name="T58" fmla="*/ 130 w 943"/>
                  <a:gd name="T59" fmla="*/ 94 h 600"/>
                  <a:gd name="T60" fmla="*/ 74 w 943"/>
                  <a:gd name="T61" fmla="*/ 138 h 600"/>
                  <a:gd name="T62" fmla="*/ 33 w 943"/>
                  <a:gd name="T63" fmla="*/ 188 h 600"/>
                  <a:gd name="T64" fmla="*/ 8 w 943"/>
                  <a:gd name="T65" fmla="*/ 244 h 600"/>
                  <a:gd name="T66" fmla="*/ 0 w 943"/>
                  <a:gd name="T67" fmla="*/ 300 h 600"/>
                  <a:gd name="T68" fmla="*/ 1 w 943"/>
                  <a:gd name="T69" fmla="*/ 300 h 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43" h="600">
                    <a:moveTo>
                      <a:pt x="0" y="300"/>
                    </a:moveTo>
                    <a:lnTo>
                      <a:pt x="8" y="357"/>
                    </a:lnTo>
                    <a:lnTo>
                      <a:pt x="33" y="411"/>
                    </a:lnTo>
                    <a:lnTo>
                      <a:pt x="74" y="463"/>
                    </a:lnTo>
                    <a:lnTo>
                      <a:pt x="130" y="507"/>
                    </a:lnTo>
                    <a:lnTo>
                      <a:pt x="199" y="545"/>
                    </a:lnTo>
                    <a:lnTo>
                      <a:pt x="276" y="573"/>
                    </a:lnTo>
                    <a:lnTo>
                      <a:pt x="360" y="591"/>
                    </a:lnTo>
                    <a:lnTo>
                      <a:pt x="450" y="600"/>
                    </a:lnTo>
                    <a:lnTo>
                      <a:pt x="539" y="596"/>
                    </a:lnTo>
                    <a:lnTo>
                      <a:pt x="627" y="583"/>
                    </a:lnTo>
                    <a:lnTo>
                      <a:pt x="709" y="560"/>
                    </a:lnTo>
                    <a:lnTo>
                      <a:pt x="782" y="526"/>
                    </a:lnTo>
                    <a:lnTo>
                      <a:pt x="844" y="485"/>
                    </a:lnTo>
                    <a:lnTo>
                      <a:pt x="893" y="437"/>
                    </a:lnTo>
                    <a:lnTo>
                      <a:pt x="925" y="384"/>
                    </a:lnTo>
                    <a:lnTo>
                      <a:pt x="943" y="328"/>
                    </a:lnTo>
                    <a:lnTo>
                      <a:pt x="942" y="272"/>
                    </a:lnTo>
                    <a:lnTo>
                      <a:pt x="925" y="215"/>
                    </a:lnTo>
                    <a:lnTo>
                      <a:pt x="892" y="162"/>
                    </a:lnTo>
                    <a:lnTo>
                      <a:pt x="843" y="114"/>
                    </a:lnTo>
                    <a:lnTo>
                      <a:pt x="781" y="73"/>
                    </a:lnTo>
                    <a:lnTo>
                      <a:pt x="709" y="40"/>
                    </a:lnTo>
                    <a:lnTo>
                      <a:pt x="627" y="16"/>
                    </a:lnTo>
                    <a:lnTo>
                      <a:pt x="539" y="3"/>
                    </a:lnTo>
                    <a:lnTo>
                      <a:pt x="449" y="0"/>
                    </a:lnTo>
                    <a:lnTo>
                      <a:pt x="360" y="9"/>
                    </a:lnTo>
                    <a:lnTo>
                      <a:pt x="275" y="28"/>
                    </a:lnTo>
                    <a:lnTo>
                      <a:pt x="197" y="56"/>
                    </a:lnTo>
                    <a:lnTo>
                      <a:pt x="130" y="94"/>
                    </a:lnTo>
                    <a:lnTo>
                      <a:pt x="74" y="138"/>
                    </a:lnTo>
                    <a:lnTo>
                      <a:pt x="33" y="188"/>
                    </a:lnTo>
                    <a:lnTo>
                      <a:pt x="8" y="244"/>
                    </a:lnTo>
                    <a:lnTo>
                      <a:pt x="0" y="300"/>
                    </a:lnTo>
                    <a:lnTo>
                      <a:pt x="1" y="300"/>
                    </a:lnTo>
                  </a:path>
                </a:pathLst>
              </a:custGeom>
              <a:gradFill rotWithShape="0">
                <a:gsLst>
                  <a:gs pos="0">
                    <a:srgbClr val="767600"/>
                  </a:gs>
                  <a:gs pos="50000">
                    <a:srgbClr val="FFFF00"/>
                  </a:gs>
                  <a:gs pos="100000">
                    <a:srgbClr val="767600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 useBgFill="1">
          <p:nvSpPr>
            <p:cNvPr id="3516" name="Rectangle 193">
              <a:extLst>
                <a:ext uri="{FF2B5EF4-FFF2-40B4-BE49-F238E27FC236}">
                  <a16:creationId xmlns:a16="http://schemas.microsoft.com/office/drawing/2014/main" id="{6E6F6FC0-7676-49D9-ACAB-B39BBECF7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5" y="786"/>
              <a:ext cx="115" cy="288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6EF1E99E-AE13-4D15-BDF6-F2BBEFFC9328}"/>
              </a:ext>
            </a:extLst>
          </p:cNvPr>
          <p:cNvSpPr/>
          <p:nvPr/>
        </p:nvSpPr>
        <p:spPr bwMode="auto">
          <a:xfrm>
            <a:off x="4733233" y="1714700"/>
            <a:ext cx="439538" cy="439538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0EDEC-A600-4BBD-B6A8-C3927B5F738D}"/>
              </a:ext>
            </a:extLst>
          </p:cNvPr>
          <p:cNvSpPr/>
          <p:nvPr/>
        </p:nvSpPr>
        <p:spPr bwMode="auto">
          <a:xfrm>
            <a:off x="2465388" y="1290638"/>
            <a:ext cx="482601" cy="277808"/>
          </a:xfrm>
          <a:prstGeom prst="rect">
            <a:avLst/>
          </a:prstGeom>
          <a:noFill/>
          <a:ln w="28575" cap="flat" cmpd="sng" algn="ctr">
            <a:solidFill>
              <a:srgbClr val="FF0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EAF4D1EA-8434-4392-B1CE-FDA0C3EB0EF5}"/>
              </a:ext>
            </a:extLst>
          </p:cNvPr>
          <p:cNvSpPr/>
          <p:nvPr/>
        </p:nvSpPr>
        <p:spPr bwMode="auto">
          <a:xfrm>
            <a:off x="2591780" y="4185084"/>
            <a:ext cx="247931" cy="29931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7" dur="500"/>
                                        <p:tgtEl>
                                          <p:spTgt spid="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13" dur="500"/>
                                        <p:tgtEl>
                                          <p:spTgt spid="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19" dur="500"/>
                                        <p:tgtEl>
                                          <p:spTgt spid="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8" dur="500"/>
                                        <p:tgtEl>
                                          <p:spTgt spid="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34" dur="500"/>
                                        <p:tgtEl>
                                          <p:spTgt spid="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0" dur="500"/>
                                        <p:tgtEl>
                                          <p:spTgt spid="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46" dur="500"/>
                                        <p:tgtEl>
                                          <p:spTgt spid="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59" dur="500"/>
                                        <p:tgtEl>
                                          <p:spTgt spid="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65" dur="500"/>
                                        <p:tgtEl>
                                          <p:spTgt spid="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1" dur="500"/>
                                        <p:tgtEl>
                                          <p:spTgt spid="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7" dur="500"/>
                                        <p:tgtEl>
                                          <p:spTgt spid="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83" dur="500"/>
                                        <p:tgtEl>
                                          <p:spTgt spid="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96" dur="500"/>
                                        <p:tgtEl>
                                          <p:spTgt spid="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02" dur="500"/>
                                        <p:tgtEl>
                                          <p:spTgt spid="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08" dur="500"/>
                                        <p:tgtEl>
                                          <p:spTgt spid="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4" dur="500"/>
                                        <p:tgtEl>
                                          <p:spTgt spid="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20" dur="500"/>
                                        <p:tgtEl>
                                          <p:spTgt spid="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26" dur="500"/>
                                        <p:tgtEl>
                                          <p:spTgt spid="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2" dur="500"/>
                                        <p:tgtEl>
                                          <p:spTgt spid="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38" dur="500"/>
                                        <p:tgtEl>
                                          <p:spTgt spid="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44" dur="500"/>
                                        <p:tgtEl>
                                          <p:spTgt spid="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0" dur="500"/>
                                        <p:tgtEl>
                                          <p:spTgt spid="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4" dur="500"/>
                                        <p:tgtEl>
                                          <p:spTgt spid="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60"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66" dur="500"/>
                                        <p:tgtEl>
                                          <p:spTgt spid="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72" dur="500"/>
                                        <p:tgtEl>
                                          <p:spTgt spid="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85" dur="500"/>
                                        <p:tgtEl>
                                          <p:spTgt spid="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91" dur="500"/>
                                        <p:tgtEl>
                                          <p:spTgt spid="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5" grpId="0" animBg="1"/>
      <p:bldP spid="344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Rectangle 2">
            <a:extLst>
              <a:ext uri="{FF2B5EF4-FFF2-40B4-BE49-F238E27FC236}">
                <a16:creationId xmlns:a16="http://schemas.microsoft.com/office/drawing/2014/main" id="{3EA0AFBD-255E-458F-9F39-12028A4D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3440113"/>
            <a:ext cx="1166812" cy="319087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864" name="Rectangle 3">
            <a:extLst>
              <a:ext uri="{FF2B5EF4-FFF2-40B4-BE49-F238E27FC236}">
                <a16:creationId xmlns:a16="http://schemas.microsoft.com/office/drawing/2014/main" id="{D506D351-89D3-4DC9-A843-3933ACE5B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3443288"/>
            <a:ext cx="1852612" cy="314325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865" name="Freeform 4">
            <a:extLst>
              <a:ext uri="{FF2B5EF4-FFF2-40B4-BE49-F238E27FC236}">
                <a16:creationId xmlns:a16="http://schemas.microsoft.com/office/drawing/2014/main" id="{965A57C1-A7FB-4114-A1A5-BC4511FD431A}"/>
              </a:ext>
            </a:extLst>
          </p:cNvPr>
          <p:cNvSpPr>
            <a:spLocks/>
          </p:cNvSpPr>
          <p:nvPr/>
        </p:nvSpPr>
        <p:spPr bwMode="auto">
          <a:xfrm>
            <a:off x="871538" y="4321175"/>
            <a:ext cx="1138237" cy="1868488"/>
          </a:xfrm>
          <a:custGeom>
            <a:avLst/>
            <a:gdLst>
              <a:gd name="T0" fmla="*/ 717 w 717"/>
              <a:gd name="T1" fmla="*/ 12 h 1177"/>
              <a:gd name="T2" fmla="*/ 177 w 717"/>
              <a:gd name="T3" fmla="*/ 21 h 1177"/>
              <a:gd name="T4" fmla="*/ 138 w 717"/>
              <a:gd name="T5" fmla="*/ 30 h 1177"/>
              <a:gd name="T6" fmla="*/ 102 w 717"/>
              <a:gd name="T7" fmla="*/ 48 h 1177"/>
              <a:gd name="T8" fmla="*/ 84 w 717"/>
              <a:gd name="T9" fmla="*/ 60 h 1177"/>
              <a:gd name="T10" fmla="*/ 63 w 717"/>
              <a:gd name="T11" fmla="*/ 78 h 1177"/>
              <a:gd name="T12" fmla="*/ 42 w 717"/>
              <a:gd name="T13" fmla="*/ 102 h 1177"/>
              <a:gd name="T14" fmla="*/ 21 w 717"/>
              <a:gd name="T15" fmla="*/ 138 h 1177"/>
              <a:gd name="T16" fmla="*/ 0 w 717"/>
              <a:gd name="T17" fmla="*/ 222 h 1177"/>
              <a:gd name="T18" fmla="*/ 0 w 717"/>
              <a:gd name="T19" fmla="*/ 975 h 1177"/>
              <a:gd name="T20" fmla="*/ 21 w 717"/>
              <a:gd name="T21" fmla="*/ 1047 h 1177"/>
              <a:gd name="T22" fmla="*/ 57 w 717"/>
              <a:gd name="T23" fmla="*/ 1110 h 1177"/>
              <a:gd name="T24" fmla="*/ 123 w 717"/>
              <a:gd name="T25" fmla="*/ 1158 h 1177"/>
              <a:gd name="T26" fmla="*/ 210 w 717"/>
              <a:gd name="T27" fmla="*/ 1176 h 1177"/>
              <a:gd name="T28" fmla="*/ 717 w 717"/>
              <a:gd name="T29" fmla="*/ 1173 h 1177"/>
              <a:gd name="T30" fmla="*/ 717 w 717"/>
              <a:gd name="T31" fmla="*/ 12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17" h="1177">
                <a:moveTo>
                  <a:pt x="717" y="12"/>
                </a:moveTo>
                <a:cubicBezTo>
                  <a:pt x="35" y="16"/>
                  <a:pt x="391" y="0"/>
                  <a:pt x="177" y="21"/>
                </a:cubicBezTo>
                <a:cubicBezTo>
                  <a:pt x="164" y="25"/>
                  <a:pt x="138" y="30"/>
                  <a:pt x="138" y="30"/>
                </a:cubicBezTo>
                <a:cubicBezTo>
                  <a:pt x="127" y="38"/>
                  <a:pt x="114" y="41"/>
                  <a:pt x="102" y="48"/>
                </a:cubicBezTo>
                <a:cubicBezTo>
                  <a:pt x="96" y="52"/>
                  <a:pt x="84" y="60"/>
                  <a:pt x="84" y="60"/>
                </a:cubicBezTo>
                <a:cubicBezTo>
                  <a:pt x="80" y="72"/>
                  <a:pt x="74" y="71"/>
                  <a:pt x="63" y="78"/>
                </a:cubicBezTo>
                <a:cubicBezTo>
                  <a:pt x="49" y="99"/>
                  <a:pt x="57" y="92"/>
                  <a:pt x="42" y="102"/>
                </a:cubicBezTo>
                <a:cubicBezTo>
                  <a:pt x="37" y="116"/>
                  <a:pt x="25" y="125"/>
                  <a:pt x="21" y="138"/>
                </a:cubicBezTo>
                <a:cubicBezTo>
                  <a:pt x="11" y="167"/>
                  <a:pt x="0" y="190"/>
                  <a:pt x="0" y="222"/>
                </a:cubicBezTo>
                <a:lnTo>
                  <a:pt x="0" y="975"/>
                </a:lnTo>
                <a:cubicBezTo>
                  <a:pt x="9" y="1002"/>
                  <a:pt x="5" y="1023"/>
                  <a:pt x="21" y="1047"/>
                </a:cubicBezTo>
                <a:cubicBezTo>
                  <a:pt x="27" y="1071"/>
                  <a:pt x="35" y="1096"/>
                  <a:pt x="57" y="1110"/>
                </a:cubicBezTo>
                <a:cubicBezTo>
                  <a:pt x="66" y="1137"/>
                  <a:pt x="97" y="1151"/>
                  <a:pt x="123" y="1158"/>
                </a:cubicBezTo>
                <a:cubicBezTo>
                  <a:pt x="152" y="1177"/>
                  <a:pt x="171" y="1176"/>
                  <a:pt x="210" y="1176"/>
                </a:cubicBezTo>
                <a:lnTo>
                  <a:pt x="717" y="1173"/>
                </a:lnTo>
                <a:lnTo>
                  <a:pt x="717" y="12"/>
                </a:lnTo>
                <a:close/>
              </a:path>
            </a:pathLst>
          </a:cu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66" name="Oval 5">
            <a:extLst>
              <a:ext uri="{FF2B5EF4-FFF2-40B4-BE49-F238E27FC236}">
                <a16:creationId xmlns:a16="http://schemas.microsoft.com/office/drawing/2014/main" id="{D99C974D-7D0D-4A90-9565-55E54241A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5711825"/>
            <a:ext cx="300037" cy="298450"/>
          </a:xfrm>
          <a:prstGeom prst="ellipse">
            <a:avLst/>
          </a:prstGeom>
          <a:solidFill>
            <a:srgbClr val="FFFF99"/>
          </a:solidFill>
          <a:ln w="9525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3867" name="Oval 6">
            <a:extLst>
              <a:ext uri="{FF2B5EF4-FFF2-40B4-BE49-F238E27FC236}">
                <a16:creationId xmlns:a16="http://schemas.microsoft.com/office/drawing/2014/main" id="{47C2DC01-09DC-49D3-B212-00703B34B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4530725"/>
            <a:ext cx="300037" cy="288925"/>
          </a:xfrm>
          <a:prstGeom prst="ellipse">
            <a:avLst/>
          </a:prstGeom>
          <a:solidFill>
            <a:srgbClr val="FFFFE7"/>
          </a:solidFill>
          <a:ln w="9525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3868" name="Group 7">
            <a:extLst>
              <a:ext uri="{FF2B5EF4-FFF2-40B4-BE49-F238E27FC236}">
                <a16:creationId xmlns:a16="http://schemas.microsoft.com/office/drawing/2014/main" id="{68875525-7995-4C19-B8D3-D402CC0DA3A5}"/>
              </a:ext>
            </a:extLst>
          </p:cNvPr>
          <p:cNvGrpSpPr>
            <a:grpSpLocks/>
          </p:cNvGrpSpPr>
          <p:nvPr/>
        </p:nvGrpSpPr>
        <p:grpSpPr bwMode="auto">
          <a:xfrm>
            <a:off x="852488" y="1851025"/>
            <a:ext cx="4922837" cy="4457700"/>
            <a:chOff x="537" y="937"/>
            <a:chExt cx="3101" cy="2808"/>
          </a:xfrm>
        </p:grpSpPr>
        <p:sp>
          <p:nvSpPr>
            <p:cNvPr id="3869" name="Oval 8">
              <a:extLst>
                <a:ext uri="{FF2B5EF4-FFF2-40B4-BE49-F238E27FC236}">
                  <a16:creationId xmlns:a16="http://schemas.microsoft.com/office/drawing/2014/main" id="{9F563689-8F75-4470-9154-BB4EB252E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081"/>
              <a:ext cx="364" cy="360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870" name="Line 9">
              <a:extLst>
                <a:ext uri="{FF2B5EF4-FFF2-40B4-BE49-F238E27FC236}">
                  <a16:creationId xmlns:a16="http://schemas.microsoft.com/office/drawing/2014/main" id="{3A954C8C-2F5B-4CAA-8AA2-1A49ADB418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" y="1933"/>
              <a:ext cx="0" cy="221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1" name="Line 10">
              <a:extLst>
                <a:ext uri="{FF2B5EF4-FFF2-40B4-BE49-F238E27FC236}">
                  <a16:creationId xmlns:a16="http://schemas.microsoft.com/office/drawing/2014/main" id="{938BBFCB-C804-4076-94E6-3A99E6357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929"/>
              <a:ext cx="74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2" name="Freeform 11">
              <a:extLst>
                <a:ext uri="{FF2B5EF4-FFF2-40B4-BE49-F238E27FC236}">
                  <a16:creationId xmlns:a16="http://schemas.microsoft.com/office/drawing/2014/main" id="{853451E6-EE2C-4885-9D25-F1BA513F9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961"/>
              <a:ext cx="520" cy="968"/>
            </a:xfrm>
            <a:custGeom>
              <a:avLst/>
              <a:gdLst>
                <a:gd name="T0" fmla="*/ 0 w 520"/>
                <a:gd name="T1" fmla="*/ 968 h 968"/>
                <a:gd name="T2" fmla="*/ 0 w 520"/>
                <a:gd name="T3" fmla="*/ 0 h 968"/>
                <a:gd name="T4" fmla="*/ 520 w 520"/>
                <a:gd name="T5" fmla="*/ 0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0" h="968">
                  <a:moveTo>
                    <a:pt x="0" y="968"/>
                  </a:moveTo>
                  <a:lnTo>
                    <a:pt x="0" y="0"/>
                  </a:lnTo>
                  <a:lnTo>
                    <a:pt x="52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3" name="Freeform 12">
              <a:extLst>
                <a:ext uri="{FF2B5EF4-FFF2-40B4-BE49-F238E27FC236}">
                  <a16:creationId xmlns:a16="http://schemas.microsoft.com/office/drawing/2014/main" id="{AF803B90-6615-49BD-8619-8387398DD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1557"/>
              <a:ext cx="1264" cy="596"/>
            </a:xfrm>
            <a:custGeom>
              <a:avLst/>
              <a:gdLst>
                <a:gd name="T0" fmla="*/ 0 w 1264"/>
                <a:gd name="T1" fmla="*/ 596 h 596"/>
                <a:gd name="T2" fmla="*/ 932 w 1264"/>
                <a:gd name="T3" fmla="*/ 596 h 596"/>
                <a:gd name="T4" fmla="*/ 932 w 1264"/>
                <a:gd name="T5" fmla="*/ 0 h 596"/>
                <a:gd name="T6" fmla="*/ 1264 w 1264"/>
                <a:gd name="T7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4" h="596">
                  <a:moveTo>
                    <a:pt x="0" y="596"/>
                  </a:moveTo>
                  <a:lnTo>
                    <a:pt x="932" y="596"/>
                  </a:lnTo>
                  <a:lnTo>
                    <a:pt x="932" y="0"/>
                  </a:lnTo>
                  <a:lnTo>
                    <a:pt x="126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4" name="Line 13">
              <a:extLst>
                <a:ext uri="{FF2B5EF4-FFF2-40B4-BE49-F238E27FC236}">
                  <a16:creationId xmlns:a16="http://schemas.microsoft.com/office/drawing/2014/main" id="{225C1C4E-AAB6-4EDE-8FBF-C452C8A64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" y="1185"/>
              <a:ext cx="596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5" name="Line 14">
              <a:extLst>
                <a:ext uri="{FF2B5EF4-FFF2-40B4-BE49-F238E27FC236}">
                  <a16:creationId xmlns:a16="http://schemas.microsoft.com/office/drawing/2014/main" id="{49D25144-10BC-438E-98A7-48F1F1D58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6" name="Line 15">
              <a:extLst>
                <a:ext uri="{FF2B5EF4-FFF2-40B4-BE49-F238E27FC236}">
                  <a16:creationId xmlns:a16="http://schemas.microsoft.com/office/drawing/2014/main" id="{581E4AFE-1E96-430C-957A-1F141884D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7" name="Line 16">
              <a:extLst>
                <a:ext uri="{FF2B5EF4-FFF2-40B4-BE49-F238E27FC236}">
                  <a16:creationId xmlns:a16="http://schemas.microsoft.com/office/drawing/2014/main" id="{6282449B-E7B8-4C7F-BA78-C032F07F8E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961"/>
              <a:ext cx="0" cy="596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8" name="Arc 17">
              <a:extLst>
                <a:ext uri="{FF2B5EF4-FFF2-40B4-BE49-F238E27FC236}">
                  <a16:creationId xmlns:a16="http://schemas.microsoft.com/office/drawing/2014/main" id="{BAA53020-94FE-4F48-A4BE-2F67CD4A1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961"/>
              <a:ext cx="296" cy="596"/>
            </a:xfrm>
            <a:custGeom>
              <a:avLst/>
              <a:gdLst>
                <a:gd name="T0" fmla="*/ 177 w 21600"/>
                <a:gd name="T1" fmla="*/ -1 h 43197"/>
                <a:gd name="T2" fmla="*/ 21600 w 21600"/>
                <a:gd name="T3" fmla="*/ 21599 h 43197"/>
                <a:gd name="T4" fmla="*/ 295 w 21600"/>
                <a:gd name="T5" fmla="*/ 43196 h 43197"/>
                <a:gd name="T6" fmla="*/ 177 w 21600"/>
                <a:gd name="T7" fmla="*/ -1 h 43197"/>
                <a:gd name="T8" fmla="*/ 21600 w 21600"/>
                <a:gd name="T9" fmla="*/ 21599 h 43197"/>
                <a:gd name="T10" fmla="*/ 295 w 21600"/>
                <a:gd name="T11" fmla="*/ 43196 h 43197"/>
                <a:gd name="T12" fmla="*/ 0 w 21600"/>
                <a:gd name="T13" fmla="*/ 21599 h 43197"/>
                <a:gd name="T14" fmla="*/ 177 w 21600"/>
                <a:gd name="T15" fmla="*/ -1 h 4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43197" fill="none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</a:path>
                <a:path w="21600" h="43197" stroke="0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  <a:lnTo>
                    <a:pt x="0" y="21599"/>
                  </a:lnTo>
                  <a:lnTo>
                    <a:pt x="177" y="-1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79" name="Rectangle 18">
              <a:extLst>
                <a:ext uri="{FF2B5EF4-FFF2-40B4-BE49-F238E27FC236}">
                  <a16:creationId xmlns:a16="http://schemas.microsoft.com/office/drawing/2014/main" id="{0F339578-71DB-4959-AC40-81A8FDDE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961"/>
              <a:ext cx="1192" cy="1192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880" name="Rectangle 19">
              <a:extLst>
                <a:ext uri="{FF2B5EF4-FFF2-40B4-BE49-F238E27FC236}">
                  <a16:creationId xmlns:a16="http://schemas.microsoft.com/office/drawing/2014/main" id="{8EB20C82-9179-4B9B-9371-4DFC98A06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185"/>
              <a:ext cx="180" cy="74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881" name="Rectangle 20">
              <a:extLst>
                <a:ext uri="{FF2B5EF4-FFF2-40B4-BE49-F238E27FC236}">
                  <a16:creationId xmlns:a16="http://schemas.microsoft.com/office/drawing/2014/main" id="{4ACC7C92-B205-4466-8440-41F852932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929"/>
              <a:ext cx="1192" cy="22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882" name="Freeform 21">
              <a:extLst>
                <a:ext uri="{FF2B5EF4-FFF2-40B4-BE49-F238E27FC236}">
                  <a16:creationId xmlns:a16="http://schemas.microsoft.com/office/drawing/2014/main" id="{D38D057A-436A-4068-A009-A0691D93E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961"/>
              <a:ext cx="224" cy="596"/>
            </a:xfrm>
            <a:custGeom>
              <a:avLst/>
              <a:gdLst>
                <a:gd name="T0" fmla="*/ 0 w 224"/>
                <a:gd name="T1" fmla="*/ 596 h 596"/>
                <a:gd name="T2" fmla="*/ 224 w 224"/>
                <a:gd name="T3" fmla="*/ 596 h 596"/>
                <a:gd name="T4" fmla="*/ 224 w 224"/>
                <a:gd name="T5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596"/>
                  </a:moveTo>
                  <a:lnTo>
                    <a:pt x="224" y="596"/>
                  </a:lnTo>
                  <a:lnTo>
                    <a:pt x="224" y="0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3" name="Line 22">
              <a:extLst>
                <a:ext uri="{FF2B5EF4-FFF2-40B4-BE49-F238E27FC236}">
                  <a16:creationId xmlns:a16="http://schemas.microsoft.com/office/drawing/2014/main" id="{0D82D7AF-97FB-4ADC-BED4-26BE82C6B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4" name="Line 23">
              <a:extLst>
                <a:ext uri="{FF2B5EF4-FFF2-40B4-BE49-F238E27FC236}">
                  <a16:creationId xmlns:a16="http://schemas.microsoft.com/office/drawing/2014/main" id="{BBB23899-E0ED-4A81-96C6-89B7D6DA7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5" name="Line 24">
              <a:extLst>
                <a:ext uri="{FF2B5EF4-FFF2-40B4-BE49-F238E27FC236}">
                  <a16:creationId xmlns:a16="http://schemas.microsoft.com/office/drawing/2014/main" id="{C4EF74F8-8796-4FD7-8EB9-E408D6947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6" name="Line 25">
              <a:extLst>
                <a:ext uri="{FF2B5EF4-FFF2-40B4-BE49-F238E27FC236}">
                  <a16:creationId xmlns:a16="http://schemas.microsoft.com/office/drawing/2014/main" id="{A6D6EB90-3A7C-45FA-BBF9-95B553084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7" name="Freeform 26">
              <a:extLst>
                <a:ext uri="{FF2B5EF4-FFF2-40B4-BE49-F238E27FC236}">
                  <a16:creationId xmlns:a16="http://schemas.microsoft.com/office/drawing/2014/main" id="{1C2C26FC-A90A-476D-9534-0EC65EF9B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961"/>
              <a:ext cx="224" cy="596"/>
            </a:xfrm>
            <a:custGeom>
              <a:avLst/>
              <a:gdLst>
                <a:gd name="T0" fmla="*/ 0 w 224"/>
                <a:gd name="T1" fmla="*/ 0 h 596"/>
                <a:gd name="T2" fmla="*/ 0 w 224"/>
                <a:gd name="T3" fmla="*/ 596 h 596"/>
                <a:gd name="T4" fmla="*/ 224 w 224"/>
                <a:gd name="T5" fmla="*/ 59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0"/>
                  </a:moveTo>
                  <a:lnTo>
                    <a:pt x="0" y="596"/>
                  </a:lnTo>
                  <a:lnTo>
                    <a:pt x="224" y="596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8" name="Line 27">
              <a:extLst>
                <a:ext uri="{FF2B5EF4-FFF2-40B4-BE49-F238E27FC236}">
                  <a16:creationId xmlns:a16="http://schemas.microsoft.com/office/drawing/2014/main" id="{5EDA28D1-FA1F-4753-A68E-ECBB1E377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1869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89" name="Line 28">
              <a:extLst>
                <a:ext uri="{FF2B5EF4-FFF2-40B4-BE49-F238E27FC236}">
                  <a16:creationId xmlns:a16="http://schemas.microsoft.com/office/drawing/2014/main" id="{E6B50CF6-D36A-4CF9-AF5A-2277BAA53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065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0" name="Line 29">
              <a:extLst>
                <a:ext uri="{FF2B5EF4-FFF2-40B4-BE49-F238E27FC236}">
                  <a16:creationId xmlns:a16="http://schemas.microsoft.com/office/drawing/2014/main" id="{DBDF0A27-18CE-4359-AFB7-252E83C7E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141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1" name="Line 30">
              <a:extLst>
                <a:ext uri="{FF2B5EF4-FFF2-40B4-BE49-F238E27FC236}">
                  <a16:creationId xmlns:a16="http://schemas.microsoft.com/office/drawing/2014/main" id="{5184BD88-FE75-4ED1-9BB1-B03CF8F5D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865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2" name="Line 31">
              <a:extLst>
                <a:ext uri="{FF2B5EF4-FFF2-40B4-BE49-F238E27FC236}">
                  <a16:creationId xmlns:a16="http://schemas.microsoft.com/office/drawing/2014/main" id="{06F483F5-C271-4B9B-8001-A0B77EF07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061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" name="Line 32">
              <a:extLst>
                <a:ext uri="{FF2B5EF4-FFF2-40B4-BE49-F238E27FC236}">
                  <a16:creationId xmlns:a16="http://schemas.microsoft.com/office/drawing/2014/main" id="{4BB2281C-5E34-4A3D-9E17-593619BAC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133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4" name="Line 33">
              <a:extLst>
                <a:ext uri="{FF2B5EF4-FFF2-40B4-BE49-F238E27FC236}">
                  <a16:creationId xmlns:a16="http://schemas.microsoft.com/office/drawing/2014/main" id="{049FB7AA-BA7E-4297-8BAB-1AC6FE8FC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5" name="Line 34">
              <a:extLst>
                <a:ext uri="{FF2B5EF4-FFF2-40B4-BE49-F238E27FC236}">
                  <a16:creationId xmlns:a16="http://schemas.microsoft.com/office/drawing/2014/main" id="{2F96D4D9-5BB1-4DFB-B207-64A643A48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6" name="Line 35">
              <a:extLst>
                <a:ext uri="{FF2B5EF4-FFF2-40B4-BE49-F238E27FC236}">
                  <a16:creationId xmlns:a16="http://schemas.microsoft.com/office/drawing/2014/main" id="{13CF44D5-F407-48B3-B102-B93DA2300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257"/>
              <a:ext cx="14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7" name="Line 36">
              <a:extLst>
                <a:ext uri="{FF2B5EF4-FFF2-40B4-BE49-F238E27FC236}">
                  <a16:creationId xmlns:a16="http://schemas.microsoft.com/office/drawing/2014/main" id="{83AB22DF-D609-4905-ACF5-35D2E33A2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8" name="Line 37">
              <a:extLst>
                <a:ext uri="{FF2B5EF4-FFF2-40B4-BE49-F238E27FC236}">
                  <a16:creationId xmlns:a16="http://schemas.microsoft.com/office/drawing/2014/main" id="{D1F5F4F7-483C-479E-A748-F91A8E115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9" name="Line 38">
              <a:extLst>
                <a:ext uri="{FF2B5EF4-FFF2-40B4-BE49-F238E27FC236}">
                  <a16:creationId xmlns:a16="http://schemas.microsoft.com/office/drawing/2014/main" id="{9913AB11-4FEF-4B13-A2A4-58AC877B8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1257"/>
              <a:ext cx="148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0" name="Line 39">
              <a:extLst>
                <a:ext uri="{FF2B5EF4-FFF2-40B4-BE49-F238E27FC236}">
                  <a16:creationId xmlns:a16="http://schemas.microsoft.com/office/drawing/2014/main" id="{6844AB13-A9B9-4154-BA75-A07CF7691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1" name="Line 40">
              <a:extLst>
                <a:ext uri="{FF2B5EF4-FFF2-40B4-BE49-F238E27FC236}">
                  <a16:creationId xmlns:a16="http://schemas.microsoft.com/office/drawing/2014/main" id="{378019AD-5593-4CEE-939D-73242147E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2" name="Line 41">
              <a:extLst>
                <a:ext uri="{FF2B5EF4-FFF2-40B4-BE49-F238E27FC236}">
                  <a16:creationId xmlns:a16="http://schemas.microsoft.com/office/drawing/2014/main" id="{4254E9BB-03FD-4905-ABF1-C22A6804A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" y="1257"/>
              <a:ext cx="3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3" name="Line 42">
              <a:extLst>
                <a:ext uri="{FF2B5EF4-FFF2-40B4-BE49-F238E27FC236}">
                  <a16:creationId xmlns:a16="http://schemas.microsoft.com/office/drawing/2014/main" id="{8C0F9D1F-5266-4233-B2A1-1AD211A07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937"/>
              <a:ext cx="0" cy="3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4" name="Line 43">
              <a:extLst>
                <a:ext uri="{FF2B5EF4-FFF2-40B4-BE49-F238E27FC236}">
                  <a16:creationId xmlns:a16="http://schemas.microsoft.com/office/drawing/2014/main" id="{661761AC-D4CE-4E84-BA3E-CCDAE8541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5" name="Line 44">
              <a:extLst>
                <a:ext uri="{FF2B5EF4-FFF2-40B4-BE49-F238E27FC236}">
                  <a16:creationId xmlns:a16="http://schemas.microsoft.com/office/drawing/2014/main" id="{C0CC77BD-9C24-4022-837F-F333D751F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89"/>
              <a:ext cx="0" cy="24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6" name="Freeform 45">
              <a:extLst>
                <a:ext uri="{FF2B5EF4-FFF2-40B4-BE49-F238E27FC236}">
                  <a16:creationId xmlns:a16="http://schemas.microsoft.com/office/drawing/2014/main" id="{68B5E402-5D4A-4203-91F7-658F06EB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493"/>
              <a:ext cx="524" cy="1192"/>
            </a:xfrm>
            <a:custGeom>
              <a:avLst/>
              <a:gdLst>
                <a:gd name="T0" fmla="*/ 0 w 524"/>
                <a:gd name="T1" fmla="*/ 1192 h 1192"/>
                <a:gd name="T2" fmla="*/ 524 w 524"/>
                <a:gd name="T3" fmla="*/ 1192 h 1192"/>
                <a:gd name="T4" fmla="*/ 524 w 524"/>
                <a:gd name="T5" fmla="*/ 0 h 1192"/>
                <a:gd name="T6" fmla="*/ 12 w 524"/>
                <a:gd name="T7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4" h="1192">
                  <a:moveTo>
                    <a:pt x="0" y="1192"/>
                  </a:moveTo>
                  <a:lnTo>
                    <a:pt x="524" y="1192"/>
                  </a:lnTo>
                  <a:lnTo>
                    <a:pt x="524" y="0"/>
                  </a:lnTo>
                  <a:lnTo>
                    <a:pt x="1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7" name="Arc 46">
              <a:extLst>
                <a:ext uri="{FF2B5EF4-FFF2-40B4-BE49-F238E27FC236}">
                  <a16:creationId xmlns:a16="http://schemas.microsoft.com/office/drawing/2014/main" id="{0610191A-5B25-4E18-A547-D3465736E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497"/>
              <a:ext cx="227" cy="222"/>
            </a:xfrm>
            <a:custGeom>
              <a:avLst/>
              <a:gdLst>
                <a:gd name="T0" fmla="*/ 0 w 22401"/>
                <a:gd name="T1" fmla="*/ 21685 h 21686"/>
                <a:gd name="T2" fmla="*/ 0 w 22401"/>
                <a:gd name="T3" fmla="*/ 21600 h 21686"/>
                <a:gd name="T4" fmla="*/ 21600 w 22401"/>
                <a:gd name="T5" fmla="*/ 0 h 21686"/>
                <a:gd name="T6" fmla="*/ 22401 w 22401"/>
                <a:gd name="T7" fmla="*/ 14 h 21686"/>
                <a:gd name="T8" fmla="*/ 0 w 22401"/>
                <a:gd name="T9" fmla="*/ 21685 h 21686"/>
                <a:gd name="T10" fmla="*/ 0 w 22401"/>
                <a:gd name="T11" fmla="*/ 21600 h 21686"/>
                <a:gd name="T12" fmla="*/ 21600 w 22401"/>
                <a:gd name="T13" fmla="*/ 0 h 21686"/>
                <a:gd name="T14" fmla="*/ 22401 w 22401"/>
                <a:gd name="T15" fmla="*/ 14 h 21686"/>
                <a:gd name="T16" fmla="*/ 21600 w 22401"/>
                <a:gd name="T17" fmla="*/ 21600 h 21686"/>
                <a:gd name="T18" fmla="*/ 0 w 22401"/>
                <a:gd name="T19" fmla="*/ 21685 h 2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01" h="21686" fill="none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</a:path>
                <a:path w="22401" h="21686" stroke="0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  <a:lnTo>
                    <a:pt x="21600" y="21600"/>
                  </a:lnTo>
                  <a:lnTo>
                    <a:pt x="0" y="21685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8" name="Arc 47">
              <a:extLst>
                <a:ext uri="{FF2B5EF4-FFF2-40B4-BE49-F238E27FC236}">
                  <a16:creationId xmlns:a16="http://schemas.microsoft.com/office/drawing/2014/main" id="{2A4216B4-7AAC-4885-A794-8599AACA214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38" y="3457"/>
              <a:ext cx="216" cy="228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09" name="Line 48">
              <a:extLst>
                <a:ext uri="{FF2B5EF4-FFF2-40B4-BE49-F238E27FC236}">
                  <a16:creationId xmlns:a16="http://schemas.microsoft.com/office/drawing/2014/main" id="{ED47262E-69DF-480E-BC54-D6009B333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" y="2713"/>
              <a:ext cx="0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0" name="Rectangle 49">
              <a:extLst>
                <a:ext uri="{FF2B5EF4-FFF2-40B4-BE49-F238E27FC236}">
                  <a16:creationId xmlns:a16="http://schemas.microsoft.com/office/drawing/2014/main" id="{73898B04-01A3-40D4-9D5F-9A5613C56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3001"/>
              <a:ext cx="596" cy="1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11" name="Freeform 50">
              <a:extLst>
                <a:ext uri="{FF2B5EF4-FFF2-40B4-BE49-F238E27FC236}">
                  <a16:creationId xmlns:a16="http://schemas.microsoft.com/office/drawing/2014/main" id="{131381A0-F7F6-4462-B0CA-4235824CF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93"/>
              <a:ext cx="632" cy="1192"/>
            </a:xfrm>
            <a:custGeom>
              <a:avLst/>
              <a:gdLst>
                <a:gd name="T0" fmla="*/ 0 w 632"/>
                <a:gd name="T1" fmla="*/ 1192 h 1192"/>
                <a:gd name="T2" fmla="*/ 632 w 632"/>
                <a:gd name="T3" fmla="*/ 1192 h 1192"/>
                <a:gd name="T4" fmla="*/ 632 w 632"/>
                <a:gd name="T5" fmla="*/ 968 h 1192"/>
                <a:gd name="T6" fmla="*/ 0 w 632"/>
                <a:gd name="T7" fmla="*/ 968 h 1192"/>
                <a:gd name="T8" fmla="*/ 0 w 632"/>
                <a:gd name="T9" fmla="*/ 224 h 1192"/>
                <a:gd name="T10" fmla="*/ 632 w 632"/>
                <a:gd name="T11" fmla="*/ 224 h 1192"/>
                <a:gd name="T12" fmla="*/ 632 w 632"/>
                <a:gd name="T13" fmla="*/ 0 h 1192"/>
                <a:gd name="T14" fmla="*/ 0 w 632"/>
                <a:gd name="T1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2" h="1192">
                  <a:moveTo>
                    <a:pt x="0" y="1192"/>
                  </a:moveTo>
                  <a:lnTo>
                    <a:pt x="632" y="1192"/>
                  </a:lnTo>
                  <a:lnTo>
                    <a:pt x="632" y="968"/>
                  </a:lnTo>
                  <a:lnTo>
                    <a:pt x="0" y="968"/>
                  </a:lnTo>
                  <a:lnTo>
                    <a:pt x="0" y="224"/>
                  </a:lnTo>
                  <a:lnTo>
                    <a:pt x="632" y="224"/>
                  </a:lnTo>
                  <a:lnTo>
                    <a:pt x="632" y="0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2" name="Line 51">
              <a:extLst>
                <a:ext uri="{FF2B5EF4-FFF2-40B4-BE49-F238E27FC236}">
                  <a16:creationId xmlns:a16="http://schemas.microsoft.com/office/drawing/2014/main" id="{0D7ACC74-8509-40CF-9365-639498D4E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3" name="Line 52">
              <a:extLst>
                <a:ext uri="{FF2B5EF4-FFF2-40B4-BE49-F238E27FC236}">
                  <a16:creationId xmlns:a16="http://schemas.microsoft.com/office/drawing/2014/main" id="{A90A5E6D-F11E-464F-A978-46AE04F72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4" name="Line 53">
              <a:extLst>
                <a:ext uri="{FF2B5EF4-FFF2-40B4-BE49-F238E27FC236}">
                  <a16:creationId xmlns:a16="http://schemas.microsoft.com/office/drawing/2014/main" id="{6E9141F2-5248-47DB-8783-7529248FC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5" name="Line 54">
              <a:extLst>
                <a:ext uri="{FF2B5EF4-FFF2-40B4-BE49-F238E27FC236}">
                  <a16:creationId xmlns:a16="http://schemas.microsoft.com/office/drawing/2014/main" id="{B5F2FE2A-2271-402C-8570-FACDA1DF2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6" name="Line 55">
              <a:extLst>
                <a:ext uri="{FF2B5EF4-FFF2-40B4-BE49-F238E27FC236}">
                  <a16:creationId xmlns:a16="http://schemas.microsoft.com/office/drawing/2014/main" id="{11C1921F-B920-4DC5-9AA8-EE4C94915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357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7" name="Line 56">
              <a:extLst>
                <a:ext uri="{FF2B5EF4-FFF2-40B4-BE49-F238E27FC236}">
                  <a16:creationId xmlns:a16="http://schemas.microsoft.com/office/drawing/2014/main" id="{F29FD99E-719D-4D97-949F-11AFD58B2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53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8" name="Line 57">
              <a:extLst>
                <a:ext uri="{FF2B5EF4-FFF2-40B4-BE49-F238E27FC236}">
                  <a16:creationId xmlns:a16="http://schemas.microsoft.com/office/drawing/2014/main" id="{78D792FC-0755-48A4-B8CC-2D84B1C1B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613"/>
              <a:ext cx="0" cy="1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19" name="Line 58">
              <a:extLst>
                <a:ext uri="{FF2B5EF4-FFF2-40B4-BE49-F238E27FC236}">
                  <a16:creationId xmlns:a16="http://schemas.microsoft.com/office/drawing/2014/main" id="{21CE9049-A07C-4351-BBAC-ECFE4A059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409"/>
              <a:ext cx="0" cy="17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0" name="Line 59">
              <a:extLst>
                <a:ext uri="{FF2B5EF4-FFF2-40B4-BE49-F238E27FC236}">
                  <a16:creationId xmlns:a16="http://schemas.microsoft.com/office/drawing/2014/main" id="{852B3169-FFBF-4465-BAE3-ACA55AA05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1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1" name="Line 60">
              <a:extLst>
                <a:ext uri="{FF2B5EF4-FFF2-40B4-BE49-F238E27FC236}">
                  <a16:creationId xmlns:a16="http://schemas.microsoft.com/office/drawing/2014/main" id="{FF08B02F-D962-41C1-A366-C502B418B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93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2" name="Oval 61">
              <a:extLst>
                <a:ext uri="{FF2B5EF4-FFF2-40B4-BE49-F238E27FC236}">
                  <a16:creationId xmlns:a16="http://schemas.microsoft.com/office/drawing/2014/main" id="{9C4D5B9F-F00C-4967-B77A-597FC5EDB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3353"/>
              <a:ext cx="216" cy="216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23" name="Oval 62">
              <a:extLst>
                <a:ext uri="{FF2B5EF4-FFF2-40B4-BE49-F238E27FC236}">
                  <a16:creationId xmlns:a16="http://schemas.microsoft.com/office/drawing/2014/main" id="{FBD84B16-068E-4E9D-B040-B302A149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613"/>
              <a:ext cx="220" cy="208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24" name="Line 63">
              <a:extLst>
                <a:ext uri="{FF2B5EF4-FFF2-40B4-BE49-F238E27FC236}">
                  <a16:creationId xmlns:a16="http://schemas.microsoft.com/office/drawing/2014/main" id="{C86132C4-690E-47DC-90F0-E6E3C84DB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1849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5" name="Line 64">
              <a:extLst>
                <a:ext uri="{FF2B5EF4-FFF2-40B4-BE49-F238E27FC236}">
                  <a16:creationId xmlns:a16="http://schemas.microsoft.com/office/drawing/2014/main" id="{86D5188D-3FE6-4C04-9BA9-4BBB0A1A3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6" name="Line 65">
              <a:extLst>
                <a:ext uri="{FF2B5EF4-FFF2-40B4-BE49-F238E27FC236}">
                  <a16:creationId xmlns:a16="http://schemas.microsoft.com/office/drawing/2014/main" id="{3227D181-B7B1-49A7-85B7-2D2988242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85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7" name="Line 66">
              <a:extLst>
                <a:ext uri="{FF2B5EF4-FFF2-40B4-BE49-F238E27FC236}">
                  <a16:creationId xmlns:a16="http://schemas.microsoft.com/office/drawing/2014/main" id="{C6C88061-09AC-4EB9-828A-A99C1E8B3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" y="2713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8" name="Line 67">
              <a:extLst>
                <a:ext uri="{FF2B5EF4-FFF2-40B4-BE49-F238E27FC236}">
                  <a16:creationId xmlns:a16="http://schemas.microsoft.com/office/drawing/2014/main" id="{E3B1232A-1B6D-4C8D-A21B-B6A5B6417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2569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29" name="Line 68">
              <a:extLst>
                <a:ext uri="{FF2B5EF4-FFF2-40B4-BE49-F238E27FC236}">
                  <a16:creationId xmlns:a16="http://schemas.microsoft.com/office/drawing/2014/main" id="{4BC00E4F-90DD-4A71-BBAB-0E778B4EE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3465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0" name="Line 69">
              <a:extLst>
                <a:ext uri="{FF2B5EF4-FFF2-40B4-BE49-F238E27FC236}">
                  <a16:creationId xmlns:a16="http://schemas.microsoft.com/office/drawing/2014/main" id="{826F70B9-83E4-48FB-AF2D-697C8C0E0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3321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1" name="Line 70">
              <a:extLst>
                <a:ext uri="{FF2B5EF4-FFF2-40B4-BE49-F238E27FC236}">
                  <a16:creationId xmlns:a16="http://schemas.microsoft.com/office/drawing/2014/main" id="{EB18D1A0-0CF5-4677-99C7-3031009D1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2493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2" name="Line 71">
              <a:extLst>
                <a:ext uri="{FF2B5EF4-FFF2-40B4-BE49-F238E27FC236}">
                  <a16:creationId xmlns:a16="http://schemas.microsoft.com/office/drawing/2014/main" id="{893EAFCC-DC2F-4563-84B5-DAF0D9C19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3685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3" name="Line 72">
              <a:extLst>
                <a:ext uri="{FF2B5EF4-FFF2-40B4-BE49-F238E27FC236}">
                  <a16:creationId xmlns:a16="http://schemas.microsoft.com/office/drawing/2014/main" id="{83E936ED-61F4-4358-9157-66D74CFAB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4" name="Line 73">
              <a:extLst>
                <a:ext uri="{FF2B5EF4-FFF2-40B4-BE49-F238E27FC236}">
                  <a16:creationId xmlns:a16="http://schemas.microsoft.com/office/drawing/2014/main" id="{D6968437-591D-40C9-B4B8-A36225612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5" name="Line 74">
              <a:extLst>
                <a:ext uri="{FF2B5EF4-FFF2-40B4-BE49-F238E27FC236}">
                  <a16:creationId xmlns:a16="http://schemas.microsoft.com/office/drawing/2014/main" id="{0C045784-B6C8-4BAC-AD7A-081C4FD59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36" name="Line 75">
              <a:extLst>
                <a:ext uri="{FF2B5EF4-FFF2-40B4-BE49-F238E27FC236}">
                  <a16:creationId xmlns:a16="http://schemas.microsoft.com/office/drawing/2014/main" id="{FE26289E-494E-45D7-B4B4-214D2A94A1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937" name="Line 76">
            <a:extLst>
              <a:ext uri="{FF2B5EF4-FFF2-40B4-BE49-F238E27FC236}">
                <a16:creationId xmlns:a16="http://schemas.microsoft.com/office/drawing/2014/main" id="{8B24E4D4-F5EA-4F79-8EB6-5C8B74F4F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5873750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38" name="Line 77">
            <a:extLst>
              <a:ext uri="{FF2B5EF4-FFF2-40B4-BE49-F238E27FC236}">
                <a16:creationId xmlns:a16="http://schemas.microsoft.com/office/drawing/2014/main" id="{8C12BF5C-8476-40B2-B35D-D8219370D1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8388" y="4335463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939" name="Group 78">
            <a:extLst>
              <a:ext uri="{FF2B5EF4-FFF2-40B4-BE49-F238E27FC236}">
                <a16:creationId xmlns:a16="http://schemas.microsoft.com/office/drawing/2014/main" id="{9552DF07-ECB4-4D89-8E52-BAF59953CFBB}"/>
              </a:ext>
            </a:extLst>
          </p:cNvPr>
          <p:cNvGrpSpPr>
            <a:grpSpLocks/>
          </p:cNvGrpSpPr>
          <p:nvPr/>
        </p:nvGrpSpPr>
        <p:grpSpPr bwMode="auto">
          <a:xfrm>
            <a:off x="5692775" y="4454525"/>
            <a:ext cx="2211388" cy="1592263"/>
            <a:chOff x="3586" y="2577"/>
            <a:chExt cx="1393" cy="1003"/>
          </a:xfrm>
        </p:grpSpPr>
        <p:sp>
          <p:nvSpPr>
            <p:cNvPr id="3940" name="Line 79">
              <a:extLst>
                <a:ext uri="{FF2B5EF4-FFF2-40B4-BE49-F238E27FC236}">
                  <a16:creationId xmlns:a16="http://schemas.microsoft.com/office/drawing/2014/main" id="{10022513-E52F-4CB9-80EA-EC5038ABE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8" y="3108"/>
              <a:ext cx="1" cy="19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1" name="Freeform 80">
              <a:extLst>
                <a:ext uri="{FF2B5EF4-FFF2-40B4-BE49-F238E27FC236}">
                  <a16:creationId xmlns:a16="http://schemas.microsoft.com/office/drawing/2014/main" id="{A0BCE3FC-90A4-4A08-9EF7-BF990F798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2577"/>
              <a:ext cx="1321" cy="763"/>
            </a:xfrm>
            <a:custGeom>
              <a:avLst/>
              <a:gdLst>
                <a:gd name="T0" fmla="*/ 0 w 9247"/>
                <a:gd name="T1" fmla="*/ 1626 h 5342"/>
                <a:gd name="T2" fmla="*/ 2814 w 9247"/>
                <a:gd name="T3" fmla="*/ 0 h 5342"/>
                <a:gd name="T4" fmla="*/ 9247 w 9247"/>
                <a:gd name="T5" fmla="*/ 3717 h 5342"/>
                <a:gd name="T6" fmla="*/ 6433 w 9247"/>
                <a:gd name="T7" fmla="*/ 5342 h 5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47" h="5342">
                  <a:moveTo>
                    <a:pt x="0" y="1626"/>
                  </a:moveTo>
                  <a:lnTo>
                    <a:pt x="2814" y="0"/>
                  </a:lnTo>
                  <a:lnTo>
                    <a:pt x="9247" y="3717"/>
                  </a:lnTo>
                  <a:lnTo>
                    <a:pt x="6433" y="5342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2" name="Freeform 81">
              <a:extLst>
                <a:ext uri="{FF2B5EF4-FFF2-40B4-BE49-F238E27FC236}">
                  <a16:creationId xmlns:a16="http://schemas.microsoft.com/office/drawing/2014/main" id="{9B4150B6-896B-4BA9-81D1-E6ECFC4F0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2809"/>
              <a:ext cx="70" cy="199"/>
            </a:xfrm>
            <a:custGeom>
              <a:avLst/>
              <a:gdLst>
                <a:gd name="T0" fmla="*/ 493 w 493"/>
                <a:gd name="T1" fmla="*/ 0 h 1394"/>
                <a:gd name="T2" fmla="*/ 302 w 493"/>
                <a:gd name="T3" fmla="*/ 132 h 1394"/>
                <a:gd name="T4" fmla="*/ 153 w 493"/>
                <a:gd name="T5" fmla="*/ 280 h 1394"/>
                <a:gd name="T6" fmla="*/ 51 w 493"/>
                <a:gd name="T7" fmla="*/ 443 h 1394"/>
                <a:gd name="T8" fmla="*/ 0 w 493"/>
                <a:gd name="T9" fmla="*/ 612 h 1394"/>
                <a:gd name="T10" fmla="*/ 0 w 493"/>
                <a:gd name="T11" fmla="*/ 783 h 1394"/>
                <a:gd name="T12" fmla="*/ 51 w 493"/>
                <a:gd name="T13" fmla="*/ 952 h 1394"/>
                <a:gd name="T14" fmla="*/ 153 w 493"/>
                <a:gd name="T15" fmla="*/ 1113 h 1394"/>
                <a:gd name="T16" fmla="*/ 302 w 493"/>
                <a:gd name="T17" fmla="*/ 1262 h 1394"/>
                <a:gd name="T18" fmla="*/ 493 w 493"/>
                <a:gd name="T19" fmla="*/ 1394 h 1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3" h="1394">
                  <a:moveTo>
                    <a:pt x="493" y="0"/>
                  </a:moveTo>
                  <a:lnTo>
                    <a:pt x="302" y="132"/>
                  </a:lnTo>
                  <a:lnTo>
                    <a:pt x="153" y="280"/>
                  </a:lnTo>
                  <a:lnTo>
                    <a:pt x="51" y="443"/>
                  </a:lnTo>
                  <a:lnTo>
                    <a:pt x="0" y="612"/>
                  </a:lnTo>
                  <a:lnTo>
                    <a:pt x="0" y="783"/>
                  </a:lnTo>
                  <a:lnTo>
                    <a:pt x="51" y="952"/>
                  </a:lnTo>
                  <a:lnTo>
                    <a:pt x="153" y="1113"/>
                  </a:lnTo>
                  <a:lnTo>
                    <a:pt x="302" y="1262"/>
                  </a:lnTo>
                  <a:lnTo>
                    <a:pt x="493" y="1394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3" name="Line 82">
              <a:extLst>
                <a:ext uri="{FF2B5EF4-FFF2-40B4-BE49-F238E27FC236}">
                  <a16:creationId xmlns:a16="http://schemas.microsoft.com/office/drawing/2014/main" id="{38EA52C5-7177-43DB-939B-1DFA00C9A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" y="3008"/>
              <a:ext cx="574" cy="3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4" name="Line 83">
              <a:extLst>
                <a:ext uri="{FF2B5EF4-FFF2-40B4-BE49-F238E27FC236}">
                  <a16:creationId xmlns:a16="http://schemas.microsoft.com/office/drawing/2014/main" id="{24476325-3A14-4F4E-8180-2AEEDED59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6" y="3307"/>
              <a:ext cx="402" cy="2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5" name="Freeform 84">
              <a:extLst>
                <a:ext uri="{FF2B5EF4-FFF2-40B4-BE49-F238E27FC236}">
                  <a16:creationId xmlns:a16="http://schemas.microsoft.com/office/drawing/2014/main" id="{9A06E3D6-C0C7-4BA0-A417-46D949D6E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108"/>
              <a:ext cx="71" cy="99"/>
            </a:xfrm>
            <a:custGeom>
              <a:avLst/>
              <a:gdLst>
                <a:gd name="T0" fmla="*/ 0 w 500"/>
                <a:gd name="T1" fmla="*/ 0 h 697"/>
                <a:gd name="T2" fmla="*/ 33 w 500"/>
                <a:gd name="T3" fmla="*/ 192 h 697"/>
                <a:gd name="T4" fmla="*/ 130 w 500"/>
                <a:gd name="T5" fmla="*/ 377 h 697"/>
                <a:gd name="T6" fmla="*/ 287 w 500"/>
                <a:gd name="T7" fmla="*/ 547 h 697"/>
                <a:gd name="T8" fmla="*/ 500 w 500"/>
                <a:gd name="T9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0" h="697">
                  <a:moveTo>
                    <a:pt x="0" y="0"/>
                  </a:moveTo>
                  <a:lnTo>
                    <a:pt x="33" y="192"/>
                  </a:lnTo>
                  <a:lnTo>
                    <a:pt x="130" y="377"/>
                  </a:lnTo>
                  <a:lnTo>
                    <a:pt x="287" y="547"/>
                  </a:lnTo>
                  <a:lnTo>
                    <a:pt x="500" y="697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6" name="Line 85">
              <a:extLst>
                <a:ext uri="{FF2B5EF4-FFF2-40B4-BE49-F238E27FC236}">
                  <a16:creationId xmlns:a16="http://schemas.microsoft.com/office/drawing/2014/main" id="{DA9321A2-5330-4E74-98FA-52B1DCDD6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57" y="3207"/>
              <a:ext cx="574" cy="3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7" name="Freeform 86">
              <a:extLst>
                <a:ext uri="{FF2B5EF4-FFF2-40B4-BE49-F238E27FC236}">
                  <a16:creationId xmlns:a16="http://schemas.microsoft.com/office/drawing/2014/main" id="{2FCECCCB-1254-425D-97A8-DCBB6A3CF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3340"/>
              <a:ext cx="345" cy="40"/>
            </a:xfrm>
            <a:custGeom>
              <a:avLst/>
              <a:gdLst>
                <a:gd name="T0" fmla="*/ 0 w 2413"/>
                <a:gd name="T1" fmla="*/ 0 h 285"/>
                <a:gd name="T2" fmla="*/ 227 w 2413"/>
                <a:gd name="T3" fmla="*/ 112 h 285"/>
                <a:gd name="T4" fmla="*/ 485 w 2413"/>
                <a:gd name="T5" fmla="*/ 197 h 285"/>
                <a:gd name="T6" fmla="*/ 764 w 2413"/>
                <a:gd name="T7" fmla="*/ 256 h 285"/>
                <a:gd name="T8" fmla="*/ 1057 w 2413"/>
                <a:gd name="T9" fmla="*/ 285 h 285"/>
                <a:gd name="T10" fmla="*/ 1355 w 2413"/>
                <a:gd name="T11" fmla="*/ 285 h 285"/>
                <a:gd name="T12" fmla="*/ 1647 w 2413"/>
                <a:gd name="T13" fmla="*/ 256 h 285"/>
                <a:gd name="T14" fmla="*/ 1927 w 2413"/>
                <a:gd name="T15" fmla="*/ 197 h 285"/>
                <a:gd name="T16" fmla="*/ 2184 w 2413"/>
                <a:gd name="T17" fmla="*/ 112 h 285"/>
                <a:gd name="T18" fmla="*/ 2413 w 2413"/>
                <a:gd name="T1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13" h="285">
                  <a:moveTo>
                    <a:pt x="0" y="0"/>
                  </a:moveTo>
                  <a:lnTo>
                    <a:pt x="227" y="112"/>
                  </a:lnTo>
                  <a:lnTo>
                    <a:pt x="485" y="197"/>
                  </a:lnTo>
                  <a:lnTo>
                    <a:pt x="764" y="256"/>
                  </a:lnTo>
                  <a:lnTo>
                    <a:pt x="1057" y="285"/>
                  </a:lnTo>
                  <a:lnTo>
                    <a:pt x="1355" y="285"/>
                  </a:lnTo>
                  <a:lnTo>
                    <a:pt x="1647" y="256"/>
                  </a:lnTo>
                  <a:lnTo>
                    <a:pt x="1927" y="197"/>
                  </a:lnTo>
                  <a:lnTo>
                    <a:pt x="2184" y="112"/>
                  </a:lnTo>
                  <a:lnTo>
                    <a:pt x="2413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8" name="Freeform 87">
              <a:extLst>
                <a:ext uri="{FF2B5EF4-FFF2-40B4-BE49-F238E27FC236}">
                  <a16:creationId xmlns:a16="http://schemas.microsoft.com/office/drawing/2014/main" id="{4BFD0C9C-85CB-4854-8E12-DBAB89F6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3539"/>
              <a:ext cx="345" cy="41"/>
            </a:xfrm>
            <a:custGeom>
              <a:avLst/>
              <a:gdLst>
                <a:gd name="T0" fmla="*/ 0 w 2413"/>
                <a:gd name="T1" fmla="*/ 0 h 285"/>
                <a:gd name="T2" fmla="*/ 227 w 2413"/>
                <a:gd name="T3" fmla="*/ 110 h 285"/>
                <a:gd name="T4" fmla="*/ 485 w 2413"/>
                <a:gd name="T5" fmla="*/ 197 h 285"/>
                <a:gd name="T6" fmla="*/ 764 w 2413"/>
                <a:gd name="T7" fmla="*/ 256 h 285"/>
                <a:gd name="T8" fmla="*/ 1057 w 2413"/>
                <a:gd name="T9" fmla="*/ 285 h 285"/>
                <a:gd name="T10" fmla="*/ 1355 w 2413"/>
                <a:gd name="T11" fmla="*/ 285 h 285"/>
                <a:gd name="T12" fmla="*/ 1647 w 2413"/>
                <a:gd name="T13" fmla="*/ 256 h 285"/>
                <a:gd name="T14" fmla="*/ 1927 w 2413"/>
                <a:gd name="T15" fmla="*/ 197 h 285"/>
                <a:gd name="T16" fmla="*/ 2184 w 2413"/>
                <a:gd name="T17" fmla="*/ 110 h 285"/>
                <a:gd name="T18" fmla="*/ 2413 w 2413"/>
                <a:gd name="T1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13" h="285">
                  <a:moveTo>
                    <a:pt x="0" y="0"/>
                  </a:moveTo>
                  <a:lnTo>
                    <a:pt x="227" y="110"/>
                  </a:lnTo>
                  <a:lnTo>
                    <a:pt x="485" y="197"/>
                  </a:lnTo>
                  <a:lnTo>
                    <a:pt x="764" y="256"/>
                  </a:lnTo>
                  <a:lnTo>
                    <a:pt x="1057" y="285"/>
                  </a:lnTo>
                  <a:lnTo>
                    <a:pt x="1355" y="285"/>
                  </a:lnTo>
                  <a:lnTo>
                    <a:pt x="1647" y="256"/>
                  </a:lnTo>
                  <a:lnTo>
                    <a:pt x="1927" y="197"/>
                  </a:lnTo>
                  <a:lnTo>
                    <a:pt x="2184" y="110"/>
                  </a:lnTo>
                  <a:lnTo>
                    <a:pt x="2413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9" name="Freeform 88">
              <a:extLst>
                <a:ext uri="{FF2B5EF4-FFF2-40B4-BE49-F238E27FC236}">
                  <a16:creationId xmlns:a16="http://schemas.microsoft.com/office/drawing/2014/main" id="{FC0A6E39-5EAB-4C7F-9539-A4CA40073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2805"/>
              <a:ext cx="243" cy="141"/>
            </a:xfrm>
            <a:custGeom>
              <a:avLst/>
              <a:gdLst>
                <a:gd name="T0" fmla="*/ 1702 w 1702"/>
                <a:gd name="T1" fmla="*/ 492 h 984"/>
                <a:gd name="T2" fmla="*/ 1686 w 1702"/>
                <a:gd name="T3" fmla="*/ 399 h 984"/>
                <a:gd name="T4" fmla="*/ 1640 w 1702"/>
                <a:gd name="T5" fmla="*/ 308 h 984"/>
                <a:gd name="T6" fmla="*/ 1567 w 1702"/>
                <a:gd name="T7" fmla="*/ 226 h 984"/>
                <a:gd name="T8" fmla="*/ 1466 w 1702"/>
                <a:gd name="T9" fmla="*/ 152 h 984"/>
                <a:gd name="T10" fmla="*/ 1344 w 1702"/>
                <a:gd name="T11" fmla="*/ 90 h 984"/>
                <a:gd name="T12" fmla="*/ 1203 w 1702"/>
                <a:gd name="T13" fmla="*/ 44 h 984"/>
                <a:gd name="T14" fmla="*/ 1050 w 1702"/>
                <a:gd name="T15" fmla="*/ 13 h 984"/>
                <a:gd name="T16" fmla="*/ 889 w 1702"/>
                <a:gd name="T17" fmla="*/ 0 h 984"/>
                <a:gd name="T18" fmla="*/ 728 w 1702"/>
                <a:gd name="T19" fmla="*/ 4 h 984"/>
                <a:gd name="T20" fmla="*/ 570 w 1702"/>
                <a:gd name="T21" fmla="*/ 27 h 984"/>
                <a:gd name="T22" fmla="*/ 422 w 1702"/>
                <a:gd name="T23" fmla="*/ 65 h 984"/>
                <a:gd name="T24" fmla="*/ 291 w 1702"/>
                <a:gd name="T25" fmla="*/ 120 h 984"/>
                <a:gd name="T26" fmla="*/ 178 w 1702"/>
                <a:gd name="T27" fmla="*/ 187 h 984"/>
                <a:gd name="T28" fmla="*/ 91 w 1702"/>
                <a:gd name="T29" fmla="*/ 266 h 984"/>
                <a:gd name="T30" fmla="*/ 31 w 1702"/>
                <a:gd name="T31" fmla="*/ 353 h 984"/>
                <a:gd name="T32" fmla="*/ 0 w 1702"/>
                <a:gd name="T33" fmla="*/ 445 h 984"/>
                <a:gd name="T34" fmla="*/ 0 w 1702"/>
                <a:gd name="T35" fmla="*/ 539 h 984"/>
                <a:gd name="T36" fmla="*/ 31 w 1702"/>
                <a:gd name="T37" fmla="*/ 631 h 984"/>
                <a:gd name="T38" fmla="*/ 91 w 1702"/>
                <a:gd name="T39" fmla="*/ 718 h 984"/>
                <a:gd name="T40" fmla="*/ 178 w 1702"/>
                <a:gd name="T41" fmla="*/ 796 h 984"/>
                <a:gd name="T42" fmla="*/ 291 w 1702"/>
                <a:gd name="T43" fmla="*/ 865 h 984"/>
                <a:gd name="T44" fmla="*/ 422 w 1702"/>
                <a:gd name="T45" fmla="*/ 919 h 984"/>
                <a:gd name="T46" fmla="*/ 570 w 1702"/>
                <a:gd name="T47" fmla="*/ 958 h 984"/>
                <a:gd name="T48" fmla="*/ 728 w 1702"/>
                <a:gd name="T49" fmla="*/ 979 h 984"/>
                <a:gd name="T50" fmla="*/ 889 w 1702"/>
                <a:gd name="T51" fmla="*/ 984 h 984"/>
                <a:gd name="T52" fmla="*/ 1050 w 1702"/>
                <a:gd name="T53" fmla="*/ 971 h 984"/>
                <a:gd name="T54" fmla="*/ 1203 w 1702"/>
                <a:gd name="T55" fmla="*/ 941 h 984"/>
                <a:gd name="T56" fmla="*/ 1344 w 1702"/>
                <a:gd name="T57" fmla="*/ 893 h 984"/>
                <a:gd name="T58" fmla="*/ 1466 w 1702"/>
                <a:gd name="T59" fmla="*/ 832 h 984"/>
                <a:gd name="T60" fmla="*/ 1567 w 1702"/>
                <a:gd name="T61" fmla="*/ 758 h 984"/>
                <a:gd name="T62" fmla="*/ 1640 w 1702"/>
                <a:gd name="T63" fmla="*/ 675 h 984"/>
                <a:gd name="T64" fmla="*/ 1686 w 1702"/>
                <a:gd name="T65" fmla="*/ 585 h 984"/>
                <a:gd name="T66" fmla="*/ 1702 w 1702"/>
                <a:gd name="T67" fmla="*/ 492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02" h="984">
                  <a:moveTo>
                    <a:pt x="1702" y="492"/>
                  </a:moveTo>
                  <a:lnTo>
                    <a:pt x="1686" y="399"/>
                  </a:lnTo>
                  <a:lnTo>
                    <a:pt x="1640" y="308"/>
                  </a:lnTo>
                  <a:lnTo>
                    <a:pt x="1567" y="226"/>
                  </a:lnTo>
                  <a:lnTo>
                    <a:pt x="1466" y="152"/>
                  </a:lnTo>
                  <a:lnTo>
                    <a:pt x="1344" y="90"/>
                  </a:lnTo>
                  <a:lnTo>
                    <a:pt x="1203" y="44"/>
                  </a:lnTo>
                  <a:lnTo>
                    <a:pt x="1050" y="13"/>
                  </a:lnTo>
                  <a:lnTo>
                    <a:pt x="889" y="0"/>
                  </a:lnTo>
                  <a:lnTo>
                    <a:pt x="728" y="4"/>
                  </a:lnTo>
                  <a:lnTo>
                    <a:pt x="570" y="27"/>
                  </a:lnTo>
                  <a:lnTo>
                    <a:pt x="422" y="65"/>
                  </a:lnTo>
                  <a:lnTo>
                    <a:pt x="291" y="120"/>
                  </a:lnTo>
                  <a:lnTo>
                    <a:pt x="178" y="187"/>
                  </a:lnTo>
                  <a:lnTo>
                    <a:pt x="91" y="266"/>
                  </a:lnTo>
                  <a:lnTo>
                    <a:pt x="31" y="353"/>
                  </a:lnTo>
                  <a:lnTo>
                    <a:pt x="0" y="445"/>
                  </a:lnTo>
                  <a:lnTo>
                    <a:pt x="0" y="539"/>
                  </a:lnTo>
                  <a:lnTo>
                    <a:pt x="31" y="631"/>
                  </a:lnTo>
                  <a:lnTo>
                    <a:pt x="91" y="718"/>
                  </a:lnTo>
                  <a:lnTo>
                    <a:pt x="178" y="796"/>
                  </a:lnTo>
                  <a:lnTo>
                    <a:pt x="291" y="865"/>
                  </a:lnTo>
                  <a:lnTo>
                    <a:pt x="422" y="919"/>
                  </a:lnTo>
                  <a:lnTo>
                    <a:pt x="570" y="958"/>
                  </a:lnTo>
                  <a:lnTo>
                    <a:pt x="728" y="979"/>
                  </a:lnTo>
                  <a:lnTo>
                    <a:pt x="889" y="984"/>
                  </a:lnTo>
                  <a:lnTo>
                    <a:pt x="1050" y="971"/>
                  </a:lnTo>
                  <a:lnTo>
                    <a:pt x="1203" y="941"/>
                  </a:lnTo>
                  <a:lnTo>
                    <a:pt x="1344" y="893"/>
                  </a:lnTo>
                  <a:lnTo>
                    <a:pt x="1466" y="832"/>
                  </a:lnTo>
                  <a:lnTo>
                    <a:pt x="1567" y="758"/>
                  </a:lnTo>
                  <a:lnTo>
                    <a:pt x="1640" y="675"/>
                  </a:lnTo>
                  <a:lnTo>
                    <a:pt x="1686" y="585"/>
                  </a:lnTo>
                  <a:lnTo>
                    <a:pt x="1702" y="492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50" name="Freeform 89">
              <a:extLst>
                <a:ext uri="{FF2B5EF4-FFF2-40B4-BE49-F238E27FC236}">
                  <a16:creationId xmlns:a16="http://schemas.microsoft.com/office/drawing/2014/main" id="{B28631BE-AEE4-4C68-9F95-0E14AC088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3137"/>
              <a:ext cx="243" cy="140"/>
            </a:xfrm>
            <a:custGeom>
              <a:avLst/>
              <a:gdLst>
                <a:gd name="T0" fmla="*/ 1701 w 1701"/>
                <a:gd name="T1" fmla="*/ 493 h 985"/>
                <a:gd name="T2" fmla="*/ 1685 w 1701"/>
                <a:gd name="T3" fmla="*/ 400 h 985"/>
                <a:gd name="T4" fmla="*/ 1640 w 1701"/>
                <a:gd name="T5" fmla="*/ 310 h 985"/>
                <a:gd name="T6" fmla="*/ 1566 w 1701"/>
                <a:gd name="T7" fmla="*/ 226 h 985"/>
                <a:gd name="T8" fmla="*/ 1465 w 1701"/>
                <a:gd name="T9" fmla="*/ 152 h 985"/>
                <a:gd name="T10" fmla="*/ 1343 w 1701"/>
                <a:gd name="T11" fmla="*/ 91 h 985"/>
                <a:gd name="T12" fmla="*/ 1203 w 1701"/>
                <a:gd name="T13" fmla="*/ 44 h 985"/>
                <a:gd name="T14" fmla="*/ 1050 w 1701"/>
                <a:gd name="T15" fmla="*/ 14 h 985"/>
                <a:gd name="T16" fmla="*/ 889 w 1701"/>
                <a:gd name="T17" fmla="*/ 0 h 985"/>
                <a:gd name="T18" fmla="*/ 727 w 1701"/>
                <a:gd name="T19" fmla="*/ 5 h 985"/>
                <a:gd name="T20" fmla="*/ 570 w 1701"/>
                <a:gd name="T21" fmla="*/ 27 h 985"/>
                <a:gd name="T22" fmla="*/ 422 w 1701"/>
                <a:gd name="T23" fmla="*/ 66 h 985"/>
                <a:gd name="T24" fmla="*/ 290 w 1701"/>
                <a:gd name="T25" fmla="*/ 120 h 985"/>
                <a:gd name="T26" fmla="*/ 178 w 1701"/>
                <a:gd name="T27" fmla="*/ 189 h 985"/>
                <a:gd name="T28" fmla="*/ 91 w 1701"/>
                <a:gd name="T29" fmla="*/ 267 h 985"/>
                <a:gd name="T30" fmla="*/ 30 w 1701"/>
                <a:gd name="T31" fmla="*/ 354 h 985"/>
                <a:gd name="T32" fmla="*/ 0 w 1701"/>
                <a:gd name="T33" fmla="*/ 446 h 985"/>
                <a:gd name="T34" fmla="*/ 0 w 1701"/>
                <a:gd name="T35" fmla="*/ 539 h 985"/>
                <a:gd name="T36" fmla="*/ 30 w 1701"/>
                <a:gd name="T37" fmla="*/ 631 h 985"/>
                <a:gd name="T38" fmla="*/ 91 w 1701"/>
                <a:gd name="T39" fmla="*/ 719 h 985"/>
                <a:gd name="T40" fmla="*/ 178 w 1701"/>
                <a:gd name="T41" fmla="*/ 797 h 985"/>
                <a:gd name="T42" fmla="*/ 290 w 1701"/>
                <a:gd name="T43" fmla="*/ 865 h 985"/>
                <a:gd name="T44" fmla="*/ 422 w 1701"/>
                <a:gd name="T45" fmla="*/ 920 h 985"/>
                <a:gd name="T46" fmla="*/ 570 w 1701"/>
                <a:gd name="T47" fmla="*/ 958 h 985"/>
                <a:gd name="T48" fmla="*/ 727 w 1701"/>
                <a:gd name="T49" fmla="*/ 981 h 985"/>
                <a:gd name="T50" fmla="*/ 889 w 1701"/>
                <a:gd name="T51" fmla="*/ 985 h 985"/>
                <a:gd name="T52" fmla="*/ 1050 w 1701"/>
                <a:gd name="T53" fmla="*/ 972 h 985"/>
                <a:gd name="T54" fmla="*/ 1203 w 1701"/>
                <a:gd name="T55" fmla="*/ 941 h 985"/>
                <a:gd name="T56" fmla="*/ 1343 w 1701"/>
                <a:gd name="T57" fmla="*/ 895 h 985"/>
                <a:gd name="T58" fmla="*/ 1465 w 1701"/>
                <a:gd name="T59" fmla="*/ 833 h 985"/>
                <a:gd name="T60" fmla="*/ 1566 w 1701"/>
                <a:gd name="T61" fmla="*/ 760 h 985"/>
                <a:gd name="T62" fmla="*/ 1640 w 1701"/>
                <a:gd name="T63" fmla="*/ 676 h 985"/>
                <a:gd name="T64" fmla="*/ 1685 w 1701"/>
                <a:gd name="T65" fmla="*/ 586 h 985"/>
                <a:gd name="T66" fmla="*/ 1701 w 1701"/>
                <a:gd name="T67" fmla="*/ 493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01" h="985">
                  <a:moveTo>
                    <a:pt x="1701" y="493"/>
                  </a:moveTo>
                  <a:lnTo>
                    <a:pt x="1685" y="400"/>
                  </a:lnTo>
                  <a:lnTo>
                    <a:pt x="1640" y="310"/>
                  </a:lnTo>
                  <a:lnTo>
                    <a:pt x="1566" y="226"/>
                  </a:lnTo>
                  <a:lnTo>
                    <a:pt x="1465" y="152"/>
                  </a:lnTo>
                  <a:lnTo>
                    <a:pt x="1343" y="91"/>
                  </a:lnTo>
                  <a:lnTo>
                    <a:pt x="1203" y="44"/>
                  </a:lnTo>
                  <a:lnTo>
                    <a:pt x="1050" y="14"/>
                  </a:lnTo>
                  <a:lnTo>
                    <a:pt x="889" y="0"/>
                  </a:lnTo>
                  <a:lnTo>
                    <a:pt x="727" y="5"/>
                  </a:lnTo>
                  <a:lnTo>
                    <a:pt x="570" y="27"/>
                  </a:lnTo>
                  <a:lnTo>
                    <a:pt x="422" y="66"/>
                  </a:lnTo>
                  <a:lnTo>
                    <a:pt x="290" y="120"/>
                  </a:lnTo>
                  <a:lnTo>
                    <a:pt x="178" y="189"/>
                  </a:lnTo>
                  <a:lnTo>
                    <a:pt x="91" y="267"/>
                  </a:lnTo>
                  <a:lnTo>
                    <a:pt x="30" y="354"/>
                  </a:lnTo>
                  <a:lnTo>
                    <a:pt x="0" y="446"/>
                  </a:lnTo>
                  <a:lnTo>
                    <a:pt x="0" y="539"/>
                  </a:lnTo>
                  <a:lnTo>
                    <a:pt x="30" y="631"/>
                  </a:lnTo>
                  <a:lnTo>
                    <a:pt x="91" y="719"/>
                  </a:lnTo>
                  <a:lnTo>
                    <a:pt x="178" y="797"/>
                  </a:lnTo>
                  <a:lnTo>
                    <a:pt x="290" y="865"/>
                  </a:lnTo>
                  <a:lnTo>
                    <a:pt x="422" y="920"/>
                  </a:lnTo>
                  <a:lnTo>
                    <a:pt x="570" y="958"/>
                  </a:lnTo>
                  <a:lnTo>
                    <a:pt x="727" y="981"/>
                  </a:lnTo>
                  <a:lnTo>
                    <a:pt x="889" y="985"/>
                  </a:lnTo>
                  <a:lnTo>
                    <a:pt x="1050" y="972"/>
                  </a:lnTo>
                  <a:lnTo>
                    <a:pt x="1203" y="941"/>
                  </a:lnTo>
                  <a:lnTo>
                    <a:pt x="1343" y="895"/>
                  </a:lnTo>
                  <a:lnTo>
                    <a:pt x="1465" y="833"/>
                  </a:lnTo>
                  <a:lnTo>
                    <a:pt x="1566" y="760"/>
                  </a:lnTo>
                  <a:lnTo>
                    <a:pt x="1640" y="676"/>
                  </a:lnTo>
                  <a:lnTo>
                    <a:pt x="1685" y="586"/>
                  </a:lnTo>
                  <a:lnTo>
                    <a:pt x="1701" y="493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51" name="Line 90">
              <a:extLst>
                <a:ext uri="{FF2B5EF4-FFF2-40B4-BE49-F238E27FC236}">
                  <a16:creationId xmlns:a16="http://schemas.microsoft.com/office/drawing/2014/main" id="{0E1B8615-6F17-48E3-AA02-E2AC0A14F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6" y="2908"/>
              <a:ext cx="1" cy="20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52" name="Text Box 91">
            <a:extLst>
              <a:ext uri="{FF2B5EF4-FFF2-40B4-BE49-F238E27FC236}">
                <a16:creationId xmlns:a16="http://schemas.microsoft.com/office/drawing/2014/main" id="{34D7A9BC-5CE3-4F8D-8C56-D18CCC4FA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016000"/>
            <a:ext cx="4175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分线框想形体 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—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底板</a:t>
            </a:r>
          </a:p>
        </p:txBody>
      </p:sp>
      <p:sp>
        <p:nvSpPr>
          <p:cNvPr id="3953" name="Text Box 92">
            <a:extLst>
              <a:ext uri="{FF2B5EF4-FFF2-40B4-BE49-F238E27FC236}">
                <a16:creationId xmlns:a16="http://schemas.microsoft.com/office/drawing/2014/main" id="{B695E644-AB95-4D59-981D-D39E82B4A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" y="518319"/>
            <a:ext cx="720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例：看三视图，想象出集合体的空间形状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" dur="500"/>
                                        <p:tgtEl>
                                          <p:spTgt spid="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1" dur="500"/>
                                        <p:tgtEl>
                                          <p:spTgt spid="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" dur="500"/>
                                        <p:tgtEl>
                                          <p:spTgt spid="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3" grpId="0" animBg="1"/>
      <p:bldP spid="386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Rectangle 2">
            <a:extLst>
              <a:ext uri="{FF2B5EF4-FFF2-40B4-BE49-F238E27FC236}">
                <a16:creationId xmlns:a16="http://schemas.microsoft.com/office/drawing/2014/main" id="{7EACF36A-390C-40A3-9270-AAA218B2F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1543050"/>
            <a:ext cx="1847850" cy="1852613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3957" name="Group 3">
            <a:extLst>
              <a:ext uri="{FF2B5EF4-FFF2-40B4-BE49-F238E27FC236}">
                <a16:creationId xmlns:a16="http://schemas.microsoft.com/office/drawing/2014/main" id="{124C46B2-9008-4C7D-A50F-1CDE255E9A53}"/>
              </a:ext>
            </a:extLst>
          </p:cNvPr>
          <p:cNvGrpSpPr>
            <a:grpSpLocks/>
          </p:cNvGrpSpPr>
          <p:nvPr/>
        </p:nvGrpSpPr>
        <p:grpSpPr bwMode="auto">
          <a:xfrm>
            <a:off x="852488" y="1487488"/>
            <a:ext cx="4922837" cy="4457700"/>
            <a:chOff x="537" y="937"/>
            <a:chExt cx="3101" cy="2808"/>
          </a:xfrm>
        </p:grpSpPr>
        <p:sp>
          <p:nvSpPr>
            <p:cNvPr id="3958" name="Oval 4">
              <a:extLst>
                <a:ext uri="{FF2B5EF4-FFF2-40B4-BE49-F238E27FC236}">
                  <a16:creationId xmlns:a16="http://schemas.microsoft.com/office/drawing/2014/main" id="{6D6B9A42-66ED-498A-8CA9-935B760CB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081"/>
              <a:ext cx="364" cy="360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59" name="Line 5">
              <a:extLst>
                <a:ext uri="{FF2B5EF4-FFF2-40B4-BE49-F238E27FC236}">
                  <a16:creationId xmlns:a16="http://schemas.microsoft.com/office/drawing/2014/main" id="{F367407F-3965-4E6E-A296-B2E8B1FBF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" y="1933"/>
              <a:ext cx="0" cy="221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0" name="Line 6">
              <a:extLst>
                <a:ext uri="{FF2B5EF4-FFF2-40B4-BE49-F238E27FC236}">
                  <a16:creationId xmlns:a16="http://schemas.microsoft.com/office/drawing/2014/main" id="{FA4E7A22-5E04-4523-BDC0-30C8B5A37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929"/>
              <a:ext cx="74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1" name="Freeform 7">
              <a:extLst>
                <a:ext uri="{FF2B5EF4-FFF2-40B4-BE49-F238E27FC236}">
                  <a16:creationId xmlns:a16="http://schemas.microsoft.com/office/drawing/2014/main" id="{4011F595-90E8-4248-BEAC-E8709684F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961"/>
              <a:ext cx="520" cy="968"/>
            </a:xfrm>
            <a:custGeom>
              <a:avLst/>
              <a:gdLst>
                <a:gd name="T0" fmla="*/ 0 w 520"/>
                <a:gd name="T1" fmla="*/ 968 h 968"/>
                <a:gd name="T2" fmla="*/ 0 w 520"/>
                <a:gd name="T3" fmla="*/ 0 h 968"/>
                <a:gd name="T4" fmla="*/ 520 w 520"/>
                <a:gd name="T5" fmla="*/ 0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0" h="968">
                  <a:moveTo>
                    <a:pt x="0" y="968"/>
                  </a:moveTo>
                  <a:lnTo>
                    <a:pt x="0" y="0"/>
                  </a:lnTo>
                  <a:lnTo>
                    <a:pt x="52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2" name="Freeform 8">
              <a:extLst>
                <a:ext uri="{FF2B5EF4-FFF2-40B4-BE49-F238E27FC236}">
                  <a16:creationId xmlns:a16="http://schemas.microsoft.com/office/drawing/2014/main" id="{3A5ECFC2-C7D8-4ED9-B182-542723BE7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1557"/>
              <a:ext cx="1264" cy="596"/>
            </a:xfrm>
            <a:custGeom>
              <a:avLst/>
              <a:gdLst>
                <a:gd name="T0" fmla="*/ 0 w 1264"/>
                <a:gd name="T1" fmla="*/ 596 h 596"/>
                <a:gd name="T2" fmla="*/ 932 w 1264"/>
                <a:gd name="T3" fmla="*/ 596 h 596"/>
                <a:gd name="T4" fmla="*/ 932 w 1264"/>
                <a:gd name="T5" fmla="*/ 0 h 596"/>
                <a:gd name="T6" fmla="*/ 1264 w 1264"/>
                <a:gd name="T7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4" h="596">
                  <a:moveTo>
                    <a:pt x="0" y="596"/>
                  </a:moveTo>
                  <a:lnTo>
                    <a:pt x="932" y="596"/>
                  </a:lnTo>
                  <a:lnTo>
                    <a:pt x="932" y="0"/>
                  </a:lnTo>
                  <a:lnTo>
                    <a:pt x="126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3" name="Line 9">
              <a:extLst>
                <a:ext uri="{FF2B5EF4-FFF2-40B4-BE49-F238E27FC236}">
                  <a16:creationId xmlns:a16="http://schemas.microsoft.com/office/drawing/2014/main" id="{03C74DD5-646E-4577-9C21-69358B1F56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" y="1185"/>
              <a:ext cx="596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4" name="Line 10">
              <a:extLst>
                <a:ext uri="{FF2B5EF4-FFF2-40B4-BE49-F238E27FC236}">
                  <a16:creationId xmlns:a16="http://schemas.microsoft.com/office/drawing/2014/main" id="{2DF4D9F0-FDCF-45B0-AEA2-C0BA00958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5" name="Line 11">
              <a:extLst>
                <a:ext uri="{FF2B5EF4-FFF2-40B4-BE49-F238E27FC236}">
                  <a16:creationId xmlns:a16="http://schemas.microsoft.com/office/drawing/2014/main" id="{6669F838-7B31-4443-8BB9-6DBF9C748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6" name="Line 12">
              <a:extLst>
                <a:ext uri="{FF2B5EF4-FFF2-40B4-BE49-F238E27FC236}">
                  <a16:creationId xmlns:a16="http://schemas.microsoft.com/office/drawing/2014/main" id="{842679D1-838C-48DF-8D2D-C3280B544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961"/>
              <a:ext cx="0" cy="596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7" name="Arc 13">
              <a:extLst>
                <a:ext uri="{FF2B5EF4-FFF2-40B4-BE49-F238E27FC236}">
                  <a16:creationId xmlns:a16="http://schemas.microsoft.com/office/drawing/2014/main" id="{DE244107-2677-49FA-A14F-660B58411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961"/>
              <a:ext cx="296" cy="596"/>
            </a:xfrm>
            <a:custGeom>
              <a:avLst/>
              <a:gdLst>
                <a:gd name="T0" fmla="*/ 177 w 21600"/>
                <a:gd name="T1" fmla="*/ -1 h 43197"/>
                <a:gd name="T2" fmla="*/ 21600 w 21600"/>
                <a:gd name="T3" fmla="*/ 21599 h 43197"/>
                <a:gd name="T4" fmla="*/ 295 w 21600"/>
                <a:gd name="T5" fmla="*/ 43196 h 43197"/>
                <a:gd name="T6" fmla="*/ 177 w 21600"/>
                <a:gd name="T7" fmla="*/ -1 h 43197"/>
                <a:gd name="T8" fmla="*/ 21600 w 21600"/>
                <a:gd name="T9" fmla="*/ 21599 h 43197"/>
                <a:gd name="T10" fmla="*/ 295 w 21600"/>
                <a:gd name="T11" fmla="*/ 43196 h 43197"/>
                <a:gd name="T12" fmla="*/ 0 w 21600"/>
                <a:gd name="T13" fmla="*/ 21599 h 43197"/>
                <a:gd name="T14" fmla="*/ 177 w 21600"/>
                <a:gd name="T15" fmla="*/ -1 h 4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43197" fill="none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</a:path>
                <a:path w="21600" h="43197" stroke="0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  <a:lnTo>
                    <a:pt x="0" y="21599"/>
                  </a:lnTo>
                  <a:lnTo>
                    <a:pt x="177" y="-1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68" name="Rectangle 14">
              <a:extLst>
                <a:ext uri="{FF2B5EF4-FFF2-40B4-BE49-F238E27FC236}">
                  <a16:creationId xmlns:a16="http://schemas.microsoft.com/office/drawing/2014/main" id="{4256F836-889C-446A-B190-24345495E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961"/>
              <a:ext cx="1192" cy="1192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69" name="Rectangle 15">
              <a:extLst>
                <a:ext uri="{FF2B5EF4-FFF2-40B4-BE49-F238E27FC236}">
                  <a16:creationId xmlns:a16="http://schemas.microsoft.com/office/drawing/2014/main" id="{E71ED16D-1C24-482B-9430-3A2E9FC6A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185"/>
              <a:ext cx="180" cy="74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70" name="Rectangle 16">
              <a:extLst>
                <a:ext uri="{FF2B5EF4-FFF2-40B4-BE49-F238E27FC236}">
                  <a16:creationId xmlns:a16="http://schemas.microsoft.com/office/drawing/2014/main" id="{0EEFFA5E-087C-454A-A559-7A76E9DBD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929"/>
              <a:ext cx="1192" cy="22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3971" name="Freeform 17">
              <a:extLst>
                <a:ext uri="{FF2B5EF4-FFF2-40B4-BE49-F238E27FC236}">
                  <a16:creationId xmlns:a16="http://schemas.microsoft.com/office/drawing/2014/main" id="{B2388E05-85D3-4C1B-B419-EB0652FB3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961"/>
              <a:ext cx="224" cy="596"/>
            </a:xfrm>
            <a:custGeom>
              <a:avLst/>
              <a:gdLst>
                <a:gd name="T0" fmla="*/ 0 w 224"/>
                <a:gd name="T1" fmla="*/ 596 h 596"/>
                <a:gd name="T2" fmla="*/ 224 w 224"/>
                <a:gd name="T3" fmla="*/ 596 h 596"/>
                <a:gd name="T4" fmla="*/ 224 w 224"/>
                <a:gd name="T5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596"/>
                  </a:moveTo>
                  <a:lnTo>
                    <a:pt x="224" y="596"/>
                  </a:lnTo>
                  <a:lnTo>
                    <a:pt x="224" y="0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2" name="Line 18">
              <a:extLst>
                <a:ext uri="{FF2B5EF4-FFF2-40B4-BE49-F238E27FC236}">
                  <a16:creationId xmlns:a16="http://schemas.microsoft.com/office/drawing/2014/main" id="{74669A13-6F43-4BE9-B723-DD1CC8021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3" name="Line 19">
              <a:extLst>
                <a:ext uri="{FF2B5EF4-FFF2-40B4-BE49-F238E27FC236}">
                  <a16:creationId xmlns:a16="http://schemas.microsoft.com/office/drawing/2014/main" id="{9350793F-9400-4178-BA97-8E18EC92B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4" name="Line 20">
              <a:extLst>
                <a:ext uri="{FF2B5EF4-FFF2-40B4-BE49-F238E27FC236}">
                  <a16:creationId xmlns:a16="http://schemas.microsoft.com/office/drawing/2014/main" id="{35AC6388-6364-437E-A128-0A4A53485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5" name="Line 21">
              <a:extLst>
                <a:ext uri="{FF2B5EF4-FFF2-40B4-BE49-F238E27FC236}">
                  <a16:creationId xmlns:a16="http://schemas.microsoft.com/office/drawing/2014/main" id="{8C2ED77C-DBD2-42D5-A15C-D2E4CA418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6" name="Freeform 22">
              <a:extLst>
                <a:ext uri="{FF2B5EF4-FFF2-40B4-BE49-F238E27FC236}">
                  <a16:creationId xmlns:a16="http://schemas.microsoft.com/office/drawing/2014/main" id="{2906BBE9-F65B-46E2-B863-912346ECA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961"/>
              <a:ext cx="224" cy="596"/>
            </a:xfrm>
            <a:custGeom>
              <a:avLst/>
              <a:gdLst>
                <a:gd name="T0" fmla="*/ 0 w 224"/>
                <a:gd name="T1" fmla="*/ 0 h 596"/>
                <a:gd name="T2" fmla="*/ 0 w 224"/>
                <a:gd name="T3" fmla="*/ 596 h 596"/>
                <a:gd name="T4" fmla="*/ 224 w 224"/>
                <a:gd name="T5" fmla="*/ 59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0"/>
                  </a:moveTo>
                  <a:lnTo>
                    <a:pt x="0" y="596"/>
                  </a:lnTo>
                  <a:lnTo>
                    <a:pt x="224" y="596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7" name="Line 23">
              <a:extLst>
                <a:ext uri="{FF2B5EF4-FFF2-40B4-BE49-F238E27FC236}">
                  <a16:creationId xmlns:a16="http://schemas.microsoft.com/office/drawing/2014/main" id="{CB10912B-A5FC-489B-BBCD-1CF9CB464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1869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8" name="Line 24">
              <a:extLst>
                <a:ext uri="{FF2B5EF4-FFF2-40B4-BE49-F238E27FC236}">
                  <a16:creationId xmlns:a16="http://schemas.microsoft.com/office/drawing/2014/main" id="{AA507427-EF23-4321-8271-9686DA24C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065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79" name="Line 25">
              <a:extLst>
                <a:ext uri="{FF2B5EF4-FFF2-40B4-BE49-F238E27FC236}">
                  <a16:creationId xmlns:a16="http://schemas.microsoft.com/office/drawing/2014/main" id="{F2368E01-A0C0-4A75-AB74-C04DBDF6B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141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0" name="Line 26">
              <a:extLst>
                <a:ext uri="{FF2B5EF4-FFF2-40B4-BE49-F238E27FC236}">
                  <a16:creationId xmlns:a16="http://schemas.microsoft.com/office/drawing/2014/main" id="{204E003E-95D4-494A-9D6D-E1944050E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865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1" name="Line 27">
              <a:extLst>
                <a:ext uri="{FF2B5EF4-FFF2-40B4-BE49-F238E27FC236}">
                  <a16:creationId xmlns:a16="http://schemas.microsoft.com/office/drawing/2014/main" id="{559BCC78-D442-48B2-8F26-47D529503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061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2" name="Line 28">
              <a:extLst>
                <a:ext uri="{FF2B5EF4-FFF2-40B4-BE49-F238E27FC236}">
                  <a16:creationId xmlns:a16="http://schemas.microsoft.com/office/drawing/2014/main" id="{CFC484F5-8A59-427E-A593-D1C7AD63F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133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3" name="Line 29">
              <a:extLst>
                <a:ext uri="{FF2B5EF4-FFF2-40B4-BE49-F238E27FC236}">
                  <a16:creationId xmlns:a16="http://schemas.microsoft.com/office/drawing/2014/main" id="{5DFFE841-5198-4F25-BF02-AB0BA57AB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4" name="Line 30">
              <a:extLst>
                <a:ext uri="{FF2B5EF4-FFF2-40B4-BE49-F238E27FC236}">
                  <a16:creationId xmlns:a16="http://schemas.microsoft.com/office/drawing/2014/main" id="{820A63D6-F147-4555-8A56-51CBE6F29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5" name="Line 31">
              <a:extLst>
                <a:ext uri="{FF2B5EF4-FFF2-40B4-BE49-F238E27FC236}">
                  <a16:creationId xmlns:a16="http://schemas.microsoft.com/office/drawing/2014/main" id="{48635AD7-FA7B-459D-A025-2FA72B5C8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257"/>
              <a:ext cx="14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6" name="Line 32">
              <a:extLst>
                <a:ext uri="{FF2B5EF4-FFF2-40B4-BE49-F238E27FC236}">
                  <a16:creationId xmlns:a16="http://schemas.microsoft.com/office/drawing/2014/main" id="{F584BBA5-2226-4B60-8396-DD58EF8A0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7" name="Line 33">
              <a:extLst>
                <a:ext uri="{FF2B5EF4-FFF2-40B4-BE49-F238E27FC236}">
                  <a16:creationId xmlns:a16="http://schemas.microsoft.com/office/drawing/2014/main" id="{13FA51B7-3BCF-41A3-9F3B-785573B29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8" name="Line 34">
              <a:extLst>
                <a:ext uri="{FF2B5EF4-FFF2-40B4-BE49-F238E27FC236}">
                  <a16:creationId xmlns:a16="http://schemas.microsoft.com/office/drawing/2014/main" id="{3EC25EB6-5C8E-4858-9ACC-0B8C29DD8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1257"/>
              <a:ext cx="148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89" name="Line 35">
              <a:extLst>
                <a:ext uri="{FF2B5EF4-FFF2-40B4-BE49-F238E27FC236}">
                  <a16:creationId xmlns:a16="http://schemas.microsoft.com/office/drawing/2014/main" id="{D695FBE8-CE7F-418C-BE66-B6E4A3980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0" name="Line 36">
              <a:extLst>
                <a:ext uri="{FF2B5EF4-FFF2-40B4-BE49-F238E27FC236}">
                  <a16:creationId xmlns:a16="http://schemas.microsoft.com/office/drawing/2014/main" id="{BC9F0231-93B6-44D5-BAE0-5B2E9216B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1" name="Line 37">
              <a:extLst>
                <a:ext uri="{FF2B5EF4-FFF2-40B4-BE49-F238E27FC236}">
                  <a16:creationId xmlns:a16="http://schemas.microsoft.com/office/drawing/2014/main" id="{6313AB24-A907-4800-82A5-87801EED2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" y="1257"/>
              <a:ext cx="3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2" name="Line 38">
              <a:extLst>
                <a:ext uri="{FF2B5EF4-FFF2-40B4-BE49-F238E27FC236}">
                  <a16:creationId xmlns:a16="http://schemas.microsoft.com/office/drawing/2014/main" id="{41EAECDA-A3B5-454C-848B-A6BEFF250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937"/>
              <a:ext cx="0" cy="3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3" name="Line 39">
              <a:extLst>
                <a:ext uri="{FF2B5EF4-FFF2-40B4-BE49-F238E27FC236}">
                  <a16:creationId xmlns:a16="http://schemas.microsoft.com/office/drawing/2014/main" id="{C5EC25C0-C941-476F-9B6B-E318DD837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4" name="Line 40">
              <a:extLst>
                <a:ext uri="{FF2B5EF4-FFF2-40B4-BE49-F238E27FC236}">
                  <a16:creationId xmlns:a16="http://schemas.microsoft.com/office/drawing/2014/main" id="{E2AF9EE1-B44C-4707-AC5B-5E36497FD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89"/>
              <a:ext cx="0" cy="24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5" name="Freeform 41">
              <a:extLst>
                <a:ext uri="{FF2B5EF4-FFF2-40B4-BE49-F238E27FC236}">
                  <a16:creationId xmlns:a16="http://schemas.microsoft.com/office/drawing/2014/main" id="{3554AB92-14C0-41F4-A9E0-3973D22ED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493"/>
              <a:ext cx="524" cy="1192"/>
            </a:xfrm>
            <a:custGeom>
              <a:avLst/>
              <a:gdLst>
                <a:gd name="T0" fmla="*/ 0 w 524"/>
                <a:gd name="T1" fmla="*/ 1192 h 1192"/>
                <a:gd name="T2" fmla="*/ 524 w 524"/>
                <a:gd name="T3" fmla="*/ 1192 h 1192"/>
                <a:gd name="T4" fmla="*/ 524 w 524"/>
                <a:gd name="T5" fmla="*/ 0 h 1192"/>
                <a:gd name="T6" fmla="*/ 12 w 524"/>
                <a:gd name="T7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4" h="1192">
                  <a:moveTo>
                    <a:pt x="0" y="1192"/>
                  </a:moveTo>
                  <a:lnTo>
                    <a:pt x="524" y="1192"/>
                  </a:lnTo>
                  <a:lnTo>
                    <a:pt x="524" y="0"/>
                  </a:lnTo>
                  <a:lnTo>
                    <a:pt x="1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6" name="Arc 42">
              <a:extLst>
                <a:ext uri="{FF2B5EF4-FFF2-40B4-BE49-F238E27FC236}">
                  <a16:creationId xmlns:a16="http://schemas.microsoft.com/office/drawing/2014/main" id="{3C349DA8-9905-4545-9FE0-9EA6BFD7D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497"/>
              <a:ext cx="227" cy="222"/>
            </a:xfrm>
            <a:custGeom>
              <a:avLst/>
              <a:gdLst>
                <a:gd name="T0" fmla="*/ 0 w 22401"/>
                <a:gd name="T1" fmla="*/ 21685 h 21686"/>
                <a:gd name="T2" fmla="*/ 0 w 22401"/>
                <a:gd name="T3" fmla="*/ 21600 h 21686"/>
                <a:gd name="T4" fmla="*/ 21600 w 22401"/>
                <a:gd name="T5" fmla="*/ 0 h 21686"/>
                <a:gd name="T6" fmla="*/ 22401 w 22401"/>
                <a:gd name="T7" fmla="*/ 14 h 21686"/>
                <a:gd name="T8" fmla="*/ 0 w 22401"/>
                <a:gd name="T9" fmla="*/ 21685 h 21686"/>
                <a:gd name="T10" fmla="*/ 0 w 22401"/>
                <a:gd name="T11" fmla="*/ 21600 h 21686"/>
                <a:gd name="T12" fmla="*/ 21600 w 22401"/>
                <a:gd name="T13" fmla="*/ 0 h 21686"/>
                <a:gd name="T14" fmla="*/ 22401 w 22401"/>
                <a:gd name="T15" fmla="*/ 14 h 21686"/>
                <a:gd name="T16" fmla="*/ 21600 w 22401"/>
                <a:gd name="T17" fmla="*/ 21600 h 21686"/>
                <a:gd name="T18" fmla="*/ 0 w 22401"/>
                <a:gd name="T19" fmla="*/ 21685 h 2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01" h="21686" fill="none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</a:path>
                <a:path w="22401" h="21686" stroke="0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  <a:lnTo>
                    <a:pt x="21600" y="21600"/>
                  </a:lnTo>
                  <a:lnTo>
                    <a:pt x="0" y="21685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7" name="Arc 43">
              <a:extLst>
                <a:ext uri="{FF2B5EF4-FFF2-40B4-BE49-F238E27FC236}">
                  <a16:creationId xmlns:a16="http://schemas.microsoft.com/office/drawing/2014/main" id="{73106E54-8AE6-4E35-BA50-ED49FEFD792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38" y="3457"/>
              <a:ext cx="216" cy="228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8" name="Line 44">
              <a:extLst>
                <a:ext uri="{FF2B5EF4-FFF2-40B4-BE49-F238E27FC236}">
                  <a16:creationId xmlns:a16="http://schemas.microsoft.com/office/drawing/2014/main" id="{013D7C56-2506-4A7F-B0A6-E0B3794700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" y="2713"/>
              <a:ext cx="0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99" name="Rectangle 45">
              <a:extLst>
                <a:ext uri="{FF2B5EF4-FFF2-40B4-BE49-F238E27FC236}">
                  <a16:creationId xmlns:a16="http://schemas.microsoft.com/office/drawing/2014/main" id="{01F3E60A-41DB-4592-9C87-CEE316435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3001"/>
              <a:ext cx="596" cy="1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00" name="Freeform 46">
              <a:extLst>
                <a:ext uri="{FF2B5EF4-FFF2-40B4-BE49-F238E27FC236}">
                  <a16:creationId xmlns:a16="http://schemas.microsoft.com/office/drawing/2014/main" id="{10BAF927-7F58-4D4D-94CE-AC3296F92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93"/>
              <a:ext cx="632" cy="1192"/>
            </a:xfrm>
            <a:custGeom>
              <a:avLst/>
              <a:gdLst>
                <a:gd name="T0" fmla="*/ 0 w 632"/>
                <a:gd name="T1" fmla="*/ 1192 h 1192"/>
                <a:gd name="T2" fmla="*/ 632 w 632"/>
                <a:gd name="T3" fmla="*/ 1192 h 1192"/>
                <a:gd name="T4" fmla="*/ 632 w 632"/>
                <a:gd name="T5" fmla="*/ 968 h 1192"/>
                <a:gd name="T6" fmla="*/ 0 w 632"/>
                <a:gd name="T7" fmla="*/ 968 h 1192"/>
                <a:gd name="T8" fmla="*/ 0 w 632"/>
                <a:gd name="T9" fmla="*/ 224 h 1192"/>
                <a:gd name="T10" fmla="*/ 632 w 632"/>
                <a:gd name="T11" fmla="*/ 224 h 1192"/>
                <a:gd name="T12" fmla="*/ 632 w 632"/>
                <a:gd name="T13" fmla="*/ 0 h 1192"/>
                <a:gd name="T14" fmla="*/ 0 w 632"/>
                <a:gd name="T1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2" h="1192">
                  <a:moveTo>
                    <a:pt x="0" y="1192"/>
                  </a:moveTo>
                  <a:lnTo>
                    <a:pt x="632" y="1192"/>
                  </a:lnTo>
                  <a:lnTo>
                    <a:pt x="632" y="968"/>
                  </a:lnTo>
                  <a:lnTo>
                    <a:pt x="0" y="968"/>
                  </a:lnTo>
                  <a:lnTo>
                    <a:pt x="0" y="224"/>
                  </a:lnTo>
                  <a:lnTo>
                    <a:pt x="632" y="224"/>
                  </a:lnTo>
                  <a:lnTo>
                    <a:pt x="632" y="0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1" name="Line 47">
              <a:extLst>
                <a:ext uri="{FF2B5EF4-FFF2-40B4-BE49-F238E27FC236}">
                  <a16:creationId xmlns:a16="http://schemas.microsoft.com/office/drawing/2014/main" id="{31CEF870-29A7-4AAE-BD0C-E657AD944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2" name="Line 48">
              <a:extLst>
                <a:ext uri="{FF2B5EF4-FFF2-40B4-BE49-F238E27FC236}">
                  <a16:creationId xmlns:a16="http://schemas.microsoft.com/office/drawing/2014/main" id="{73BA8F38-FE37-4B40-9B2A-431FADAC2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3" name="Line 49">
              <a:extLst>
                <a:ext uri="{FF2B5EF4-FFF2-40B4-BE49-F238E27FC236}">
                  <a16:creationId xmlns:a16="http://schemas.microsoft.com/office/drawing/2014/main" id="{4C016723-7C6E-45C7-A6E1-C4219528C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4" name="Line 50">
              <a:extLst>
                <a:ext uri="{FF2B5EF4-FFF2-40B4-BE49-F238E27FC236}">
                  <a16:creationId xmlns:a16="http://schemas.microsoft.com/office/drawing/2014/main" id="{43D1301E-4520-4FC4-B9A5-5A9D68B35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5" name="Line 51">
              <a:extLst>
                <a:ext uri="{FF2B5EF4-FFF2-40B4-BE49-F238E27FC236}">
                  <a16:creationId xmlns:a16="http://schemas.microsoft.com/office/drawing/2014/main" id="{92FF3B15-0B0D-403B-BECB-DAB7EA40D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357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6" name="Line 52">
              <a:extLst>
                <a:ext uri="{FF2B5EF4-FFF2-40B4-BE49-F238E27FC236}">
                  <a16:creationId xmlns:a16="http://schemas.microsoft.com/office/drawing/2014/main" id="{6A3167D2-5832-459E-8280-93DFA1177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53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7" name="Line 53">
              <a:extLst>
                <a:ext uri="{FF2B5EF4-FFF2-40B4-BE49-F238E27FC236}">
                  <a16:creationId xmlns:a16="http://schemas.microsoft.com/office/drawing/2014/main" id="{79BF127C-47D5-473F-85DA-173F2BC80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613"/>
              <a:ext cx="0" cy="1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8" name="Line 54">
              <a:extLst>
                <a:ext uri="{FF2B5EF4-FFF2-40B4-BE49-F238E27FC236}">
                  <a16:creationId xmlns:a16="http://schemas.microsoft.com/office/drawing/2014/main" id="{2D646FAC-AF0D-44B1-9903-28753FDC3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409"/>
              <a:ext cx="0" cy="17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09" name="Line 55">
              <a:extLst>
                <a:ext uri="{FF2B5EF4-FFF2-40B4-BE49-F238E27FC236}">
                  <a16:creationId xmlns:a16="http://schemas.microsoft.com/office/drawing/2014/main" id="{CA40C138-CE4D-4E6B-B4AA-9CADBAFF5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1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0" name="Line 56">
              <a:extLst>
                <a:ext uri="{FF2B5EF4-FFF2-40B4-BE49-F238E27FC236}">
                  <a16:creationId xmlns:a16="http://schemas.microsoft.com/office/drawing/2014/main" id="{28B13E9B-5B9B-4E74-A93A-327C1CC89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93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1" name="Oval 57">
              <a:extLst>
                <a:ext uri="{FF2B5EF4-FFF2-40B4-BE49-F238E27FC236}">
                  <a16:creationId xmlns:a16="http://schemas.microsoft.com/office/drawing/2014/main" id="{4B844316-92F7-4C6D-AC73-41FF0B58E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3353"/>
              <a:ext cx="216" cy="216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12" name="Oval 58">
              <a:extLst>
                <a:ext uri="{FF2B5EF4-FFF2-40B4-BE49-F238E27FC236}">
                  <a16:creationId xmlns:a16="http://schemas.microsoft.com/office/drawing/2014/main" id="{FBF1B680-7157-4D93-8100-81AE80EA5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613"/>
              <a:ext cx="220" cy="208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13" name="Line 59">
              <a:extLst>
                <a:ext uri="{FF2B5EF4-FFF2-40B4-BE49-F238E27FC236}">
                  <a16:creationId xmlns:a16="http://schemas.microsoft.com/office/drawing/2014/main" id="{0216D2ED-5096-45C3-8716-1BAC912CD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1849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4" name="Line 60">
              <a:extLst>
                <a:ext uri="{FF2B5EF4-FFF2-40B4-BE49-F238E27FC236}">
                  <a16:creationId xmlns:a16="http://schemas.microsoft.com/office/drawing/2014/main" id="{CBDB9585-AEFA-4F4F-BBDA-2907D3B9C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5" name="Line 61">
              <a:extLst>
                <a:ext uri="{FF2B5EF4-FFF2-40B4-BE49-F238E27FC236}">
                  <a16:creationId xmlns:a16="http://schemas.microsoft.com/office/drawing/2014/main" id="{83F2F359-ED32-4F86-B0A6-0923C40AA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85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6" name="Line 62">
              <a:extLst>
                <a:ext uri="{FF2B5EF4-FFF2-40B4-BE49-F238E27FC236}">
                  <a16:creationId xmlns:a16="http://schemas.microsoft.com/office/drawing/2014/main" id="{C91A4EEA-CAD0-427B-9425-E7586FB1B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" y="2713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7" name="Line 63">
              <a:extLst>
                <a:ext uri="{FF2B5EF4-FFF2-40B4-BE49-F238E27FC236}">
                  <a16:creationId xmlns:a16="http://schemas.microsoft.com/office/drawing/2014/main" id="{65322A8D-5C87-4A55-8139-C6E5BD1B7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2569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8" name="Line 64">
              <a:extLst>
                <a:ext uri="{FF2B5EF4-FFF2-40B4-BE49-F238E27FC236}">
                  <a16:creationId xmlns:a16="http://schemas.microsoft.com/office/drawing/2014/main" id="{8EBDE7E0-C0AA-4F49-8FF9-97EFFA32D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3465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19" name="Line 65">
              <a:extLst>
                <a:ext uri="{FF2B5EF4-FFF2-40B4-BE49-F238E27FC236}">
                  <a16:creationId xmlns:a16="http://schemas.microsoft.com/office/drawing/2014/main" id="{309B2727-FD04-4193-B45F-A7A3709A7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3321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20" name="Line 66">
              <a:extLst>
                <a:ext uri="{FF2B5EF4-FFF2-40B4-BE49-F238E27FC236}">
                  <a16:creationId xmlns:a16="http://schemas.microsoft.com/office/drawing/2014/main" id="{9549BD72-0644-4CF0-8540-D342E7FE0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2493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21" name="Line 67">
              <a:extLst>
                <a:ext uri="{FF2B5EF4-FFF2-40B4-BE49-F238E27FC236}">
                  <a16:creationId xmlns:a16="http://schemas.microsoft.com/office/drawing/2014/main" id="{643E7452-3DF7-434F-9F9F-0D2444B53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3685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22" name="Line 68">
              <a:extLst>
                <a:ext uri="{FF2B5EF4-FFF2-40B4-BE49-F238E27FC236}">
                  <a16:creationId xmlns:a16="http://schemas.microsoft.com/office/drawing/2014/main" id="{AE33A5E2-19DF-43D1-B775-52496B5166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23" name="Line 69">
              <a:extLst>
                <a:ext uri="{FF2B5EF4-FFF2-40B4-BE49-F238E27FC236}">
                  <a16:creationId xmlns:a16="http://schemas.microsoft.com/office/drawing/2014/main" id="{2ABEF4A2-4D0D-4FA5-8DF1-937241B33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24" name="Line 70">
              <a:extLst>
                <a:ext uri="{FF2B5EF4-FFF2-40B4-BE49-F238E27FC236}">
                  <a16:creationId xmlns:a16="http://schemas.microsoft.com/office/drawing/2014/main" id="{F7FCC823-9027-42EA-901C-98B3BEEC0A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25" name="Line 71">
              <a:extLst>
                <a:ext uri="{FF2B5EF4-FFF2-40B4-BE49-F238E27FC236}">
                  <a16:creationId xmlns:a16="http://schemas.microsoft.com/office/drawing/2014/main" id="{01C6F463-CAF2-446B-B58E-3D4C6540E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026" name="Line 72">
            <a:extLst>
              <a:ext uri="{FF2B5EF4-FFF2-40B4-BE49-F238E27FC236}">
                <a16:creationId xmlns:a16="http://schemas.microsoft.com/office/drawing/2014/main" id="{CA34288D-53B2-42F7-A169-778BCA36D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5510213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27" name="Line 73">
            <a:extLst>
              <a:ext uri="{FF2B5EF4-FFF2-40B4-BE49-F238E27FC236}">
                <a16:creationId xmlns:a16="http://schemas.microsoft.com/office/drawing/2014/main" id="{8E02FB8A-72F6-4906-8AE6-5C6CFC4DA3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8388" y="3971925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28" name="Text Box 74">
            <a:extLst>
              <a:ext uri="{FF2B5EF4-FFF2-40B4-BE49-F238E27FC236}">
                <a16:creationId xmlns:a16="http://schemas.microsoft.com/office/drawing/2014/main" id="{1BD62013-3151-4E48-9ACE-6B9C5725C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476250"/>
            <a:ext cx="4073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分线框想形体</a:t>
            </a:r>
            <a:r>
              <a:rPr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—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立板</a:t>
            </a:r>
          </a:p>
        </p:txBody>
      </p:sp>
      <p:sp>
        <p:nvSpPr>
          <p:cNvPr id="4029" name="Rectangle 75">
            <a:extLst>
              <a:ext uri="{FF2B5EF4-FFF2-40B4-BE49-F238E27FC236}">
                <a16:creationId xmlns:a16="http://schemas.microsoft.com/office/drawing/2014/main" id="{63546D9C-BEDE-4CA4-95C6-5A8ABBEA5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1543050"/>
            <a:ext cx="266700" cy="1852613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4030" name="Rectangle 76">
            <a:extLst>
              <a:ext uri="{FF2B5EF4-FFF2-40B4-BE49-F238E27FC236}">
                <a16:creationId xmlns:a16="http://schemas.microsoft.com/office/drawing/2014/main" id="{BAA6AABB-187E-4F3F-97AD-6E5C14D17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5" y="3971925"/>
            <a:ext cx="280988" cy="1852613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4031" name="Group 77">
            <a:extLst>
              <a:ext uri="{FF2B5EF4-FFF2-40B4-BE49-F238E27FC236}">
                <a16:creationId xmlns:a16="http://schemas.microsoft.com/office/drawing/2014/main" id="{D09B0FF3-0C27-4580-8FE0-DD968D219526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700463"/>
            <a:ext cx="1689100" cy="2660650"/>
            <a:chOff x="3751" y="2056"/>
            <a:chExt cx="1064" cy="1676"/>
          </a:xfrm>
        </p:grpSpPr>
        <p:sp>
          <p:nvSpPr>
            <p:cNvPr id="4032" name="Line 78">
              <a:extLst>
                <a:ext uri="{FF2B5EF4-FFF2-40B4-BE49-F238E27FC236}">
                  <a16:creationId xmlns:a16="http://schemas.microsoft.com/office/drawing/2014/main" id="{639BEE47-6BAD-4AAA-B89B-02144DA22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139"/>
              <a:ext cx="1" cy="10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" name="Line 79">
              <a:extLst>
                <a:ext uri="{FF2B5EF4-FFF2-40B4-BE49-F238E27FC236}">
                  <a16:creationId xmlns:a16="http://schemas.microsoft.com/office/drawing/2014/main" id="{7E23CFA0-45B2-42D4-BCB4-D8C673D77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4" y="2587"/>
              <a:ext cx="1" cy="10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" name="Freeform 80">
              <a:extLst>
                <a:ext uri="{FF2B5EF4-FFF2-40B4-BE49-F238E27FC236}">
                  <a16:creationId xmlns:a16="http://schemas.microsoft.com/office/drawing/2014/main" id="{BB10A6A3-2740-435A-8B2F-3D85E06AE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2670"/>
              <a:ext cx="919" cy="1062"/>
            </a:xfrm>
            <a:custGeom>
              <a:avLst/>
              <a:gdLst>
                <a:gd name="T0" fmla="*/ 6433 w 6433"/>
                <a:gd name="T1" fmla="*/ 0 h 7433"/>
                <a:gd name="T2" fmla="*/ 6433 w 6433"/>
                <a:gd name="T3" fmla="*/ 7433 h 7433"/>
                <a:gd name="T4" fmla="*/ 0 w 6433"/>
                <a:gd name="T5" fmla="*/ 3717 h 7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33" h="7433">
                  <a:moveTo>
                    <a:pt x="6433" y="0"/>
                  </a:moveTo>
                  <a:lnTo>
                    <a:pt x="6433" y="7433"/>
                  </a:lnTo>
                  <a:lnTo>
                    <a:pt x="0" y="3717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" name="Line 81">
              <a:extLst>
                <a:ext uri="{FF2B5EF4-FFF2-40B4-BE49-F238E27FC236}">
                  <a16:creationId xmlns:a16="http://schemas.microsoft.com/office/drawing/2014/main" id="{AB4422EC-04CA-4743-A3F0-57B12B947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0" y="3649"/>
              <a:ext cx="144" cy="8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" name="Freeform 82">
              <a:extLst>
                <a:ext uri="{FF2B5EF4-FFF2-40B4-BE49-F238E27FC236}">
                  <a16:creationId xmlns:a16="http://schemas.microsoft.com/office/drawing/2014/main" id="{CBBC3639-D082-4B0D-A445-8340C53F4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2056"/>
              <a:ext cx="1063" cy="614"/>
            </a:xfrm>
            <a:custGeom>
              <a:avLst/>
              <a:gdLst>
                <a:gd name="T0" fmla="*/ 7437 w 7437"/>
                <a:gd name="T1" fmla="*/ 3716 h 4297"/>
                <a:gd name="T2" fmla="*/ 6433 w 7437"/>
                <a:gd name="T3" fmla="*/ 4297 h 4297"/>
                <a:gd name="T4" fmla="*/ 0 w 7437"/>
                <a:gd name="T5" fmla="*/ 581 h 4297"/>
                <a:gd name="T6" fmla="*/ 1005 w 7437"/>
                <a:gd name="T7" fmla="*/ 0 h 4297"/>
                <a:gd name="T8" fmla="*/ 7437 w 7437"/>
                <a:gd name="T9" fmla="*/ 3716 h 4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37" h="4297">
                  <a:moveTo>
                    <a:pt x="7437" y="3716"/>
                  </a:moveTo>
                  <a:lnTo>
                    <a:pt x="6433" y="4297"/>
                  </a:lnTo>
                  <a:lnTo>
                    <a:pt x="0" y="581"/>
                  </a:lnTo>
                  <a:lnTo>
                    <a:pt x="1005" y="0"/>
                  </a:lnTo>
                  <a:lnTo>
                    <a:pt x="7437" y="3716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7" dur="500"/>
                                        <p:tgtEl>
                                          <p:spTgt spid="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11" dur="500"/>
                                        <p:tgtEl>
                                          <p:spTgt spid="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5" dur="500"/>
                                        <p:tgtEl>
                                          <p:spTgt spid="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 additive="base">
                                        <p:cTn id="21" dur="500"/>
                                        <p:tgtEl>
                                          <p:spTgt spid="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6" grpId="0" animBg="1"/>
      <p:bldP spid="4029" grpId="0" animBg="1"/>
      <p:bldP spid="40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Rectangle 2">
            <a:extLst>
              <a:ext uri="{FF2B5EF4-FFF2-40B4-BE49-F238E27FC236}">
                <a16:creationId xmlns:a16="http://schemas.microsoft.com/office/drawing/2014/main" id="{9B94EA83-B14D-4B6E-97F5-6E91EC326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5" y="5514975"/>
            <a:ext cx="981075" cy="314325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4040" name="Rectangle 3">
            <a:extLst>
              <a:ext uri="{FF2B5EF4-FFF2-40B4-BE49-F238E27FC236}">
                <a16:creationId xmlns:a16="http://schemas.microsoft.com/office/drawing/2014/main" id="{C063EA79-695D-46DD-8FDF-439249EDB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3976688"/>
            <a:ext cx="971550" cy="319087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4041" name="Rectangle 4">
            <a:extLst>
              <a:ext uri="{FF2B5EF4-FFF2-40B4-BE49-F238E27FC236}">
                <a16:creationId xmlns:a16="http://schemas.microsoft.com/office/drawing/2014/main" id="{677CFBD8-5523-407E-905F-B08D0CC0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1543050"/>
            <a:ext cx="323850" cy="919163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4042" name="Rectangle 5">
            <a:extLst>
              <a:ext uri="{FF2B5EF4-FFF2-40B4-BE49-F238E27FC236}">
                <a16:creationId xmlns:a16="http://schemas.microsoft.com/office/drawing/2014/main" id="{AB477E1B-9C63-4D08-81EC-0B813DA10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1538288"/>
            <a:ext cx="333375" cy="928687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4043" name="AutoShape 6">
            <a:extLst>
              <a:ext uri="{FF2B5EF4-FFF2-40B4-BE49-F238E27FC236}">
                <a16:creationId xmlns:a16="http://schemas.microsoft.com/office/drawing/2014/main" id="{35402E40-16D7-43C2-863A-8FE7DB243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1543050"/>
            <a:ext cx="966787" cy="914400"/>
          </a:xfrm>
          <a:prstGeom prst="flowChartDelay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 useBgFill="1">
        <p:nvSpPr>
          <p:cNvPr id="4044" name="Oval 7">
            <a:extLst>
              <a:ext uri="{FF2B5EF4-FFF2-40B4-BE49-F238E27FC236}">
                <a16:creationId xmlns:a16="http://schemas.microsoft.com/office/drawing/2014/main" id="{E2C808F6-D8C8-4F83-918E-7762B453C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325" y="1739900"/>
            <a:ext cx="528638" cy="52228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4045" name="Group 8">
            <a:extLst>
              <a:ext uri="{FF2B5EF4-FFF2-40B4-BE49-F238E27FC236}">
                <a16:creationId xmlns:a16="http://schemas.microsoft.com/office/drawing/2014/main" id="{13DD2D8E-0F8D-47BC-BE19-08740DA6E483}"/>
              </a:ext>
            </a:extLst>
          </p:cNvPr>
          <p:cNvGrpSpPr>
            <a:grpSpLocks/>
          </p:cNvGrpSpPr>
          <p:nvPr/>
        </p:nvGrpSpPr>
        <p:grpSpPr bwMode="auto">
          <a:xfrm>
            <a:off x="852488" y="1487488"/>
            <a:ext cx="4922837" cy="4457700"/>
            <a:chOff x="537" y="937"/>
            <a:chExt cx="3101" cy="2808"/>
          </a:xfrm>
        </p:grpSpPr>
        <p:sp>
          <p:nvSpPr>
            <p:cNvPr id="4046" name="Oval 9">
              <a:extLst>
                <a:ext uri="{FF2B5EF4-FFF2-40B4-BE49-F238E27FC236}">
                  <a16:creationId xmlns:a16="http://schemas.microsoft.com/office/drawing/2014/main" id="{846B95EC-75BE-4358-8DAE-7C33D1691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081"/>
              <a:ext cx="364" cy="360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47" name="Line 10">
              <a:extLst>
                <a:ext uri="{FF2B5EF4-FFF2-40B4-BE49-F238E27FC236}">
                  <a16:creationId xmlns:a16="http://schemas.microsoft.com/office/drawing/2014/main" id="{FE070031-C5C6-4289-985B-7EFF95C6ED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" y="1933"/>
              <a:ext cx="0" cy="221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48" name="Line 11">
              <a:extLst>
                <a:ext uri="{FF2B5EF4-FFF2-40B4-BE49-F238E27FC236}">
                  <a16:creationId xmlns:a16="http://schemas.microsoft.com/office/drawing/2014/main" id="{7D4CF753-A52A-4B09-97C9-F7F17443A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929"/>
              <a:ext cx="74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49" name="Freeform 12">
              <a:extLst>
                <a:ext uri="{FF2B5EF4-FFF2-40B4-BE49-F238E27FC236}">
                  <a16:creationId xmlns:a16="http://schemas.microsoft.com/office/drawing/2014/main" id="{30D8B2AF-30F2-4C60-B77D-7D15B57E3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961"/>
              <a:ext cx="520" cy="968"/>
            </a:xfrm>
            <a:custGeom>
              <a:avLst/>
              <a:gdLst>
                <a:gd name="T0" fmla="*/ 0 w 520"/>
                <a:gd name="T1" fmla="*/ 968 h 968"/>
                <a:gd name="T2" fmla="*/ 0 w 520"/>
                <a:gd name="T3" fmla="*/ 0 h 968"/>
                <a:gd name="T4" fmla="*/ 520 w 520"/>
                <a:gd name="T5" fmla="*/ 0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0" h="968">
                  <a:moveTo>
                    <a:pt x="0" y="968"/>
                  </a:moveTo>
                  <a:lnTo>
                    <a:pt x="0" y="0"/>
                  </a:lnTo>
                  <a:lnTo>
                    <a:pt x="52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0" name="Freeform 13">
              <a:extLst>
                <a:ext uri="{FF2B5EF4-FFF2-40B4-BE49-F238E27FC236}">
                  <a16:creationId xmlns:a16="http://schemas.microsoft.com/office/drawing/2014/main" id="{B6521C0E-8111-4535-8667-E90C49BEF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1557"/>
              <a:ext cx="1264" cy="596"/>
            </a:xfrm>
            <a:custGeom>
              <a:avLst/>
              <a:gdLst>
                <a:gd name="T0" fmla="*/ 0 w 1264"/>
                <a:gd name="T1" fmla="*/ 596 h 596"/>
                <a:gd name="T2" fmla="*/ 932 w 1264"/>
                <a:gd name="T3" fmla="*/ 596 h 596"/>
                <a:gd name="T4" fmla="*/ 932 w 1264"/>
                <a:gd name="T5" fmla="*/ 0 h 596"/>
                <a:gd name="T6" fmla="*/ 1264 w 1264"/>
                <a:gd name="T7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4" h="596">
                  <a:moveTo>
                    <a:pt x="0" y="596"/>
                  </a:moveTo>
                  <a:lnTo>
                    <a:pt x="932" y="596"/>
                  </a:lnTo>
                  <a:lnTo>
                    <a:pt x="932" y="0"/>
                  </a:lnTo>
                  <a:lnTo>
                    <a:pt x="126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1" name="Line 14">
              <a:extLst>
                <a:ext uri="{FF2B5EF4-FFF2-40B4-BE49-F238E27FC236}">
                  <a16:creationId xmlns:a16="http://schemas.microsoft.com/office/drawing/2014/main" id="{05537A1F-684E-438E-BCAC-A1DD6897C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" y="1185"/>
              <a:ext cx="596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2" name="Line 15">
              <a:extLst>
                <a:ext uri="{FF2B5EF4-FFF2-40B4-BE49-F238E27FC236}">
                  <a16:creationId xmlns:a16="http://schemas.microsoft.com/office/drawing/2014/main" id="{D03D5960-310A-48A7-83FC-0798365DD7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3" name="Line 16">
              <a:extLst>
                <a:ext uri="{FF2B5EF4-FFF2-40B4-BE49-F238E27FC236}">
                  <a16:creationId xmlns:a16="http://schemas.microsoft.com/office/drawing/2014/main" id="{22941942-0FEE-4E17-8E5C-E53C13DBB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4" name="Line 17">
              <a:extLst>
                <a:ext uri="{FF2B5EF4-FFF2-40B4-BE49-F238E27FC236}">
                  <a16:creationId xmlns:a16="http://schemas.microsoft.com/office/drawing/2014/main" id="{25B3F57E-98EB-467B-9D9A-04F46FC64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961"/>
              <a:ext cx="0" cy="596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5" name="Arc 18">
              <a:extLst>
                <a:ext uri="{FF2B5EF4-FFF2-40B4-BE49-F238E27FC236}">
                  <a16:creationId xmlns:a16="http://schemas.microsoft.com/office/drawing/2014/main" id="{A537A15B-BF95-4A85-A1B6-C42C8C43F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961"/>
              <a:ext cx="296" cy="596"/>
            </a:xfrm>
            <a:custGeom>
              <a:avLst/>
              <a:gdLst>
                <a:gd name="T0" fmla="*/ 177 w 21600"/>
                <a:gd name="T1" fmla="*/ -1 h 43197"/>
                <a:gd name="T2" fmla="*/ 21600 w 21600"/>
                <a:gd name="T3" fmla="*/ 21599 h 43197"/>
                <a:gd name="T4" fmla="*/ 295 w 21600"/>
                <a:gd name="T5" fmla="*/ 43196 h 43197"/>
                <a:gd name="T6" fmla="*/ 177 w 21600"/>
                <a:gd name="T7" fmla="*/ -1 h 43197"/>
                <a:gd name="T8" fmla="*/ 21600 w 21600"/>
                <a:gd name="T9" fmla="*/ 21599 h 43197"/>
                <a:gd name="T10" fmla="*/ 295 w 21600"/>
                <a:gd name="T11" fmla="*/ 43196 h 43197"/>
                <a:gd name="T12" fmla="*/ 0 w 21600"/>
                <a:gd name="T13" fmla="*/ 21599 h 43197"/>
                <a:gd name="T14" fmla="*/ 177 w 21600"/>
                <a:gd name="T15" fmla="*/ -1 h 4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43197" fill="none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</a:path>
                <a:path w="21600" h="43197" stroke="0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  <a:lnTo>
                    <a:pt x="0" y="21599"/>
                  </a:lnTo>
                  <a:lnTo>
                    <a:pt x="177" y="-1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56" name="Rectangle 19">
              <a:extLst>
                <a:ext uri="{FF2B5EF4-FFF2-40B4-BE49-F238E27FC236}">
                  <a16:creationId xmlns:a16="http://schemas.microsoft.com/office/drawing/2014/main" id="{72EA8A1E-A684-4E60-B59E-2436497B2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961"/>
              <a:ext cx="1192" cy="1192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57" name="Rectangle 20">
              <a:extLst>
                <a:ext uri="{FF2B5EF4-FFF2-40B4-BE49-F238E27FC236}">
                  <a16:creationId xmlns:a16="http://schemas.microsoft.com/office/drawing/2014/main" id="{AFFDF099-7438-4766-B293-EAB65A841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185"/>
              <a:ext cx="180" cy="74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58" name="Rectangle 21">
              <a:extLst>
                <a:ext uri="{FF2B5EF4-FFF2-40B4-BE49-F238E27FC236}">
                  <a16:creationId xmlns:a16="http://schemas.microsoft.com/office/drawing/2014/main" id="{78B0DE1D-4609-45FC-AF43-B61F464E6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929"/>
              <a:ext cx="1192" cy="22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59" name="Freeform 22">
              <a:extLst>
                <a:ext uri="{FF2B5EF4-FFF2-40B4-BE49-F238E27FC236}">
                  <a16:creationId xmlns:a16="http://schemas.microsoft.com/office/drawing/2014/main" id="{D860D8B6-A9DD-4D3E-A5CD-94A09235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961"/>
              <a:ext cx="224" cy="596"/>
            </a:xfrm>
            <a:custGeom>
              <a:avLst/>
              <a:gdLst>
                <a:gd name="T0" fmla="*/ 0 w 224"/>
                <a:gd name="T1" fmla="*/ 596 h 596"/>
                <a:gd name="T2" fmla="*/ 224 w 224"/>
                <a:gd name="T3" fmla="*/ 596 h 596"/>
                <a:gd name="T4" fmla="*/ 224 w 224"/>
                <a:gd name="T5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596"/>
                  </a:moveTo>
                  <a:lnTo>
                    <a:pt x="224" y="596"/>
                  </a:lnTo>
                  <a:lnTo>
                    <a:pt x="224" y="0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0" name="Line 23">
              <a:extLst>
                <a:ext uri="{FF2B5EF4-FFF2-40B4-BE49-F238E27FC236}">
                  <a16:creationId xmlns:a16="http://schemas.microsoft.com/office/drawing/2014/main" id="{F93BCC39-C917-4F01-AD7D-FD223C1C2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1" name="Line 24">
              <a:extLst>
                <a:ext uri="{FF2B5EF4-FFF2-40B4-BE49-F238E27FC236}">
                  <a16:creationId xmlns:a16="http://schemas.microsoft.com/office/drawing/2014/main" id="{BDCC6E5E-F124-4C0F-8732-FF75BA82A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2" name="Line 25">
              <a:extLst>
                <a:ext uri="{FF2B5EF4-FFF2-40B4-BE49-F238E27FC236}">
                  <a16:creationId xmlns:a16="http://schemas.microsoft.com/office/drawing/2014/main" id="{6D86D911-B45D-420F-A988-F32543CCE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3" name="Line 26">
              <a:extLst>
                <a:ext uri="{FF2B5EF4-FFF2-40B4-BE49-F238E27FC236}">
                  <a16:creationId xmlns:a16="http://schemas.microsoft.com/office/drawing/2014/main" id="{B5A7CA86-9792-4586-BB7A-73040710D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4" name="Freeform 27">
              <a:extLst>
                <a:ext uri="{FF2B5EF4-FFF2-40B4-BE49-F238E27FC236}">
                  <a16:creationId xmlns:a16="http://schemas.microsoft.com/office/drawing/2014/main" id="{33D5F0D3-6826-4934-8670-552A5D5E5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961"/>
              <a:ext cx="224" cy="596"/>
            </a:xfrm>
            <a:custGeom>
              <a:avLst/>
              <a:gdLst>
                <a:gd name="T0" fmla="*/ 0 w 224"/>
                <a:gd name="T1" fmla="*/ 0 h 596"/>
                <a:gd name="T2" fmla="*/ 0 w 224"/>
                <a:gd name="T3" fmla="*/ 596 h 596"/>
                <a:gd name="T4" fmla="*/ 224 w 224"/>
                <a:gd name="T5" fmla="*/ 59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0"/>
                  </a:moveTo>
                  <a:lnTo>
                    <a:pt x="0" y="596"/>
                  </a:lnTo>
                  <a:lnTo>
                    <a:pt x="224" y="596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5" name="Line 28">
              <a:extLst>
                <a:ext uri="{FF2B5EF4-FFF2-40B4-BE49-F238E27FC236}">
                  <a16:creationId xmlns:a16="http://schemas.microsoft.com/office/drawing/2014/main" id="{908D4A74-8A33-4BBC-8522-6C0D501DC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1869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6" name="Line 29">
              <a:extLst>
                <a:ext uri="{FF2B5EF4-FFF2-40B4-BE49-F238E27FC236}">
                  <a16:creationId xmlns:a16="http://schemas.microsoft.com/office/drawing/2014/main" id="{4DAAAF06-681D-4A44-B76C-ABF988DB9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065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7" name="Line 30">
              <a:extLst>
                <a:ext uri="{FF2B5EF4-FFF2-40B4-BE49-F238E27FC236}">
                  <a16:creationId xmlns:a16="http://schemas.microsoft.com/office/drawing/2014/main" id="{E3834ACC-A23E-4874-B790-7BD3F6EE6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141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8" name="Line 31">
              <a:extLst>
                <a:ext uri="{FF2B5EF4-FFF2-40B4-BE49-F238E27FC236}">
                  <a16:creationId xmlns:a16="http://schemas.microsoft.com/office/drawing/2014/main" id="{6E3094DC-49AA-4367-9E91-296C774A2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865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69" name="Line 32">
              <a:extLst>
                <a:ext uri="{FF2B5EF4-FFF2-40B4-BE49-F238E27FC236}">
                  <a16:creationId xmlns:a16="http://schemas.microsoft.com/office/drawing/2014/main" id="{E0BF49F3-52B9-4E03-ACEB-2C59FC26D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061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0" name="Line 33">
              <a:extLst>
                <a:ext uri="{FF2B5EF4-FFF2-40B4-BE49-F238E27FC236}">
                  <a16:creationId xmlns:a16="http://schemas.microsoft.com/office/drawing/2014/main" id="{EBFC53C8-752F-4145-BD1F-7E679709D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133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1" name="Line 34">
              <a:extLst>
                <a:ext uri="{FF2B5EF4-FFF2-40B4-BE49-F238E27FC236}">
                  <a16:creationId xmlns:a16="http://schemas.microsoft.com/office/drawing/2014/main" id="{62536157-F0A6-4B58-8EF6-1A4625557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2" name="Line 35">
              <a:extLst>
                <a:ext uri="{FF2B5EF4-FFF2-40B4-BE49-F238E27FC236}">
                  <a16:creationId xmlns:a16="http://schemas.microsoft.com/office/drawing/2014/main" id="{877F22A3-C528-45E6-A4C1-133611146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3" name="Line 36">
              <a:extLst>
                <a:ext uri="{FF2B5EF4-FFF2-40B4-BE49-F238E27FC236}">
                  <a16:creationId xmlns:a16="http://schemas.microsoft.com/office/drawing/2014/main" id="{EC7ADAC6-76EB-45DB-96B5-C48EA0087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257"/>
              <a:ext cx="14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4" name="Line 37">
              <a:extLst>
                <a:ext uri="{FF2B5EF4-FFF2-40B4-BE49-F238E27FC236}">
                  <a16:creationId xmlns:a16="http://schemas.microsoft.com/office/drawing/2014/main" id="{F4D059B3-E788-4CAC-9997-68BFF00B1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5" name="Line 38">
              <a:extLst>
                <a:ext uri="{FF2B5EF4-FFF2-40B4-BE49-F238E27FC236}">
                  <a16:creationId xmlns:a16="http://schemas.microsoft.com/office/drawing/2014/main" id="{04748B2E-8891-4702-8759-438338A68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6" name="Line 39">
              <a:extLst>
                <a:ext uri="{FF2B5EF4-FFF2-40B4-BE49-F238E27FC236}">
                  <a16:creationId xmlns:a16="http://schemas.microsoft.com/office/drawing/2014/main" id="{0209B980-4099-4024-9F9D-DE76B7E3C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1257"/>
              <a:ext cx="148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7" name="Line 40">
              <a:extLst>
                <a:ext uri="{FF2B5EF4-FFF2-40B4-BE49-F238E27FC236}">
                  <a16:creationId xmlns:a16="http://schemas.microsoft.com/office/drawing/2014/main" id="{AF71FF3A-92CD-432D-ABC8-0A9342431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8" name="Line 41">
              <a:extLst>
                <a:ext uri="{FF2B5EF4-FFF2-40B4-BE49-F238E27FC236}">
                  <a16:creationId xmlns:a16="http://schemas.microsoft.com/office/drawing/2014/main" id="{D88FE500-F919-4DF2-A4D3-00FD13C98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79" name="Line 42">
              <a:extLst>
                <a:ext uri="{FF2B5EF4-FFF2-40B4-BE49-F238E27FC236}">
                  <a16:creationId xmlns:a16="http://schemas.microsoft.com/office/drawing/2014/main" id="{73B7C457-D48E-4535-87C2-99DA41C67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" y="1257"/>
              <a:ext cx="3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0" name="Line 43">
              <a:extLst>
                <a:ext uri="{FF2B5EF4-FFF2-40B4-BE49-F238E27FC236}">
                  <a16:creationId xmlns:a16="http://schemas.microsoft.com/office/drawing/2014/main" id="{270271FD-1000-45DB-864B-6744630C3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937"/>
              <a:ext cx="0" cy="3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1" name="Line 44">
              <a:extLst>
                <a:ext uri="{FF2B5EF4-FFF2-40B4-BE49-F238E27FC236}">
                  <a16:creationId xmlns:a16="http://schemas.microsoft.com/office/drawing/2014/main" id="{DCE0089A-5852-460D-B663-FEFFF1C0E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2" name="Line 45">
              <a:extLst>
                <a:ext uri="{FF2B5EF4-FFF2-40B4-BE49-F238E27FC236}">
                  <a16:creationId xmlns:a16="http://schemas.microsoft.com/office/drawing/2014/main" id="{BA37D478-DE9B-421E-A2D3-DC44E154A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89"/>
              <a:ext cx="0" cy="24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3" name="Freeform 46">
              <a:extLst>
                <a:ext uri="{FF2B5EF4-FFF2-40B4-BE49-F238E27FC236}">
                  <a16:creationId xmlns:a16="http://schemas.microsoft.com/office/drawing/2014/main" id="{3318C536-A6D5-4C45-9469-D0E827938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493"/>
              <a:ext cx="524" cy="1192"/>
            </a:xfrm>
            <a:custGeom>
              <a:avLst/>
              <a:gdLst>
                <a:gd name="T0" fmla="*/ 0 w 524"/>
                <a:gd name="T1" fmla="*/ 1192 h 1192"/>
                <a:gd name="T2" fmla="*/ 524 w 524"/>
                <a:gd name="T3" fmla="*/ 1192 h 1192"/>
                <a:gd name="T4" fmla="*/ 524 w 524"/>
                <a:gd name="T5" fmla="*/ 0 h 1192"/>
                <a:gd name="T6" fmla="*/ 12 w 524"/>
                <a:gd name="T7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4" h="1192">
                  <a:moveTo>
                    <a:pt x="0" y="1192"/>
                  </a:moveTo>
                  <a:lnTo>
                    <a:pt x="524" y="1192"/>
                  </a:lnTo>
                  <a:lnTo>
                    <a:pt x="524" y="0"/>
                  </a:lnTo>
                  <a:lnTo>
                    <a:pt x="1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4" name="Arc 47">
              <a:extLst>
                <a:ext uri="{FF2B5EF4-FFF2-40B4-BE49-F238E27FC236}">
                  <a16:creationId xmlns:a16="http://schemas.microsoft.com/office/drawing/2014/main" id="{3C73E76E-1CEC-4AD4-ADB7-2C2FFB94A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497"/>
              <a:ext cx="227" cy="222"/>
            </a:xfrm>
            <a:custGeom>
              <a:avLst/>
              <a:gdLst>
                <a:gd name="T0" fmla="*/ 0 w 22401"/>
                <a:gd name="T1" fmla="*/ 21685 h 21686"/>
                <a:gd name="T2" fmla="*/ 0 w 22401"/>
                <a:gd name="T3" fmla="*/ 21600 h 21686"/>
                <a:gd name="T4" fmla="*/ 21600 w 22401"/>
                <a:gd name="T5" fmla="*/ 0 h 21686"/>
                <a:gd name="T6" fmla="*/ 22401 w 22401"/>
                <a:gd name="T7" fmla="*/ 14 h 21686"/>
                <a:gd name="T8" fmla="*/ 0 w 22401"/>
                <a:gd name="T9" fmla="*/ 21685 h 21686"/>
                <a:gd name="T10" fmla="*/ 0 w 22401"/>
                <a:gd name="T11" fmla="*/ 21600 h 21686"/>
                <a:gd name="T12" fmla="*/ 21600 w 22401"/>
                <a:gd name="T13" fmla="*/ 0 h 21686"/>
                <a:gd name="T14" fmla="*/ 22401 w 22401"/>
                <a:gd name="T15" fmla="*/ 14 h 21686"/>
                <a:gd name="T16" fmla="*/ 21600 w 22401"/>
                <a:gd name="T17" fmla="*/ 21600 h 21686"/>
                <a:gd name="T18" fmla="*/ 0 w 22401"/>
                <a:gd name="T19" fmla="*/ 21685 h 2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01" h="21686" fill="none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</a:path>
                <a:path w="22401" h="21686" stroke="0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  <a:lnTo>
                    <a:pt x="21600" y="21600"/>
                  </a:lnTo>
                  <a:lnTo>
                    <a:pt x="0" y="21685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5" name="Arc 48">
              <a:extLst>
                <a:ext uri="{FF2B5EF4-FFF2-40B4-BE49-F238E27FC236}">
                  <a16:creationId xmlns:a16="http://schemas.microsoft.com/office/drawing/2014/main" id="{CD966599-D87E-43FF-98C0-61712241E4C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38" y="3457"/>
              <a:ext cx="216" cy="228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6" name="Line 49">
              <a:extLst>
                <a:ext uri="{FF2B5EF4-FFF2-40B4-BE49-F238E27FC236}">
                  <a16:creationId xmlns:a16="http://schemas.microsoft.com/office/drawing/2014/main" id="{4E8839B7-3626-483A-B5C2-AB42AF0C0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" y="2713"/>
              <a:ext cx="0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7" name="Rectangle 50">
              <a:extLst>
                <a:ext uri="{FF2B5EF4-FFF2-40B4-BE49-F238E27FC236}">
                  <a16:creationId xmlns:a16="http://schemas.microsoft.com/office/drawing/2014/main" id="{AD8FBFB8-89F9-48B1-9A76-8F1CF3285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3001"/>
              <a:ext cx="596" cy="1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088" name="Freeform 51">
              <a:extLst>
                <a:ext uri="{FF2B5EF4-FFF2-40B4-BE49-F238E27FC236}">
                  <a16:creationId xmlns:a16="http://schemas.microsoft.com/office/drawing/2014/main" id="{0FBDB705-2FA1-4885-A913-D7CF3B2D5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93"/>
              <a:ext cx="632" cy="1192"/>
            </a:xfrm>
            <a:custGeom>
              <a:avLst/>
              <a:gdLst>
                <a:gd name="T0" fmla="*/ 0 w 632"/>
                <a:gd name="T1" fmla="*/ 1192 h 1192"/>
                <a:gd name="T2" fmla="*/ 632 w 632"/>
                <a:gd name="T3" fmla="*/ 1192 h 1192"/>
                <a:gd name="T4" fmla="*/ 632 w 632"/>
                <a:gd name="T5" fmla="*/ 968 h 1192"/>
                <a:gd name="T6" fmla="*/ 0 w 632"/>
                <a:gd name="T7" fmla="*/ 968 h 1192"/>
                <a:gd name="T8" fmla="*/ 0 w 632"/>
                <a:gd name="T9" fmla="*/ 224 h 1192"/>
                <a:gd name="T10" fmla="*/ 632 w 632"/>
                <a:gd name="T11" fmla="*/ 224 h 1192"/>
                <a:gd name="T12" fmla="*/ 632 w 632"/>
                <a:gd name="T13" fmla="*/ 0 h 1192"/>
                <a:gd name="T14" fmla="*/ 0 w 632"/>
                <a:gd name="T1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2" h="1192">
                  <a:moveTo>
                    <a:pt x="0" y="1192"/>
                  </a:moveTo>
                  <a:lnTo>
                    <a:pt x="632" y="1192"/>
                  </a:lnTo>
                  <a:lnTo>
                    <a:pt x="632" y="968"/>
                  </a:lnTo>
                  <a:lnTo>
                    <a:pt x="0" y="968"/>
                  </a:lnTo>
                  <a:lnTo>
                    <a:pt x="0" y="224"/>
                  </a:lnTo>
                  <a:lnTo>
                    <a:pt x="632" y="224"/>
                  </a:lnTo>
                  <a:lnTo>
                    <a:pt x="632" y="0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89" name="Line 52">
              <a:extLst>
                <a:ext uri="{FF2B5EF4-FFF2-40B4-BE49-F238E27FC236}">
                  <a16:creationId xmlns:a16="http://schemas.microsoft.com/office/drawing/2014/main" id="{30C6C3BA-4D1C-4FBE-9208-C1652681F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0" name="Line 53">
              <a:extLst>
                <a:ext uri="{FF2B5EF4-FFF2-40B4-BE49-F238E27FC236}">
                  <a16:creationId xmlns:a16="http://schemas.microsoft.com/office/drawing/2014/main" id="{98C087BF-67F0-40F0-B25C-1CEB0301A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1" name="Line 54">
              <a:extLst>
                <a:ext uri="{FF2B5EF4-FFF2-40B4-BE49-F238E27FC236}">
                  <a16:creationId xmlns:a16="http://schemas.microsoft.com/office/drawing/2014/main" id="{54230888-FC03-4383-B8B0-3E940254F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2" name="Line 55">
              <a:extLst>
                <a:ext uri="{FF2B5EF4-FFF2-40B4-BE49-F238E27FC236}">
                  <a16:creationId xmlns:a16="http://schemas.microsoft.com/office/drawing/2014/main" id="{1E74CD8F-0547-4C60-9DB8-E3A8C5E4A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3" name="Line 56">
              <a:extLst>
                <a:ext uri="{FF2B5EF4-FFF2-40B4-BE49-F238E27FC236}">
                  <a16:creationId xmlns:a16="http://schemas.microsoft.com/office/drawing/2014/main" id="{2B32F5C4-BB28-4C41-BA15-DC0897563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357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4" name="Line 57">
              <a:extLst>
                <a:ext uri="{FF2B5EF4-FFF2-40B4-BE49-F238E27FC236}">
                  <a16:creationId xmlns:a16="http://schemas.microsoft.com/office/drawing/2014/main" id="{C8BE695F-07DC-4F4E-8759-020E010F2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53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5" name="Line 58">
              <a:extLst>
                <a:ext uri="{FF2B5EF4-FFF2-40B4-BE49-F238E27FC236}">
                  <a16:creationId xmlns:a16="http://schemas.microsoft.com/office/drawing/2014/main" id="{F3DF4F17-2010-4860-AFCC-54C8A5922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613"/>
              <a:ext cx="0" cy="1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6" name="Line 59">
              <a:extLst>
                <a:ext uri="{FF2B5EF4-FFF2-40B4-BE49-F238E27FC236}">
                  <a16:creationId xmlns:a16="http://schemas.microsoft.com/office/drawing/2014/main" id="{96D89474-7098-4398-963E-59534B9BF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409"/>
              <a:ext cx="0" cy="17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" name="Line 60">
              <a:extLst>
                <a:ext uri="{FF2B5EF4-FFF2-40B4-BE49-F238E27FC236}">
                  <a16:creationId xmlns:a16="http://schemas.microsoft.com/office/drawing/2014/main" id="{65AAC4D7-7ECD-44A5-AD12-7F4E49C55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1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8" name="Line 61">
              <a:extLst>
                <a:ext uri="{FF2B5EF4-FFF2-40B4-BE49-F238E27FC236}">
                  <a16:creationId xmlns:a16="http://schemas.microsoft.com/office/drawing/2014/main" id="{5603EEE4-4670-424C-BFC8-83B870B79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93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9" name="Oval 62">
              <a:extLst>
                <a:ext uri="{FF2B5EF4-FFF2-40B4-BE49-F238E27FC236}">
                  <a16:creationId xmlns:a16="http://schemas.microsoft.com/office/drawing/2014/main" id="{7C8E5096-585F-4AC5-A730-CEFF46E83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3353"/>
              <a:ext cx="216" cy="216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00" name="Oval 63">
              <a:extLst>
                <a:ext uri="{FF2B5EF4-FFF2-40B4-BE49-F238E27FC236}">
                  <a16:creationId xmlns:a16="http://schemas.microsoft.com/office/drawing/2014/main" id="{706820CB-ACC0-4887-BDDE-71EEE98E7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613"/>
              <a:ext cx="220" cy="208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01" name="Line 64">
              <a:extLst>
                <a:ext uri="{FF2B5EF4-FFF2-40B4-BE49-F238E27FC236}">
                  <a16:creationId xmlns:a16="http://schemas.microsoft.com/office/drawing/2014/main" id="{4D4D04AB-051E-4C9F-8AA7-BB2E7FBD2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1849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2" name="Line 65">
              <a:extLst>
                <a:ext uri="{FF2B5EF4-FFF2-40B4-BE49-F238E27FC236}">
                  <a16:creationId xmlns:a16="http://schemas.microsoft.com/office/drawing/2014/main" id="{390572B6-8B74-4D49-AF52-8A75F3391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3" name="Line 66">
              <a:extLst>
                <a:ext uri="{FF2B5EF4-FFF2-40B4-BE49-F238E27FC236}">
                  <a16:creationId xmlns:a16="http://schemas.microsoft.com/office/drawing/2014/main" id="{C4223259-3175-4C28-AC80-4AE58E8DA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85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4" name="Line 67">
              <a:extLst>
                <a:ext uri="{FF2B5EF4-FFF2-40B4-BE49-F238E27FC236}">
                  <a16:creationId xmlns:a16="http://schemas.microsoft.com/office/drawing/2014/main" id="{7A380E45-2749-45F5-9F14-A64E8A093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" y="2713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5" name="Line 68">
              <a:extLst>
                <a:ext uri="{FF2B5EF4-FFF2-40B4-BE49-F238E27FC236}">
                  <a16:creationId xmlns:a16="http://schemas.microsoft.com/office/drawing/2014/main" id="{7CEAACF4-5A38-4B6D-A2DF-CC6F0411D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2569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6" name="Line 69">
              <a:extLst>
                <a:ext uri="{FF2B5EF4-FFF2-40B4-BE49-F238E27FC236}">
                  <a16:creationId xmlns:a16="http://schemas.microsoft.com/office/drawing/2014/main" id="{AB3B45C2-A393-4F28-B5D9-99745AC30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3465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7" name="Line 70">
              <a:extLst>
                <a:ext uri="{FF2B5EF4-FFF2-40B4-BE49-F238E27FC236}">
                  <a16:creationId xmlns:a16="http://schemas.microsoft.com/office/drawing/2014/main" id="{A76D011F-5175-43A8-A13E-08DFFC365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3321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8" name="Line 71">
              <a:extLst>
                <a:ext uri="{FF2B5EF4-FFF2-40B4-BE49-F238E27FC236}">
                  <a16:creationId xmlns:a16="http://schemas.microsoft.com/office/drawing/2014/main" id="{763F76EA-EA2D-4073-94DE-3E46EC65D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2493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09" name="Line 72">
              <a:extLst>
                <a:ext uri="{FF2B5EF4-FFF2-40B4-BE49-F238E27FC236}">
                  <a16:creationId xmlns:a16="http://schemas.microsoft.com/office/drawing/2014/main" id="{C4C5DA24-8D66-44FD-A4C2-F0B322A98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3685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0" name="Line 73">
              <a:extLst>
                <a:ext uri="{FF2B5EF4-FFF2-40B4-BE49-F238E27FC236}">
                  <a16:creationId xmlns:a16="http://schemas.microsoft.com/office/drawing/2014/main" id="{981FF06F-E338-48E0-8F71-4648D245C8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1" name="Line 74">
              <a:extLst>
                <a:ext uri="{FF2B5EF4-FFF2-40B4-BE49-F238E27FC236}">
                  <a16:creationId xmlns:a16="http://schemas.microsoft.com/office/drawing/2014/main" id="{5B0B1D4A-029D-466F-8D5A-E16C91224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2" name="Line 75">
              <a:extLst>
                <a:ext uri="{FF2B5EF4-FFF2-40B4-BE49-F238E27FC236}">
                  <a16:creationId xmlns:a16="http://schemas.microsoft.com/office/drawing/2014/main" id="{4D3C113E-C7C5-4DF4-82B3-D92A7D9FC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3" name="Line 76">
              <a:extLst>
                <a:ext uri="{FF2B5EF4-FFF2-40B4-BE49-F238E27FC236}">
                  <a16:creationId xmlns:a16="http://schemas.microsoft.com/office/drawing/2014/main" id="{D3BE9D0F-EFD2-407C-9479-427038B4F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114" name="Line 77">
            <a:extLst>
              <a:ext uri="{FF2B5EF4-FFF2-40B4-BE49-F238E27FC236}">
                <a16:creationId xmlns:a16="http://schemas.microsoft.com/office/drawing/2014/main" id="{31E22690-76C1-480C-B47E-5F2784151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5510213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15" name="Line 78">
            <a:extLst>
              <a:ext uri="{FF2B5EF4-FFF2-40B4-BE49-F238E27FC236}">
                <a16:creationId xmlns:a16="http://schemas.microsoft.com/office/drawing/2014/main" id="{57A4E94D-526A-44C0-8A9C-85FD537705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8388" y="3971925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4116" name="Group 79">
            <a:extLst>
              <a:ext uri="{FF2B5EF4-FFF2-40B4-BE49-F238E27FC236}">
                <a16:creationId xmlns:a16="http://schemas.microsoft.com/office/drawing/2014/main" id="{2BC31B3D-F720-49EF-831B-8BB6DB863A71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4430713"/>
            <a:ext cx="1046163" cy="1287462"/>
            <a:chOff x="4750" y="2823"/>
            <a:chExt cx="659" cy="811"/>
          </a:xfrm>
        </p:grpSpPr>
        <p:sp>
          <p:nvSpPr>
            <p:cNvPr id="4117" name="Line 80">
              <a:extLst>
                <a:ext uri="{FF2B5EF4-FFF2-40B4-BE49-F238E27FC236}">
                  <a16:creationId xmlns:a16="http://schemas.microsoft.com/office/drawing/2014/main" id="{1757243F-8175-4E7B-868A-82A5015D51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0" y="3004"/>
              <a:ext cx="172" cy="9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8" name="Line 81">
              <a:extLst>
                <a:ext uri="{FF2B5EF4-FFF2-40B4-BE49-F238E27FC236}">
                  <a16:creationId xmlns:a16="http://schemas.microsoft.com/office/drawing/2014/main" id="{7D071945-0A1E-4E2A-83B7-C8B97688A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0" y="3535"/>
              <a:ext cx="172" cy="9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Freeform 82">
              <a:extLst>
                <a:ext uri="{FF2B5EF4-FFF2-40B4-BE49-F238E27FC236}">
                  <a16:creationId xmlns:a16="http://schemas.microsoft.com/office/drawing/2014/main" id="{0FB4445B-1ADF-4831-9C11-C6719D3F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854"/>
              <a:ext cx="258" cy="681"/>
            </a:xfrm>
            <a:custGeom>
              <a:avLst/>
              <a:gdLst>
                <a:gd name="T0" fmla="*/ 1808 w 1808"/>
                <a:gd name="T1" fmla="*/ 0 h 4761"/>
                <a:gd name="T2" fmla="*/ 0 w 1808"/>
                <a:gd name="T3" fmla="*/ 1044 h 4761"/>
                <a:gd name="T4" fmla="*/ 0 w 1808"/>
                <a:gd name="T5" fmla="*/ 4761 h 4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08" h="4761">
                  <a:moveTo>
                    <a:pt x="1808" y="0"/>
                  </a:moveTo>
                  <a:lnTo>
                    <a:pt x="0" y="1044"/>
                  </a:lnTo>
                  <a:lnTo>
                    <a:pt x="0" y="4761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0" name="Freeform 83">
              <a:extLst>
                <a:ext uri="{FF2B5EF4-FFF2-40B4-BE49-F238E27FC236}">
                  <a16:creationId xmlns:a16="http://schemas.microsoft.com/office/drawing/2014/main" id="{945DF700-1E51-48F4-90CB-0FF3CCAAC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" y="2954"/>
              <a:ext cx="258" cy="680"/>
            </a:xfrm>
            <a:custGeom>
              <a:avLst/>
              <a:gdLst>
                <a:gd name="T0" fmla="*/ 1809 w 1809"/>
                <a:gd name="T1" fmla="*/ 3716 h 4762"/>
                <a:gd name="T2" fmla="*/ 0 w 1809"/>
                <a:gd name="T3" fmla="*/ 4762 h 4762"/>
                <a:gd name="T4" fmla="*/ 0 w 1809"/>
                <a:gd name="T5" fmla="*/ 1045 h 4762"/>
                <a:gd name="T6" fmla="*/ 1809 w 1809"/>
                <a:gd name="T7" fmla="*/ 0 h 4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9" h="4762">
                  <a:moveTo>
                    <a:pt x="1809" y="3716"/>
                  </a:moveTo>
                  <a:lnTo>
                    <a:pt x="0" y="4762"/>
                  </a:lnTo>
                  <a:lnTo>
                    <a:pt x="0" y="1045"/>
                  </a:lnTo>
                  <a:lnTo>
                    <a:pt x="1809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1" name="Freeform 84">
              <a:extLst>
                <a:ext uri="{FF2B5EF4-FFF2-40B4-BE49-F238E27FC236}">
                  <a16:creationId xmlns:a16="http://schemas.microsoft.com/office/drawing/2014/main" id="{1EAC1918-C26C-4666-9F90-4ACE5EE24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0" y="2924"/>
              <a:ext cx="229" cy="561"/>
            </a:xfrm>
            <a:custGeom>
              <a:avLst/>
              <a:gdLst>
                <a:gd name="T0" fmla="*/ 0 w 1602"/>
                <a:gd name="T1" fmla="*/ 3926 h 3926"/>
                <a:gd name="T2" fmla="*/ 295 w 1602"/>
                <a:gd name="T3" fmla="*/ 3724 h 3926"/>
                <a:gd name="T4" fmla="*/ 581 w 1602"/>
                <a:gd name="T5" fmla="*/ 3465 h 3926"/>
                <a:gd name="T6" fmla="*/ 847 w 1602"/>
                <a:gd name="T7" fmla="*/ 3159 h 3926"/>
                <a:gd name="T8" fmla="*/ 1083 w 1602"/>
                <a:gd name="T9" fmla="*/ 2816 h 3926"/>
                <a:gd name="T10" fmla="*/ 1283 w 1602"/>
                <a:gd name="T11" fmla="*/ 2447 h 3926"/>
                <a:gd name="T12" fmla="*/ 1439 w 1602"/>
                <a:gd name="T13" fmla="*/ 2064 h 3926"/>
                <a:gd name="T14" fmla="*/ 1547 w 1602"/>
                <a:gd name="T15" fmla="*/ 1683 h 3926"/>
                <a:gd name="T16" fmla="*/ 1602 w 1602"/>
                <a:gd name="T17" fmla="*/ 1315 h 3926"/>
                <a:gd name="T18" fmla="*/ 1602 w 1602"/>
                <a:gd name="T19" fmla="*/ 971 h 3926"/>
                <a:gd name="T20" fmla="*/ 1547 w 1602"/>
                <a:gd name="T21" fmla="*/ 666 h 3926"/>
                <a:gd name="T22" fmla="*/ 1439 w 1602"/>
                <a:gd name="T23" fmla="*/ 408 h 3926"/>
                <a:gd name="T24" fmla="*/ 1283 w 1602"/>
                <a:gd name="T25" fmla="*/ 207 h 3926"/>
                <a:gd name="T26" fmla="*/ 1083 w 1602"/>
                <a:gd name="T27" fmla="*/ 69 h 3926"/>
                <a:gd name="T28" fmla="*/ 847 w 1602"/>
                <a:gd name="T29" fmla="*/ 0 h 3926"/>
                <a:gd name="T30" fmla="*/ 581 w 1602"/>
                <a:gd name="T31" fmla="*/ 0 h 3926"/>
                <a:gd name="T32" fmla="*/ 295 w 1602"/>
                <a:gd name="T33" fmla="*/ 71 h 3926"/>
                <a:gd name="T34" fmla="*/ 0 w 1602"/>
                <a:gd name="T35" fmla="*/ 210 h 3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02" h="3926">
                  <a:moveTo>
                    <a:pt x="0" y="3926"/>
                  </a:moveTo>
                  <a:lnTo>
                    <a:pt x="295" y="3724"/>
                  </a:lnTo>
                  <a:lnTo>
                    <a:pt x="581" y="3465"/>
                  </a:lnTo>
                  <a:lnTo>
                    <a:pt x="847" y="3159"/>
                  </a:lnTo>
                  <a:lnTo>
                    <a:pt x="1083" y="2816"/>
                  </a:lnTo>
                  <a:lnTo>
                    <a:pt x="1283" y="2447"/>
                  </a:lnTo>
                  <a:lnTo>
                    <a:pt x="1439" y="2064"/>
                  </a:lnTo>
                  <a:lnTo>
                    <a:pt x="1547" y="1683"/>
                  </a:lnTo>
                  <a:lnTo>
                    <a:pt x="1602" y="1315"/>
                  </a:lnTo>
                  <a:lnTo>
                    <a:pt x="1602" y="971"/>
                  </a:lnTo>
                  <a:lnTo>
                    <a:pt x="1547" y="666"/>
                  </a:lnTo>
                  <a:lnTo>
                    <a:pt x="1439" y="408"/>
                  </a:lnTo>
                  <a:lnTo>
                    <a:pt x="1283" y="207"/>
                  </a:lnTo>
                  <a:lnTo>
                    <a:pt x="1083" y="69"/>
                  </a:lnTo>
                  <a:lnTo>
                    <a:pt x="847" y="0"/>
                  </a:lnTo>
                  <a:lnTo>
                    <a:pt x="581" y="0"/>
                  </a:lnTo>
                  <a:lnTo>
                    <a:pt x="295" y="71"/>
                  </a:lnTo>
                  <a:lnTo>
                    <a:pt x="0" y="21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2" name="Freeform 85">
              <a:extLst>
                <a:ext uri="{FF2B5EF4-FFF2-40B4-BE49-F238E27FC236}">
                  <a16:creationId xmlns:a16="http://schemas.microsoft.com/office/drawing/2014/main" id="{79204F91-87D3-4148-B32C-F3CA3EACD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" y="2823"/>
              <a:ext cx="163" cy="31"/>
            </a:xfrm>
            <a:custGeom>
              <a:avLst/>
              <a:gdLst>
                <a:gd name="T0" fmla="*/ 1138 w 1138"/>
                <a:gd name="T1" fmla="*/ 106 h 220"/>
                <a:gd name="T2" fmla="*/ 946 w 1138"/>
                <a:gd name="T3" fmla="*/ 28 h 220"/>
                <a:gd name="T4" fmla="*/ 730 w 1138"/>
                <a:gd name="T5" fmla="*/ 0 h 220"/>
                <a:gd name="T6" fmla="*/ 498 w 1138"/>
                <a:gd name="T7" fmla="*/ 23 h 220"/>
                <a:gd name="T8" fmla="*/ 252 w 1138"/>
                <a:gd name="T9" fmla="*/ 97 h 220"/>
                <a:gd name="T10" fmla="*/ 0 w 1138"/>
                <a:gd name="T11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8" h="220">
                  <a:moveTo>
                    <a:pt x="1138" y="106"/>
                  </a:moveTo>
                  <a:lnTo>
                    <a:pt x="946" y="28"/>
                  </a:lnTo>
                  <a:lnTo>
                    <a:pt x="730" y="0"/>
                  </a:lnTo>
                  <a:lnTo>
                    <a:pt x="498" y="23"/>
                  </a:lnTo>
                  <a:lnTo>
                    <a:pt x="252" y="97"/>
                  </a:lnTo>
                  <a:lnTo>
                    <a:pt x="0" y="22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3" name="Freeform 86">
              <a:extLst>
                <a:ext uri="{FF2B5EF4-FFF2-40B4-BE49-F238E27FC236}">
                  <a16:creationId xmlns:a16="http://schemas.microsoft.com/office/drawing/2014/main" id="{58E66C6C-81F2-42B3-ADAE-D71AFC8CA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3034"/>
              <a:ext cx="287" cy="370"/>
            </a:xfrm>
            <a:custGeom>
              <a:avLst/>
              <a:gdLst>
                <a:gd name="T0" fmla="*/ 294 w 2007"/>
                <a:gd name="T1" fmla="*/ 2531 h 2594"/>
                <a:gd name="T2" fmla="*/ 442 w 2007"/>
                <a:gd name="T3" fmla="*/ 2585 h 2594"/>
                <a:gd name="T4" fmla="*/ 609 w 2007"/>
                <a:gd name="T5" fmla="*/ 2594 h 2594"/>
                <a:gd name="T6" fmla="*/ 792 w 2007"/>
                <a:gd name="T7" fmla="*/ 2557 h 2594"/>
                <a:gd name="T8" fmla="*/ 981 w 2007"/>
                <a:gd name="T9" fmla="*/ 2473 h 2594"/>
                <a:gd name="T10" fmla="*/ 1172 w 2007"/>
                <a:gd name="T11" fmla="*/ 2348 h 2594"/>
                <a:gd name="T12" fmla="*/ 1356 w 2007"/>
                <a:gd name="T13" fmla="*/ 2183 h 2594"/>
                <a:gd name="T14" fmla="*/ 1528 w 2007"/>
                <a:gd name="T15" fmla="*/ 1988 h 2594"/>
                <a:gd name="T16" fmla="*/ 1680 w 2007"/>
                <a:gd name="T17" fmla="*/ 1767 h 2594"/>
                <a:gd name="T18" fmla="*/ 1810 w 2007"/>
                <a:gd name="T19" fmla="*/ 1529 h 2594"/>
                <a:gd name="T20" fmla="*/ 1909 w 2007"/>
                <a:gd name="T21" fmla="*/ 1283 h 2594"/>
                <a:gd name="T22" fmla="*/ 1976 w 2007"/>
                <a:gd name="T23" fmla="*/ 1038 h 2594"/>
                <a:gd name="T24" fmla="*/ 2007 w 2007"/>
                <a:gd name="T25" fmla="*/ 802 h 2594"/>
                <a:gd name="T26" fmla="*/ 2003 w 2007"/>
                <a:gd name="T27" fmla="*/ 584 h 2594"/>
                <a:gd name="T28" fmla="*/ 1962 w 2007"/>
                <a:gd name="T29" fmla="*/ 392 h 2594"/>
                <a:gd name="T30" fmla="*/ 1887 w 2007"/>
                <a:gd name="T31" fmla="*/ 232 h 2594"/>
                <a:gd name="T32" fmla="*/ 1780 w 2007"/>
                <a:gd name="T33" fmla="*/ 112 h 2594"/>
                <a:gd name="T34" fmla="*/ 1645 w 2007"/>
                <a:gd name="T35" fmla="*/ 33 h 2594"/>
                <a:gd name="T36" fmla="*/ 1486 w 2007"/>
                <a:gd name="T37" fmla="*/ 0 h 2594"/>
                <a:gd name="T38" fmla="*/ 1310 w 2007"/>
                <a:gd name="T39" fmla="*/ 15 h 2594"/>
                <a:gd name="T40" fmla="*/ 1124 w 2007"/>
                <a:gd name="T41" fmla="*/ 76 h 2594"/>
                <a:gd name="T42" fmla="*/ 934 w 2007"/>
                <a:gd name="T43" fmla="*/ 181 h 2594"/>
                <a:gd name="T44" fmla="*/ 745 w 2007"/>
                <a:gd name="T45" fmla="*/ 327 h 2594"/>
                <a:gd name="T46" fmla="*/ 566 w 2007"/>
                <a:gd name="T47" fmla="*/ 508 h 2594"/>
                <a:gd name="T48" fmla="*/ 402 w 2007"/>
                <a:gd name="T49" fmla="*/ 717 h 2594"/>
                <a:gd name="T50" fmla="*/ 262 w 2007"/>
                <a:gd name="T51" fmla="*/ 947 h 2594"/>
                <a:gd name="T52" fmla="*/ 147 w 2007"/>
                <a:gd name="T53" fmla="*/ 1190 h 2594"/>
                <a:gd name="T54" fmla="*/ 63 w 2007"/>
                <a:gd name="T55" fmla="*/ 1436 h 2594"/>
                <a:gd name="T56" fmla="*/ 14 w 2007"/>
                <a:gd name="T57" fmla="*/ 1678 h 2594"/>
                <a:gd name="T58" fmla="*/ 0 w 2007"/>
                <a:gd name="T59" fmla="*/ 1906 h 2594"/>
                <a:gd name="T60" fmla="*/ 23 w 2007"/>
                <a:gd name="T61" fmla="*/ 2113 h 2594"/>
                <a:gd name="T62" fmla="*/ 81 w 2007"/>
                <a:gd name="T63" fmla="*/ 2289 h 2594"/>
                <a:gd name="T64" fmla="*/ 173 w 2007"/>
                <a:gd name="T65" fmla="*/ 2431 h 2594"/>
                <a:gd name="T66" fmla="*/ 294 w 2007"/>
                <a:gd name="T67" fmla="*/ 2531 h 2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07" h="2594">
                  <a:moveTo>
                    <a:pt x="294" y="2531"/>
                  </a:moveTo>
                  <a:lnTo>
                    <a:pt x="442" y="2585"/>
                  </a:lnTo>
                  <a:lnTo>
                    <a:pt x="609" y="2594"/>
                  </a:lnTo>
                  <a:lnTo>
                    <a:pt x="792" y="2557"/>
                  </a:lnTo>
                  <a:lnTo>
                    <a:pt x="981" y="2473"/>
                  </a:lnTo>
                  <a:lnTo>
                    <a:pt x="1172" y="2348"/>
                  </a:lnTo>
                  <a:lnTo>
                    <a:pt x="1356" y="2183"/>
                  </a:lnTo>
                  <a:lnTo>
                    <a:pt x="1528" y="1988"/>
                  </a:lnTo>
                  <a:lnTo>
                    <a:pt x="1680" y="1767"/>
                  </a:lnTo>
                  <a:lnTo>
                    <a:pt x="1810" y="1529"/>
                  </a:lnTo>
                  <a:lnTo>
                    <a:pt x="1909" y="1283"/>
                  </a:lnTo>
                  <a:lnTo>
                    <a:pt x="1976" y="1038"/>
                  </a:lnTo>
                  <a:lnTo>
                    <a:pt x="2007" y="802"/>
                  </a:lnTo>
                  <a:lnTo>
                    <a:pt x="2003" y="584"/>
                  </a:lnTo>
                  <a:lnTo>
                    <a:pt x="1962" y="392"/>
                  </a:lnTo>
                  <a:lnTo>
                    <a:pt x="1887" y="232"/>
                  </a:lnTo>
                  <a:lnTo>
                    <a:pt x="1780" y="112"/>
                  </a:lnTo>
                  <a:lnTo>
                    <a:pt x="1645" y="33"/>
                  </a:lnTo>
                  <a:lnTo>
                    <a:pt x="1486" y="0"/>
                  </a:lnTo>
                  <a:lnTo>
                    <a:pt x="1310" y="15"/>
                  </a:lnTo>
                  <a:lnTo>
                    <a:pt x="1124" y="76"/>
                  </a:lnTo>
                  <a:lnTo>
                    <a:pt x="934" y="181"/>
                  </a:lnTo>
                  <a:lnTo>
                    <a:pt x="745" y="327"/>
                  </a:lnTo>
                  <a:lnTo>
                    <a:pt x="566" y="508"/>
                  </a:lnTo>
                  <a:lnTo>
                    <a:pt x="402" y="717"/>
                  </a:lnTo>
                  <a:lnTo>
                    <a:pt x="262" y="947"/>
                  </a:lnTo>
                  <a:lnTo>
                    <a:pt x="147" y="1190"/>
                  </a:lnTo>
                  <a:lnTo>
                    <a:pt x="63" y="1436"/>
                  </a:lnTo>
                  <a:lnTo>
                    <a:pt x="14" y="1678"/>
                  </a:lnTo>
                  <a:lnTo>
                    <a:pt x="0" y="1906"/>
                  </a:lnTo>
                  <a:lnTo>
                    <a:pt x="23" y="2113"/>
                  </a:lnTo>
                  <a:lnTo>
                    <a:pt x="81" y="2289"/>
                  </a:lnTo>
                  <a:lnTo>
                    <a:pt x="173" y="2431"/>
                  </a:lnTo>
                  <a:lnTo>
                    <a:pt x="294" y="2531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4" name="Freeform 87">
              <a:extLst>
                <a:ext uri="{FF2B5EF4-FFF2-40B4-BE49-F238E27FC236}">
                  <a16:creationId xmlns:a16="http://schemas.microsoft.com/office/drawing/2014/main" id="{FC2206E6-D452-4776-9FD5-66862D553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3076"/>
              <a:ext cx="108" cy="187"/>
            </a:xfrm>
            <a:custGeom>
              <a:avLst/>
              <a:gdLst>
                <a:gd name="T0" fmla="*/ 0 w 753"/>
                <a:gd name="T1" fmla="*/ 1304 h 1304"/>
                <a:gd name="T2" fmla="*/ 177 w 753"/>
                <a:gd name="T3" fmla="*/ 1134 h 1304"/>
                <a:gd name="T4" fmla="*/ 341 w 753"/>
                <a:gd name="T5" fmla="*/ 935 h 1304"/>
                <a:gd name="T6" fmla="*/ 484 w 753"/>
                <a:gd name="T7" fmla="*/ 714 h 1304"/>
                <a:gd name="T8" fmla="*/ 603 w 753"/>
                <a:gd name="T9" fmla="*/ 480 h 1304"/>
                <a:gd name="T10" fmla="*/ 694 w 753"/>
                <a:gd name="T11" fmla="*/ 238 h 1304"/>
                <a:gd name="T12" fmla="*/ 753 w 753"/>
                <a:gd name="T13" fmla="*/ 0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3" h="1304">
                  <a:moveTo>
                    <a:pt x="0" y="1304"/>
                  </a:moveTo>
                  <a:lnTo>
                    <a:pt x="177" y="1134"/>
                  </a:lnTo>
                  <a:lnTo>
                    <a:pt x="341" y="935"/>
                  </a:lnTo>
                  <a:lnTo>
                    <a:pt x="484" y="714"/>
                  </a:lnTo>
                  <a:lnTo>
                    <a:pt x="603" y="480"/>
                  </a:lnTo>
                  <a:lnTo>
                    <a:pt x="694" y="238"/>
                  </a:lnTo>
                  <a:lnTo>
                    <a:pt x="753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5" name="Line 88">
              <a:extLst>
                <a:ext uri="{FF2B5EF4-FFF2-40B4-BE49-F238E27FC236}">
                  <a16:creationId xmlns:a16="http://schemas.microsoft.com/office/drawing/2014/main" id="{6EC56C8D-33B2-4761-A5B7-E40B144CC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1" y="2838"/>
              <a:ext cx="172" cy="10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26" name="Text Box 89">
            <a:extLst>
              <a:ext uri="{FF2B5EF4-FFF2-40B4-BE49-F238E27FC236}">
                <a16:creationId xmlns:a16="http://schemas.microsoft.com/office/drawing/2014/main" id="{FAE64FD9-6FCD-4F55-BDD8-34D934027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73299"/>
            <a:ext cx="40751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分线框想形体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—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耳板</a:t>
            </a:r>
          </a:p>
        </p:txBody>
      </p:sp>
    </p:spTree>
  </p:cSld>
  <p:clrMapOvr>
    <a:masterClrMapping/>
  </p:clrMapOvr>
  <p:transition>
    <p:blinds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9" name="Group 2">
            <a:extLst>
              <a:ext uri="{FF2B5EF4-FFF2-40B4-BE49-F238E27FC236}">
                <a16:creationId xmlns:a16="http://schemas.microsoft.com/office/drawing/2014/main" id="{C0EC56CF-B057-4BC8-807D-39F2FE66FE17}"/>
              </a:ext>
            </a:extLst>
          </p:cNvPr>
          <p:cNvGrpSpPr>
            <a:grpSpLocks/>
          </p:cNvGrpSpPr>
          <p:nvPr/>
        </p:nvGrpSpPr>
        <p:grpSpPr bwMode="auto">
          <a:xfrm>
            <a:off x="852488" y="1487488"/>
            <a:ext cx="4922837" cy="4457700"/>
            <a:chOff x="537" y="937"/>
            <a:chExt cx="3101" cy="2808"/>
          </a:xfrm>
        </p:grpSpPr>
        <p:sp>
          <p:nvSpPr>
            <p:cNvPr id="4130" name="Oval 3">
              <a:extLst>
                <a:ext uri="{FF2B5EF4-FFF2-40B4-BE49-F238E27FC236}">
                  <a16:creationId xmlns:a16="http://schemas.microsoft.com/office/drawing/2014/main" id="{9593F4F2-DDC9-4CA4-B438-A6FBC8C26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081"/>
              <a:ext cx="364" cy="360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31" name="Line 4">
              <a:extLst>
                <a:ext uri="{FF2B5EF4-FFF2-40B4-BE49-F238E27FC236}">
                  <a16:creationId xmlns:a16="http://schemas.microsoft.com/office/drawing/2014/main" id="{A14394D1-A377-410E-9FA1-8D88E8C8F7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" y="1933"/>
              <a:ext cx="0" cy="221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2" name="Line 5">
              <a:extLst>
                <a:ext uri="{FF2B5EF4-FFF2-40B4-BE49-F238E27FC236}">
                  <a16:creationId xmlns:a16="http://schemas.microsoft.com/office/drawing/2014/main" id="{FD0FD50E-10DB-4BD9-8660-3BC9C118C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929"/>
              <a:ext cx="74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3" name="Freeform 6">
              <a:extLst>
                <a:ext uri="{FF2B5EF4-FFF2-40B4-BE49-F238E27FC236}">
                  <a16:creationId xmlns:a16="http://schemas.microsoft.com/office/drawing/2014/main" id="{603323A8-74DA-458F-99A0-118D23BE8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961"/>
              <a:ext cx="520" cy="968"/>
            </a:xfrm>
            <a:custGeom>
              <a:avLst/>
              <a:gdLst>
                <a:gd name="T0" fmla="*/ 0 w 520"/>
                <a:gd name="T1" fmla="*/ 968 h 968"/>
                <a:gd name="T2" fmla="*/ 0 w 520"/>
                <a:gd name="T3" fmla="*/ 0 h 968"/>
                <a:gd name="T4" fmla="*/ 520 w 520"/>
                <a:gd name="T5" fmla="*/ 0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0" h="968">
                  <a:moveTo>
                    <a:pt x="0" y="968"/>
                  </a:moveTo>
                  <a:lnTo>
                    <a:pt x="0" y="0"/>
                  </a:lnTo>
                  <a:lnTo>
                    <a:pt x="52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4" name="Freeform 7">
              <a:extLst>
                <a:ext uri="{FF2B5EF4-FFF2-40B4-BE49-F238E27FC236}">
                  <a16:creationId xmlns:a16="http://schemas.microsoft.com/office/drawing/2014/main" id="{56872D32-4579-46A0-9F5D-B61D65DC8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1557"/>
              <a:ext cx="1264" cy="596"/>
            </a:xfrm>
            <a:custGeom>
              <a:avLst/>
              <a:gdLst>
                <a:gd name="T0" fmla="*/ 0 w 1264"/>
                <a:gd name="T1" fmla="*/ 596 h 596"/>
                <a:gd name="T2" fmla="*/ 932 w 1264"/>
                <a:gd name="T3" fmla="*/ 596 h 596"/>
                <a:gd name="T4" fmla="*/ 932 w 1264"/>
                <a:gd name="T5" fmla="*/ 0 h 596"/>
                <a:gd name="T6" fmla="*/ 1264 w 1264"/>
                <a:gd name="T7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4" h="596">
                  <a:moveTo>
                    <a:pt x="0" y="596"/>
                  </a:moveTo>
                  <a:lnTo>
                    <a:pt x="932" y="596"/>
                  </a:lnTo>
                  <a:lnTo>
                    <a:pt x="932" y="0"/>
                  </a:lnTo>
                  <a:lnTo>
                    <a:pt x="126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5" name="Line 8">
              <a:extLst>
                <a:ext uri="{FF2B5EF4-FFF2-40B4-BE49-F238E27FC236}">
                  <a16:creationId xmlns:a16="http://schemas.microsoft.com/office/drawing/2014/main" id="{4A10749B-4BE4-4D1D-B3BD-2A83C8432B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" y="1185"/>
              <a:ext cx="596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6" name="Line 9">
              <a:extLst>
                <a:ext uri="{FF2B5EF4-FFF2-40B4-BE49-F238E27FC236}">
                  <a16:creationId xmlns:a16="http://schemas.microsoft.com/office/drawing/2014/main" id="{B155B731-426E-4795-A43E-A039CEB20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7" name="Line 10">
              <a:extLst>
                <a:ext uri="{FF2B5EF4-FFF2-40B4-BE49-F238E27FC236}">
                  <a16:creationId xmlns:a16="http://schemas.microsoft.com/office/drawing/2014/main" id="{C887E350-412B-4448-87D5-80FB34169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8" name="Line 11">
              <a:extLst>
                <a:ext uri="{FF2B5EF4-FFF2-40B4-BE49-F238E27FC236}">
                  <a16:creationId xmlns:a16="http://schemas.microsoft.com/office/drawing/2014/main" id="{1F8F61D5-8855-4B13-A063-DECF6C9C61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961"/>
              <a:ext cx="0" cy="596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39" name="Arc 12">
              <a:extLst>
                <a:ext uri="{FF2B5EF4-FFF2-40B4-BE49-F238E27FC236}">
                  <a16:creationId xmlns:a16="http://schemas.microsoft.com/office/drawing/2014/main" id="{7006F14C-90F9-450F-A550-356C047C1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961"/>
              <a:ext cx="296" cy="596"/>
            </a:xfrm>
            <a:custGeom>
              <a:avLst/>
              <a:gdLst>
                <a:gd name="T0" fmla="*/ 177 w 21600"/>
                <a:gd name="T1" fmla="*/ -1 h 43197"/>
                <a:gd name="T2" fmla="*/ 21600 w 21600"/>
                <a:gd name="T3" fmla="*/ 21599 h 43197"/>
                <a:gd name="T4" fmla="*/ 295 w 21600"/>
                <a:gd name="T5" fmla="*/ 43196 h 43197"/>
                <a:gd name="T6" fmla="*/ 177 w 21600"/>
                <a:gd name="T7" fmla="*/ -1 h 43197"/>
                <a:gd name="T8" fmla="*/ 21600 w 21600"/>
                <a:gd name="T9" fmla="*/ 21599 h 43197"/>
                <a:gd name="T10" fmla="*/ 295 w 21600"/>
                <a:gd name="T11" fmla="*/ 43196 h 43197"/>
                <a:gd name="T12" fmla="*/ 0 w 21600"/>
                <a:gd name="T13" fmla="*/ 21599 h 43197"/>
                <a:gd name="T14" fmla="*/ 177 w 21600"/>
                <a:gd name="T15" fmla="*/ -1 h 4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43197" fill="none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</a:path>
                <a:path w="21600" h="43197" stroke="0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  <a:lnTo>
                    <a:pt x="0" y="21599"/>
                  </a:lnTo>
                  <a:lnTo>
                    <a:pt x="177" y="-1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0" name="Rectangle 13">
              <a:extLst>
                <a:ext uri="{FF2B5EF4-FFF2-40B4-BE49-F238E27FC236}">
                  <a16:creationId xmlns:a16="http://schemas.microsoft.com/office/drawing/2014/main" id="{DF390BF1-D2C5-4DCB-8914-933166E55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961"/>
              <a:ext cx="1192" cy="1192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41" name="Rectangle 14">
              <a:extLst>
                <a:ext uri="{FF2B5EF4-FFF2-40B4-BE49-F238E27FC236}">
                  <a16:creationId xmlns:a16="http://schemas.microsoft.com/office/drawing/2014/main" id="{5F4EF9AB-3DEA-4F4E-9FD3-1C3251609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185"/>
              <a:ext cx="180" cy="74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42" name="Rectangle 15">
              <a:extLst>
                <a:ext uri="{FF2B5EF4-FFF2-40B4-BE49-F238E27FC236}">
                  <a16:creationId xmlns:a16="http://schemas.microsoft.com/office/drawing/2014/main" id="{1CDF7E8B-5BD4-4B27-B48E-1F17A9655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929"/>
              <a:ext cx="1192" cy="22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43" name="Freeform 16">
              <a:extLst>
                <a:ext uri="{FF2B5EF4-FFF2-40B4-BE49-F238E27FC236}">
                  <a16:creationId xmlns:a16="http://schemas.microsoft.com/office/drawing/2014/main" id="{DE4EE763-87A0-4DA8-A749-E9568ED24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961"/>
              <a:ext cx="224" cy="596"/>
            </a:xfrm>
            <a:custGeom>
              <a:avLst/>
              <a:gdLst>
                <a:gd name="T0" fmla="*/ 0 w 224"/>
                <a:gd name="T1" fmla="*/ 596 h 596"/>
                <a:gd name="T2" fmla="*/ 224 w 224"/>
                <a:gd name="T3" fmla="*/ 596 h 596"/>
                <a:gd name="T4" fmla="*/ 224 w 224"/>
                <a:gd name="T5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596"/>
                  </a:moveTo>
                  <a:lnTo>
                    <a:pt x="224" y="596"/>
                  </a:lnTo>
                  <a:lnTo>
                    <a:pt x="224" y="0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4" name="Line 17">
              <a:extLst>
                <a:ext uri="{FF2B5EF4-FFF2-40B4-BE49-F238E27FC236}">
                  <a16:creationId xmlns:a16="http://schemas.microsoft.com/office/drawing/2014/main" id="{58C601EE-1EFD-4E17-8E13-D4E922437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5" name="Line 18">
              <a:extLst>
                <a:ext uri="{FF2B5EF4-FFF2-40B4-BE49-F238E27FC236}">
                  <a16:creationId xmlns:a16="http://schemas.microsoft.com/office/drawing/2014/main" id="{F27D93A0-9E61-416B-A88D-033A83295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6" name="Line 19">
              <a:extLst>
                <a:ext uri="{FF2B5EF4-FFF2-40B4-BE49-F238E27FC236}">
                  <a16:creationId xmlns:a16="http://schemas.microsoft.com/office/drawing/2014/main" id="{96B64598-56CE-48C0-AABB-B5AE2D841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7" name="Line 20">
              <a:extLst>
                <a:ext uri="{FF2B5EF4-FFF2-40B4-BE49-F238E27FC236}">
                  <a16:creationId xmlns:a16="http://schemas.microsoft.com/office/drawing/2014/main" id="{E2C1E948-E200-4D59-A722-33F291F3C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8" name="Freeform 21">
              <a:extLst>
                <a:ext uri="{FF2B5EF4-FFF2-40B4-BE49-F238E27FC236}">
                  <a16:creationId xmlns:a16="http://schemas.microsoft.com/office/drawing/2014/main" id="{784EDD9F-5664-4D34-80D7-EBC9A2B5E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961"/>
              <a:ext cx="224" cy="596"/>
            </a:xfrm>
            <a:custGeom>
              <a:avLst/>
              <a:gdLst>
                <a:gd name="T0" fmla="*/ 0 w 224"/>
                <a:gd name="T1" fmla="*/ 0 h 596"/>
                <a:gd name="T2" fmla="*/ 0 w 224"/>
                <a:gd name="T3" fmla="*/ 596 h 596"/>
                <a:gd name="T4" fmla="*/ 224 w 224"/>
                <a:gd name="T5" fmla="*/ 59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0"/>
                  </a:moveTo>
                  <a:lnTo>
                    <a:pt x="0" y="596"/>
                  </a:lnTo>
                  <a:lnTo>
                    <a:pt x="224" y="596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49" name="Line 22">
              <a:extLst>
                <a:ext uri="{FF2B5EF4-FFF2-40B4-BE49-F238E27FC236}">
                  <a16:creationId xmlns:a16="http://schemas.microsoft.com/office/drawing/2014/main" id="{887947BA-0405-40E6-9C4B-E432699EC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1869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0" name="Line 23">
              <a:extLst>
                <a:ext uri="{FF2B5EF4-FFF2-40B4-BE49-F238E27FC236}">
                  <a16:creationId xmlns:a16="http://schemas.microsoft.com/office/drawing/2014/main" id="{80D9D3E3-414E-4FB3-AA60-1B675AB4C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065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1" name="Line 24">
              <a:extLst>
                <a:ext uri="{FF2B5EF4-FFF2-40B4-BE49-F238E27FC236}">
                  <a16:creationId xmlns:a16="http://schemas.microsoft.com/office/drawing/2014/main" id="{D777E672-2129-4C08-9BFD-7D3F4BCD5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141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2" name="Line 25">
              <a:extLst>
                <a:ext uri="{FF2B5EF4-FFF2-40B4-BE49-F238E27FC236}">
                  <a16:creationId xmlns:a16="http://schemas.microsoft.com/office/drawing/2014/main" id="{D74B647E-5385-4153-8616-A6F2EEF11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865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3" name="Line 26">
              <a:extLst>
                <a:ext uri="{FF2B5EF4-FFF2-40B4-BE49-F238E27FC236}">
                  <a16:creationId xmlns:a16="http://schemas.microsoft.com/office/drawing/2014/main" id="{0AD2693D-68A4-487A-90B9-32C535083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061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4" name="Line 27">
              <a:extLst>
                <a:ext uri="{FF2B5EF4-FFF2-40B4-BE49-F238E27FC236}">
                  <a16:creationId xmlns:a16="http://schemas.microsoft.com/office/drawing/2014/main" id="{E3F89F53-A03A-4182-939B-FF3693221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133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5" name="Line 28">
              <a:extLst>
                <a:ext uri="{FF2B5EF4-FFF2-40B4-BE49-F238E27FC236}">
                  <a16:creationId xmlns:a16="http://schemas.microsoft.com/office/drawing/2014/main" id="{283FD634-094F-4305-974B-6A0B53C57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6" name="Line 29">
              <a:extLst>
                <a:ext uri="{FF2B5EF4-FFF2-40B4-BE49-F238E27FC236}">
                  <a16:creationId xmlns:a16="http://schemas.microsoft.com/office/drawing/2014/main" id="{75122606-84D7-4930-B9ED-4A77EECC3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7" name="Line 30">
              <a:extLst>
                <a:ext uri="{FF2B5EF4-FFF2-40B4-BE49-F238E27FC236}">
                  <a16:creationId xmlns:a16="http://schemas.microsoft.com/office/drawing/2014/main" id="{E2DFBA59-15A4-431D-AB51-EF7E77349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257"/>
              <a:ext cx="14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8" name="Line 31">
              <a:extLst>
                <a:ext uri="{FF2B5EF4-FFF2-40B4-BE49-F238E27FC236}">
                  <a16:creationId xmlns:a16="http://schemas.microsoft.com/office/drawing/2014/main" id="{17FF2C13-E8CA-45BA-9AD7-5289D45F6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59" name="Line 32">
              <a:extLst>
                <a:ext uri="{FF2B5EF4-FFF2-40B4-BE49-F238E27FC236}">
                  <a16:creationId xmlns:a16="http://schemas.microsoft.com/office/drawing/2014/main" id="{E0AF8537-0BFB-4F95-96A5-0EEA43E72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0" name="Line 33">
              <a:extLst>
                <a:ext uri="{FF2B5EF4-FFF2-40B4-BE49-F238E27FC236}">
                  <a16:creationId xmlns:a16="http://schemas.microsoft.com/office/drawing/2014/main" id="{B42459B1-889E-42DA-A900-FE48FEE80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1257"/>
              <a:ext cx="148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1" name="Line 34">
              <a:extLst>
                <a:ext uri="{FF2B5EF4-FFF2-40B4-BE49-F238E27FC236}">
                  <a16:creationId xmlns:a16="http://schemas.microsoft.com/office/drawing/2014/main" id="{81E76F93-9018-4AD3-AF3A-5DC8BDC74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2" name="Line 35">
              <a:extLst>
                <a:ext uri="{FF2B5EF4-FFF2-40B4-BE49-F238E27FC236}">
                  <a16:creationId xmlns:a16="http://schemas.microsoft.com/office/drawing/2014/main" id="{6306DF65-3CA0-4DEE-82CF-C216D5EAC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3" name="Line 36">
              <a:extLst>
                <a:ext uri="{FF2B5EF4-FFF2-40B4-BE49-F238E27FC236}">
                  <a16:creationId xmlns:a16="http://schemas.microsoft.com/office/drawing/2014/main" id="{AE3570AC-68BB-49AC-825C-8ABF0E611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" y="1257"/>
              <a:ext cx="3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4" name="Line 37">
              <a:extLst>
                <a:ext uri="{FF2B5EF4-FFF2-40B4-BE49-F238E27FC236}">
                  <a16:creationId xmlns:a16="http://schemas.microsoft.com/office/drawing/2014/main" id="{971AF027-749C-4678-8C09-C87C0179B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937"/>
              <a:ext cx="0" cy="3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5" name="Line 38">
              <a:extLst>
                <a:ext uri="{FF2B5EF4-FFF2-40B4-BE49-F238E27FC236}">
                  <a16:creationId xmlns:a16="http://schemas.microsoft.com/office/drawing/2014/main" id="{F6071347-3CCC-4464-951E-F0180548E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6" name="Line 39">
              <a:extLst>
                <a:ext uri="{FF2B5EF4-FFF2-40B4-BE49-F238E27FC236}">
                  <a16:creationId xmlns:a16="http://schemas.microsoft.com/office/drawing/2014/main" id="{4931E3CB-7029-47CA-AEB8-DDDB5173F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89"/>
              <a:ext cx="0" cy="24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7" name="Freeform 40">
              <a:extLst>
                <a:ext uri="{FF2B5EF4-FFF2-40B4-BE49-F238E27FC236}">
                  <a16:creationId xmlns:a16="http://schemas.microsoft.com/office/drawing/2014/main" id="{9BF75AD2-C63A-49E8-BFFB-FE12BEC52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493"/>
              <a:ext cx="524" cy="1192"/>
            </a:xfrm>
            <a:custGeom>
              <a:avLst/>
              <a:gdLst>
                <a:gd name="T0" fmla="*/ 0 w 524"/>
                <a:gd name="T1" fmla="*/ 1192 h 1192"/>
                <a:gd name="T2" fmla="*/ 524 w 524"/>
                <a:gd name="T3" fmla="*/ 1192 h 1192"/>
                <a:gd name="T4" fmla="*/ 524 w 524"/>
                <a:gd name="T5" fmla="*/ 0 h 1192"/>
                <a:gd name="T6" fmla="*/ 12 w 524"/>
                <a:gd name="T7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4" h="1192">
                  <a:moveTo>
                    <a:pt x="0" y="1192"/>
                  </a:moveTo>
                  <a:lnTo>
                    <a:pt x="524" y="1192"/>
                  </a:lnTo>
                  <a:lnTo>
                    <a:pt x="524" y="0"/>
                  </a:lnTo>
                  <a:lnTo>
                    <a:pt x="1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8" name="Arc 41">
              <a:extLst>
                <a:ext uri="{FF2B5EF4-FFF2-40B4-BE49-F238E27FC236}">
                  <a16:creationId xmlns:a16="http://schemas.microsoft.com/office/drawing/2014/main" id="{FCF24413-8733-4770-96C7-706C94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497"/>
              <a:ext cx="227" cy="222"/>
            </a:xfrm>
            <a:custGeom>
              <a:avLst/>
              <a:gdLst>
                <a:gd name="T0" fmla="*/ 0 w 22401"/>
                <a:gd name="T1" fmla="*/ 21685 h 21686"/>
                <a:gd name="T2" fmla="*/ 0 w 22401"/>
                <a:gd name="T3" fmla="*/ 21600 h 21686"/>
                <a:gd name="T4" fmla="*/ 21600 w 22401"/>
                <a:gd name="T5" fmla="*/ 0 h 21686"/>
                <a:gd name="T6" fmla="*/ 22401 w 22401"/>
                <a:gd name="T7" fmla="*/ 14 h 21686"/>
                <a:gd name="T8" fmla="*/ 0 w 22401"/>
                <a:gd name="T9" fmla="*/ 21685 h 21686"/>
                <a:gd name="T10" fmla="*/ 0 w 22401"/>
                <a:gd name="T11" fmla="*/ 21600 h 21686"/>
                <a:gd name="T12" fmla="*/ 21600 w 22401"/>
                <a:gd name="T13" fmla="*/ 0 h 21686"/>
                <a:gd name="T14" fmla="*/ 22401 w 22401"/>
                <a:gd name="T15" fmla="*/ 14 h 21686"/>
                <a:gd name="T16" fmla="*/ 21600 w 22401"/>
                <a:gd name="T17" fmla="*/ 21600 h 21686"/>
                <a:gd name="T18" fmla="*/ 0 w 22401"/>
                <a:gd name="T19" fmla="*/ 21685 h 2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01" h="21686" fill="none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</a:path>
                <a:path w="22401" h="21686" stroke="0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  <a:lnTo>
                    <a:pt x="21600" y="21600"/>
                  </a:lnTo>
                  <a:lnTo>
                    <a:pt x="0" y="21685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69" name="Arc 42">
              <a:extLst>
                <a:ext uri="{FF2B5EF4-FFF2-40B4-BE49-F238E27FC236}">
                  <a16:creationId xmlns:a16="http://schemas.microsoft.com/office/drawing/2014/main" id="{CE390982-0017-4305-A60A-2AFAC5B5204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38" y="3457"/>
              <a:ext cx="216" cy="228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0" name="Line 43">
              <a:extLst>
                <a:ext uri="{FF2B5EF4-FFF2-40B4-BE49-F238E27FC236}">
                  <a16:creationId xmlns:a16="http://schemas.microsoft.com/office/drawing/2014/main" id="{4B120C60-E355-45F0-BA7B-ACF0A3560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" y="2713"/>
              <a:ext cx="0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1" name="Rectangle 44">
              <a:extLst>
                <a:ext uri="{FF2B5EF4-FFF2-40B4-BE49-F238E27FC236}">
                  <a16:creationId xmlns:a16="http://schemas.microsoft.com/office/drawing/2014/main" id="{1775C323-5C1C-48C0-8C08-E65D546B0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3001"/>
              <a:ext cx="596" cy="1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72" name="Freeform 45">
              <a:extLst>
                <a:ext uri="{FF2B5EF4-FFF2-40B4-BE49-F238E27FC236}">
                  <a16:creationId xmlns:a16="http://schemas.microsoft.com/office/drawing/2014/main" id="{3502D3B4-08D1-4E38-83CF-C57177EB5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93"/>
              <a:ext cx="632" cy="1192"/>
            </a:xfrm>
            <a:custGeom>
              <a:avLst/>
              <a:gdLst>
                <a:gd name="T0" fmla="*/ 0 w 632"/>
                <a:gd name="T1" fmla="*/ 1192 h 1192"/>
                <a:gd name="T2" fmla="*/ 632 w 632"/>
                <a:gd name="T3" fmla="*/ 1192 h 1192"/>
                <a:gd name="T4" fmla="*/ 632 w 632"/>
                <a:gd name="T5" fmla="*/ 968 h 1192"/>
                <a:gd name="T6" fmla="*/ 0 w 632"/>
                <a:gd name="T7" fmla="*/ 968 h 1192"/>
                <a:gd name="T8" fmla="*/ 0 w 632"/>
                <a:gd name="T9" fmla="*/ 224 h 1192"/>
                <a:gd name="T10" fmla="*/ 632 w 632"/>
                <a:gd name="T11" fmla="*/ 224 h 1192"/>
                <a:gd name="T12" fmla="*/ 632 w 632"/>
                <a:gd name="T13" fmla="*/ 0 h 1192"/>
                <a:gd name="T14" fmla="*/ 0 w 632"/>
                <a:gd name="T1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2" h="1192">
                  <a:moveTo>
                    <a:pt x="0" y="1192"/>
                  </a:moveTo>
                  <a:lnTo>
                    <a:pt x="632" y="1192"/>
                  </a:lnTo>
                  <a:lnTo>
                    <a:pt x="632" y="968"/>
                  </a:lnTo>
                  <a:lnTo>
                    <a:pt x="0" y="968"/>
                  </a:lnTo>
                  <a:lnTo>
                    <a:pt x="0" y="224"/>
                  </a:lnTo>
                  <a:lnTo>
                    <a:pt x="632" y="224"/>
                  </a:lnTo>
                  <a:lnTo>
                    <a:pt x="632" y="0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3" name="Line 46">
              <a:extLst>
                <a:ext uri="{FF2B5EF4-FFF2-40B4-BE49-F238E27FC236}">
                  <a16:creationId xmlns:a16="http://schemas.microsoft.com/office/drawing/2014/main" id="{2F68C8DA-5C13-4756-B4C9-805B9F69B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4" name="Line 47">
              <a:extLst>
                <a:ext uri="{FF2B5EF4-FFF2-40B4-BE49-F238E27FC236}">
                  <a16:creationId xmlns:a16="http://schemas.microsoft.com/office/drawing/2014/main" id="{4C9FD410-70F8-496A-A234-855007244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5" name="Line 48">
              <a:extLst>
                <a:ext uri="{FF2B5EF4-FFF2-40B4-BE49-F238E27FC236}">
                  <a16:creationId xmlns:a16="http://schemas.microsoft.com/office/drawing/2014/main" id="{09C68975-56EC-4EFA-A4F4-A6E5FF7B08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6" name="Line 49">
              <a:extLst>
                <a:ext uri="{FF2B5EF4-FFF2-40B4-BE49-F238E27FC236}">
                  <a16:creationId xmlns:a16="http://schemas.microsoft.com/office/drawing/2014/main" id="{A56908EF-8D42-42DF-AD36-F052183C63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7" name="Line 50">
              <a:extLst>
                <a:ext uri="{FF2B5EF4-FFF2-40B4-BE49-F238E27FC236}">
                  <a16:creationId xmlns:a16="http://schemas.microsoft.com/office/drawing/2014/main" id="{16E6F3FE-F532-40AD-A303-392E1E351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357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8" name="Line 51">
              <a:extLst>
                <a:ext uri="{FF2B5EF4-FFF2-40B4-BE49-F238E27FC236}">
                  <a16:creationId xmlns:a16="http://schemas.microsoft.com/office/drawing/2014/main" id="{352E5429-408A-4019-8FF4-C0426DF1F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53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79" name="Line 52">
              <a:extLst>
                <a:ext uri="{FF2B5EF4-FFF2-40B4-BE49-F238E27FC236}">
                  <a16:creationId xmlns:a16="http://schemas.microsoft.com/office/drawing/2014/main" id="{B9B934F9-B6AB-42BA-8C67-7C04C41C3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613"/>
              <a:ext cx="0" cy="1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0" name="Line 53">
              <a:extLst>
                <a:ext uri="{FF2B5EF4-FFF2-40B4-BE49-F238E27FC236}">
                  <a16:creationId xmlns:a16="http://schemas.microsoft.com/office/drawing/2014/main" id="{6C272255-51CB-45CF-8D3B-9CCE77D45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409"/>
              <a:ext cx="0" cy="17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1" name="Line 54">
              <a:extLst>
                <a:ext uri="{FF2B5EF4-FFF2-40B4-BE49-F238E27FC236}">
                  <a16:creationId xmlns:a16="http://schemas.microsoft.com/office/drawing/2014/main" id="{1A3B4607-A069-42DA-8290-2623021F6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1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2" name="Line 55">
              <a:extLst>
                <a:ext uri="{FF2B5EF4-FFF2-40B4-BE49-F238E27FC236}">
                  <a16:creationId xmlns:a16="http://schemas.microsoft.com/office/drawing/2014/main" id="{65F9B073-9B7D-4D4E-B87E-6A47A1C63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93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3" name="Oval 56">
              <a:extLst>
                <a:ext uri="{FF2B5EF4-FFF2-40B4-BE49-F238E27FC236}">
                  <a16:creationId xmlns:a16="http://schemas.microsoft.com/office/drawing/2014/main" id="{E6EACED0-B05B-4AF1-82B3-30C5F9F3C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3353"/>
              <a:ext cx="216" cy="216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84" name="Oval 57">
              <a:extLst>
                <a:ext uri="{FF2B5EF4-FFF2-40B4-BE49-F238E27FC236}">
                  <a16:creationId xmlns:a16="http://schemas.microsoft.com/office/drawing/2014/main" id="{C18EA21A-D4EF-4493-96B1-208906D8C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613"/>
              <a:ext cx="220" cy="208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185" name="Line 58">
              <a:extLst>
                <a:ext uri="{FF2B5EF4-FFF2-40B4-BE49-F238E27FC236}">
                  <a16:creationId xmlns:a16="http://schemas.microsoft.com/office/drawing/2014/main" id="{A7702927-E62C-418E-BDAE-93CC5AE3F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1849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6" name="Line 59">
              <a:extLst>
                <a:ext uri="{FF2B5EF4-FFF2-40B4-BE49-F238E27FC236}">
                  <a16:creationId xmlns:a16="http://schemas.microsoft.com/office/drawing/2014/main" id="{4CA2D58F-7F8F-45D4-AB70-E8D28AE4D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7" name="Line 60">
              <a:extLst>
                <a:ext uri="{FF2B5EF4-FFF2-40B4-BE49-F238E27FC236}">
                  <a16:creationId xmlns:a16="http://schemas.microsoft.com/office/drawing/2014/main" id="{C6424570-7F0B-4558-81D1-B35EDD785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85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8" name="Line 61">
              <a:extLst>
                <a:ext uri="{FF2B5EF4-FFF2-40B4-BE49-F238E27FC236}">
                  <a16:creationId xmlns:a16="http://schemas.microsoft.com/office/drawing/2014/main" id="{D37AD75C-F94A-492B-B966-D7BAF8E8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" y="2713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89" name="Line 62">
              <a:extLst>
                <a:ext uri="{FF2B5EF4-FFF2-40B4-BE49-F238E27FC236}">
                  <a16:creationId xmlns:a16="http://schemas.microsoft.com/office/drawing/2014/main" id="{1E8AE851-962A-4063-832C-7F9383D97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2569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0" name="Line 63">
              <a:extLst>
                <a:ext uri="{FF2B5EF4-FFF2-40B4-BE49-F238E27FC236}">
                  <a16:creationId xmlns:a16="http://schemas.microsoft.com/office/drawing/2014/main" id="{B23729E4-5FC2-4BAE-A067-29A3B831E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3465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1" name="Line 64">
              <a:extLst>
                <a:ext uri="{FF2B5EF4-FFF2-40B4-BE49-F238E27FC236}">
                  <a16:creationId xmlns:a16="http://schemas.microsoft.com/office/drawing/2014/main" id="{EAF25597-C505-462D-88DB-89616B35D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3321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2" name="Line 65">
              <a:extLst>
                <a:ext uri="{FF2B5EF4-FFF2-40B4-BE49-F238E27FC236}">
                  <a16:creationId xmlns:a16="http://schemas.microsoft.com/office/drawing/2014/main" id="{4EBB620F-DACC-4416-A73C-001114046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2493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3" name="Line 66">
              <a:extLst>
                <a:ext uri="{FF2B5EF4-FFF2-40B4-BE49-F238E27FC236}">
                  <a16:creationId xmlns:a16="http://schemas.microsoft.com/office/drawing/2014/main" id="{6B96FDE0-1F02-46A6-B40F-17E513607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3685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4" name="Line 67">
              <a:extLst>
                <a:ext uri="{FF2B5EF4-FFF2-40B4-BE49-F238E27FC236}">
                  <a16:creationId xmlns:a16="http://schemas.microsoft.com/office/drawing/2014/main" id="{A1110DEC-88B0-423E-9699-17E796CE6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5" name="Line 68">
              <a:extLst>
                <a:ext uri="{FF2B5EF4-FFF2-40B4-BE49-F238E27FC236}">
                  <a16:creationId xmlns:a16="http://schemas.microsoft.com/office/drawing/2014/main" id="{E8D2EFCE-342A-468F-837A-1678B122D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6" name="Line 69">
              <a:extLst>
                <a:ext uri="{FF2B5EF4-FFF2-40B4-BE49-F238E27FC236}">
                  <a16:creationId xmlns:a16="http://schemas.microsoft.com/office/drawing/2014/main" id="{8238AAD0-FAC5-4510-9201-34056B5E3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7" name="Line 70">
              <a:extLst>
                <a:ext uri="{FF2B5EF4-FFF2-40B4-BE49-F238E27FC236}">
                  <a16:creationId xmlns:a16="http://schemas.microsoft.com/office/drawing/2014/main" id="{0FFEA568-AD0F-45F0-AD7D-912601F29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198" name="Line 71">
            <a:extLst>
              <a:ext uri="{FF2B5EF4-FFF2-40B4-BE49-F238E27FC236}">
                <a16:creationId xmlns:a16="http://schemas.microsoft.com/office/drawing/2014/main" id="{4B6388F2-B1EB-49F5-8B84-1E1CA7DE1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5510213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" name="Line 72">
            <a:extLst>
              <a:ext uri="{FF2B5EF4-FFF2-40B4-BE49-F238E27FC236}">
                <a16:creationId xmlns:a16="http://schemas.microsoft.com/office/drawing/2014/main" id="{54CE3251-705A-438A-BF48-C283D2E826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8388" y="3971925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" name="Freeform 73">
            <a:extLst>
              <a:ext uri="{FF2B5EF4-FFF2-40B4-BE49-F238E27FC236}">
                <a16:creationId xmlns:a16="http://schemas.microsoft.com/office/drawing/2014/main" id="{4F67DC9F-35DA-4339-88BC-AE9A6C9EF1EF}"/>
              </a:ext>
            </a:extLst>
          </p:cNvPr>
          <p:cNvSpPr>
            <a:spLocks/>
          </p:cNvSpPr>
          <p:nvPr/>
        </p:nvSpPr>
        <p:spPr bwMode="auto">
          <a:xfrm>
            <a:off x="1138238" y="1947863"/>
            <a:ext cx="871537" cy="1090612"/>
          </a:xfrm>
          <a:custGeom>
            <a:avLst/>
            <a:gdLst>
              <a:gd name="T0" fmla="*/ 0 w 549"/>
              <a:gd name="T1" fmla="*/ 687 h 687"/>
              <a:gd name="T2" fmla="*/ 549 w 549"/>
              <a:gd name="T3" fmla="*/ 687 h 687"/>
              <a:gd name="T4" fmla="*/ 549 w 549"/>
              <a:gd name="T5" fmla="*/ 0 h 687"/>
              <a:gd name="T6" fmla="*/ 0 w 549"/>
              <a:gd name="T7" fmla="*/ 687 h 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9" h="687">
                <a:moveTo>
                  <a:pt x="0" y="687"/>
                </a:moveTo>
                <a:lnTo>
                  <a:pt x="549" y="687"/>
                </a:lnTo>
                <a:lnTo>
                  <a:pt x="549" y="0"/>
                </a:lnTo>
                <a:lnTo>
                  <a:pt x="0" y="687"/>
                </a:lnTo>
                <a:close/>
              </a:path>
            </a:pathLst>
          </a:cu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" name="Rectangle 74">
            <a:extLst>
              <a:ext uri="{FF2B5EF4-FFF2-40B4-BE49-F238E27FC236}">
                <a16:creationId xmlns:a16="http://schemas.microsoft.com/office/drawing/2014/main" id="{BA12A802-9A40-447E-9594-AFB051A0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663" y="4776788"/>
            <a:ext cx="900112" cy="242887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4202" name="Rectangle 75">
            <a:extLst>
              <a:ext uri="{FF2B5EF4-FFF2-40B4-BE49-F238E27FC236}">
                <a16:creationId xmlns:a16="http://schemas.microsoft.com/office/drawing/2014/main" id="{B45D0D5B-2C8E-4DA5-BC7E-1B8B634B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475" y="1900238"/>
            <a:ext cx="247650" cy="1138237"/>
          </a:xfrm>
          <a:prstGeom prst="rect">
            <a:avLst/>
          </a:prstGeom>
          <a:solidFill>
            <a:srgbClr val="00FFFF"/>
          </a:solidFill>
          <a:ln w="9525" cap="flat" algn="ctr">
            <a:solidFill>
              <a:srgbClr val="00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4203" name="Group 76">
            <a:extLst>
              <a:ext uri="{FF2B5EF4-FFF2-40B4-BE49-F238E27FC236}">
                <a16:creationId xmlns:a16="http://schemas.microsoft.com/office/drawing/2014/main" id="{581992C6-B91A-4F8F-9014-FC082A424B75}"/>
              </a:ext>
            </a:extLst>
          </p:cNvPr>
          <p:cNvGrpSpPr>
            <a:grpSpLocks/>
          </p:cNvGrpSpPr>
          <p:nvPr/>
        </p:nvGrpSpPr>
        <p:grpSpPr bwMode="auto">
          <a:xfrm>
            <a:off x="6162675" y="4160838"/>
            <a:ext cx="947738" cy="1600200"/>
            <a:chOff x="4316" y="2787"/>
            <a:chExt cx="597" cy="1008"/>
          </a:xfrm>
        </p:grpSpPr>
        <p:sp>
          <p:nvSpPr>
            <p:cNvPr id="4204" name="Freeform 77">
              <a:extLst>
                <a:ext uri="{FF2B5EF4-FFF2-40B4-BE49-F238E27FC236}">
                  <a16:creationId xmlns:a16="http://schemas.microsoft.com/office/drawing/2014/main" id="{811454A3-EB07-4807-A0D1-3BCC3987B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2866"/>
              <a:ext cx="460" cy="929"/>
            </a:xfrm>
            <a:custGeom>
              <a:avLst/>
              <a:gdLst>
                <a:gd name="T0" fmla="*/ 3216 w 3216"/>
                <a:gd name="T1" fmla="*/ 4645 h 6503"/>
                <a:gd name="T2" fmla="*/ 0 w 3216"/>
                <a:gd name="T3" fmla="*/ 6503 h 6503"/>
                <a:gd name="T4" fmla="*/ 3216 w 3216"/>
                <a:gd name="T5" fmla="*/ 0 h 6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16" h="6503">
                  <a:moveTo>
                    <a:pt x="3216" y="4645"/>
                  </a:moveTo>
                  <a:lnTo>
                    <a:pt x="0" y="6503"/>
                  </a:lnTo>
                  <a:lnTo>
                    <a:pt x="3216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" name="Freeform 78">
              <a:extLst>
                <a:ext uri="{FF2B5EF4-FFF2-40B4-BE49-F238E27FC236}">
                  <a16:creationId xmlns:a16="http://schemas.microsoft.com/office/drawing/2014/main" id="{4AB3D08C-430E-4390-968A-8DF963A19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787"/>
              <a:ext cx="459" cy="1008"/>
            </a:xfrm>
            <a:custGeom>
              <a:avLst/>
              <a:gdLst>
                <a:gd name="T0" fmla="*/ 965 w 3216"/>
                <a:gd name="T1" fmla="*/ 7060 h 7060"/>
                <a:gd name="T2" fmla="*/ 0 w 3216"/>
                <a:gd name="T3" fmla="*/ 6503 h 7060"/>
                <a:gd name="T4" fmla="*/ 3216 w 3216"/>
                <a:gd name="T5" fmla="*/ 0 h 7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16" h="7060">
                  <a:moveTo>
                    <a:pt x="965" y="7060"/>
                  </a:moveTo>
                  <a:lnTo>
                    <a:pt x="0" y="6503"/>
                  </a:lnTo>
                  <a:lnTo>
                    <a:pt x="3216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" name="Freeform 79">
              <a:extLst>
                <a:ext uri="{FF2B5EF4-FFF2-40B4-BE49-F238E27FC236}">
                  <a16:creationId xmlns:a16="http://schemas.microsoft.com/office/drawing/2014/main" id="{78A3D86E-635D-44F7-BFDF-019838F62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2787"/>
              <a:ext cx="138" cy="743"/>
            </a:xfrm>
            <a:custGeom>
              <a:avLst/>
              <a:gdLst>
                <a:gd name="T0" fmla="*/ 965 w 965"/>
                <a:gd name="T1" fmla="*/ 5202 h 5202"/>
                <a:gd name="T2" fmla="*/ 965 w 965"/>
                <a:gd name="T3" fmla="*/ 557 h 5202"/>
                <a:gd name="T4" fmla="*/ 0 w 965"/>
                <a:gd name="T5" fmla="*/ 0 h 5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5" h="5202">
                  <a:moveTo>
                    <a:pt x="965" y="5202"/>
                  </a:moveTo>
                  <a:lnTo>
                    <a:pt x="965" y="557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7" name="Text Box 80">
            <a:extLst>
              <a:ext uri="{FF2B5EF4-FFF2-40B4-BE49-F238E27FC236}">
                <a16:creationId xmlns:a16="http://schemas.microsoft.com/office/drawing/2014/main" id="{BEA881EE-7AFE-4DC5-8C1C-DF72DE2A5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473299"/>
            <a:ext cx="38973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分线框想形体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—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肋板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" dur="500"/>
                                        <p:tgtEl>
                                          <p:spTgt spid="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1" dur="500"/>
                                        <p:tgtEl>
                                          <p:spTgt spid="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" dur="500"/>
                                        <p:tgtEl>
                                          <p:spTgt spid="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" grpId="0" animBg="1"/>
      <p:bldP spid="420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0" name="Group 2">
            <a:extLst>
              <a:ext uri="{FF2B5EF4-FFF2-40B4-BE49-F238E27FC236}">
                <a16:creationId xmlns:a16="http://schemas.microsoft.com/office/drawing/2014/main" id="{46E64A5F-1794-4D51-918E-CEB17FEF87A1}"/>
              </a:ext>
            </a:extLst>
          </p:cNvPr>
          <p:cNvGrpSpPr>
            <a:grpSpLocks/>
          </p:cNvGrpSpPr>
          <p:nvPr/>
        </p:nvGrpSpPr>
        <p:grpSpPr bwMode="auto">
          <a:xfrm>
            <a:off x="852488" y="1487488"/>
            <a:ext cx="4922837" cy="4457700"/>
            <a:chOff x="537" y="937"/>
            <a:chExt cx="3101" cy="2808"/>
          </a:xfrm>
        </p:grpSpPr>
        <p:sp>
          <p:nvSpPr>
            <p:cNvPr id="4211" name="Oval 3">
              <a:extLst>
                <a:ext uri="{FF2B5EF4-FFF2-40B4-BE49-F238E27FC236}">
                  <a16:creationId xmlns:a16="http://schemas.microsoft.com/office/drawing/2014/main" id="{BA769D03-348A-4C3A-95F3-E513C236A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081"/>
              <a:ext cx="364" cy="360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12" name="Line 4">
              <a:extLst>
                <a:ext uri="{FF2B5EF4-FFF2-40B4-BE49-F238E27FC236}">
                  <a16:creationId xmlns:a16="http://schemas.microsoft.com/office/drawing/2014/main" id="{298ABF53-E636-452B-B8D5-798AE62D2E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" y="1933"/>
              <a:ext cx="0" cy="221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3" name="Line 5">
              <a:extLst>
                <a:ext uri="{FF2B5EF4-FFF2-40B4-BE49-F238E27FC236}">
                  <a16:creationId xmlns:a16="http://schemas.microsoft.com/office/drawing/2014/main" id="{042CE726-80D9-4E29-9C85-41B3B755C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1929"/>
              <a:ext cx="74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4" name="Freeform 6">
              <a:extLst>
                <a:ext uri="{FF2B5EF4-FFF2-40B4-BE49-F238E27FC236}">
                  <a16:creationId xmlns:a16="http://schemas.microsoft.com/office/drawing/2014/main" id="{DA35FF3D-4C23-465D-A5A7-5A25661D9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961"/>
              <a:ext cx="520" cy="968"/>
            </a:xfrm>
            <a:custGeom>
              <a:avLst/>
              <a:gdLst>
                <a:gd name="T0" fmla="*/ 0 w 520"/>
                <a:gd name="T1" fmla="*/ 968 h 968"/>
                <a:gd name="T2" fmla="*/ 0 w 520"/>
                <a:gd name="T3" fmla="*/ 0 h 968"/>
                <a:gd name="T4" fmla="*/ 520 w 520"/>
                <a:gd name="T5" fmla="*/ 0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0" h="968">
                  <a:moveTo>
                    <a:pt x="0" y="968"/>
                  </a:moveTo>
                  <a:lnTo>
                    <a:pt x="0" y="0"/>
                  </a:lnTo>
                  <a:lnTo>
                    <a:pt x="52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5" name="Freeform 7">
              <a:extLst>
                <a:ext uri="{FF2B5EF4-FFF2-40B4-BE49-F238E27FC236}">
                  <a16:creationId xmlns:a16="http://schemas.microsoft.com/office/drawing/2014/main" id="{E563BB0A-6B5E-4A5C-A4EF-9A27FF585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1557"/>
              <a:ext cx="1264" cy="596"/>
            </a:xfrm>
            <a:custGeom>
              <a:avLst/>
              <a:gdLst>
                <a:gd name="T0" fmla="*/ 0 w 1264"/>
                <a:gd name="T1" fmla="*/ 596 h 596"/>
                <a:gd name="T2" fmla="*/ 932 w 1264"/>
                <a:gd name="T3" fmla="*/ 596 h 596"/>
                <a:gd name="T4" fmla="*/ 932 w 1264"/>
                <a:gd name="T5" fmla="*/ 0 h 596"/>
                <a:gd name="T6" fmla="*/ 1264 w 1264"/>
                <a:gd name="T7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4" h="596">
                  <a:moveTo>
                    <a:pt x="0" y="596"/>
                  </a:moveTo>
                  <a:lnTo>
                    <a:pt x="932" y="596"/>
                  </a:lnTo>
                  <a:lnTo>
                    <a:pt x="932" y="0"/>
                  </a:lnTo>
                  <a:lnTo>
                    <a:pt x="126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6" name="Line 8">
              <a:extLst>
                <a:ext uri="{FF2B5EF4-FFF2-40B4-BE49-F238E27FC236}">
                  <a16:creationId xmlns:a16="http://schemas.microsoft.com/office/drawing/2014/main" id="{3CDB83F8-B47A-4D7E-996E-66D7674F2F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" y="1185"/>
              <a:ext cx="596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7" name="Line 9">
              <a:extLst>
                <a:ext uri="{FF2B5EF4-FFF2-40B4-BE49-F238E27FC236}">
                  <a16:creationId xmlns:a16="http://schemas.microsoft.com/office/drawing/2014/main" id="{5CD48C44-9A6A-4C58-B1ED-54676C30A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8" name="Line 10">
              <a:extLst>
                <a:ext uri="{FF2B5EF4-FFF2-40B4-BE49-F238E27FC236}">
                  <a16:creationId xmlns:a16="http://schemas.microsoft.com/office/drawing/2014/main" id="{0F2C35D2-9DC9-45A3-8181-A55EE0C343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6" y="1929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19" name="Line 11">
              <a:extLst>
                <a:ext uri="{FF2B5EF4-FFF2-40B4-BE49-F238E27FC236}">
                  <a16:creationId xmlns:a16="http://schemas.microsoft.com/office/drawing/2014/main" id="{19C4D49C-EBD6-4F87-A6F4-C2608C712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961"/>
              <a:ext cx="0" cy="596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0" name="Arc 12">
              <a:extLst>
                <a:ext uri="{FF2B5EF4-FFF2-40B4-BE49-F238E27FC236}">
                  <a16:creationId xmlns:a16="http://schemas.microsoft.com/office/drawing/2014/main" id="{92B6108D-5938-4F9B-AF76-814729F53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961"/>
              <a:ext cx="296" cy="596"/>
            </a:xfrm>
            <a:custGeom>
              <a:avLst/>
              <a:gdLst>
                <a:gd name="T0" fmla="*/ 177 w 21600"/>
                <a:gd name="T1" fmla="*/ -1 h 43197"/>
                <a:gd name="T2" fmla="*/ 21600 w 21600"/>
                <a:gd name="T3" fmla="*/ 21599 h 43197"/>
                <a:gd name="T4" fmla="*/ 295 w 21600"/>
                <a:gd name="T5" fmla="*/ 43196 h 43197"/>
                <a:gd name="T6" fmla="*/ 177 w 21600"/>
                <a:gd name="T7" fmla="*/ -1 h 43197"/>
                <a:gd name="T8" fmla="*/ 21600 w 21600"/>
                <a:gd name="T9" fmla="*/ 21599 h 43197"/>
                <a:gd name="T10" fmla="*/ 295 w 21600"/>
                <a:gd name="T11" fmla="*/ 43196 h 43197"/>
                <a:gd name="T12" fmla="*/ 0 w 21600"/>
                <a:gd name="T13" fmla="*/ 21599 h 43197"/>
                <a:gd name="T14" fmla="*/ 177 w 21600"/>
                <a:gd name="T15" fmla="*/ -1 h 4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00" h="43197" fill="none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</a:path>
                <a:path w="21600" h="43197" stroke="0">
                  <a:moveTo>
                    <a:pt x="177" y="-1"/>
                  </a:moveTo>
                  <a:cubicBezTo>
                    <a:pt x="12036" y="96"/>
                    <a:pt x="21600" y="9738"/>
                    <a:pt x="21600" y="21599"/>
                  </a:cubicBezTo>
                  <a:cubicBezTo>
                    <a:pt x="21600" y="33412"/>
                    <a:pt x="12108" y="43035"/>
                    <a:pt x="295" y="43196"/>
                  </a:cubicBezTo>
                  <a:lnTo>
                    <a:pt x="0" y="21599"/>
                  </a:lnTo>
                  <a:lnTo>
                    <a:pt x="177" y="-1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1" name="Rectangle 13">
              <a:extLst>
                <a:ext uri="{FF2B5EF4-FFF2-40B4-BE49-F238E27FC236}">
                  <a16:creationId xmlns:a16="http://schemas.microsoft.com/office/drawing/2014/main" id="{683C3F11-774D-4176-BAA4-A45E6031B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961"/>
              <a:ext cx="1192" cy="1192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22" name="Rectangle 14">
              <a:extLst>
                <a:ext uri="{FF2B5EF4-FFF2-40B4-BE49-F238E27FC236}">
                  <a16:creationId xmlns:a16="http://schemas.microsoft.com/office/drawing/2014/main" id="{58FB8AD7-90DC-40E2-835C-1079D7643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185"/>
              <a:ext cx="180" cy="74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23" name="Rectangle 15">
              <a:extLst>
                <a:ext uri="{FF2B5EF4-FFF2-40B4-BE49-F238E27FC236}">
                  <a16:creationId xmlns:a16="http://schemas.microsoft.com/office/drawing/2014/main" id="{AC570B3F-370F-4096-97D1-BE750738C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929"/>
              <a:ext cx="1192" cy="224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24" name="Freeform 16">
              <a:extLst>
                <a:ext uri="{FF2B5EF4-FFF2-40B4-BE49-F238E27FC236}">
                  <a16:creationId xmlns:a16="http://schemas.microsoft.com/office/drawing/2014/main" id="{62CB17A3-7479-41C2-9F27-234CB7BD0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961"/>
              <a:ext cx="224" cy="596"/>
            </a:xfrm>
            <a:custGeom>
              <a:avLst/>
              <a:gdLst>
                <a:gd name="T0" fmla="*/ 0 w 224"/>
                <a:gd name="T1" fmla="*/ 596 h 596"/>
                <a:gd name="T2" fmla="*/ 224 w 224"/>
                <a:gd name="T3" fmla="*/ 596 h 596"/>
                <a:gd name="T4" fmla="*/ 224 w 224"/>
                <a:gd name="T5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596"/>
                  </a:moveTo>
                  <a:lnTo>
                    <a:pt x="224" y="596"/>
                  </a:lnTo>
                  <a:lnTo>
                    <a:pt x="224" y="0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5" name="Line 17">
              <a:extLst>
                <a:ext uri="{FF2B5EF4-FFF2-40B4-BE49-F238E27FC236}">
                  <a16:creationId xmlns:a16="http://schemas.microsoft.com/office/drawing/2014/main" id="{051EC6BA-EE5D-4A26-9399-23727E908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6" name="Line 18">
              <a:extLst>
                <a:ext uri="{FF2B5EF4-FFF2-40B4-BE49-F238E27FC236}">
                  <a16:creationId xmlns:a16="http://schemas.microsoft.com/office/drawing/2014/main" id="{ED6BFE97-CEC5-4F3C-B879-273563700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7" name="Line 19">
              <a:extLst>
                <a:ext uri="{FF2B5EF4-FFF2-40B4-BE49-F238E27FC236}">
                  <a16:creationId xmlns:a16="http://schemas.microsoft.com/office/drawing/2014/main" id="{DF47DD54-E338-42D8-941E-6E1ACBB13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073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8" name="Line 20">
              <a:extLst>
                <a:ext uri="{FF2B5EF4-FFF2-40B4-BE49-F238E27FC236}">
                  <a16:creationId xmlns:a16="http://schemas.microsoft.com/office/drawing/2014/main" id="{8CEE5C28-8856-401B-8E01-BCA6AFBFE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445"/>
              <a:ext cx="224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29" name="Freeform 21">
              <a:extLst>
                <a:ext uri="{FF2B5EF4-FFF2-40B4-BE49-F238E27FC236}">
                  <a16:creationId xmlns:a16="http://schemas.microsoft.com/office/drawing/2014/main" id="{123117A2-5E58-4D18-88EB-7E68E3022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961"/>
              <a:ext cx="224" cy="596"/>
            </a:xfrm>
            <a:custGeom>
              <a:avLst/>
              <a:gdLst>
                <a:gd name="T0" fmla="*/ 0 w 224"/>
                <a:gd name="T1" fmla="*/ 0 h 596"/>
                <a:gd name="T2" fmla="*/ 0 w 224"/>
                <a:gd name="T3" fmla="*/ 596 h 596"/>
                <a:gd name="T4" fmla="*/ 224 w 224"/>
                <a:gd name="T5" fmla="*/ 59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" h="596">
                  <a:moveTo>
                    <a:pt x="0" y="0"/>
                  </a:moveTo>
                  <a:lnTo>
                    <a:pt x="0" y="596"/>
                  </a:lnTo>
                  <a:lnTo>
                    <a:pt x="224" y="596"/>
                  </a:lnTo>
                </a:path>
              </a:pathLst>
            </a:cu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0" name="Line 22">
              <a:extLst>
                <a:ext uri="{FF2B5EF4-FFF2-40B4-BE49-F238E27FC236}">
                  <a16:creationId xmlns:a16="http://schemas.microsoft.com/office/drawing/2014/main" id="{A2F7290A-0B6A-4DE1-ACA8-F300BF880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1869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1" name="Line 23">
              <a:extLst>
                <a:ext uri="{FF2B5EF4-FFF2-40B4-BE49-F238E27FC236}">
                  <a16:creationId xmlns:a16="http://schemas.microsoft.com/office/drawing/2014/main" id="{3EC7C588-F70A-496B-AE04-A149BD4FC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065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2" name="Line 24">
              <a:extLst>
                <a:ext uri="{FF2B5EF4-FFF2-40B4-BE49-F238E27FC236}">
                  <a16:creationId xmlns:a16="http://schemas.microsoft.com/office/drawing/2014/main" id="{B1C5AACE-BB0B-42B7-B212-6582CF8A4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" y="2141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3" name="Line 25">
              <a:extLst>
                <a:ext uri="{FF2B5EF4-FFF2-40B4-BE49-F238E27FC236}">
                  <a16:creationId xmlns:a16="http://schemas.microsoft.com/office/drawing/2014/main" id="{CD298140-0A21-4D5B-BD14-7283BC549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1865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4" name="Line 26">
              <a:extLst>
                <a:ext uri="{FF2B5EF4-FFF2-40B4-BE49-F238E27FC236}">
                  <a16:creationId xmlns:a16="http://schemas.microsoft.com/office/drawing/2014/main" id="{D6F0E83B-5B6E-47FD-9855-C5AFE86D6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061"/>
              <a:ext cx="0" cy="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5" name="Line 27">
              <a:extLst>
                <a:ext uri="{FF2B5EF4-FFF2-40B4-BE49-F238E27FC236}">
                  <a16:creationId xmlns:a16="http://schemas.microsoft.com/office/drawing/2014/main" id="{04FCED79-E9A4-4D9C-9CDE-411EC016F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2133"/>
              <a:ext cx="0" cy="1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6" name="Line 28">
              <a:extLst>
                <a:ext uri="{FF2B5EF4-FFF2-40B4-BE49-F238E27FC236}">
                  <a16:creationId xmlns:a16="http://schemas.microsoft.com/office/drawing/2014/main" id="{F17DA6AC-B2DB-495A-9E15-53A6B8358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7" name="Line 29">
              <a:extLst>
                <a:ext uri="{FF2B5EF4-FFF2-40B4-BE49-F238E27FC236}">
                  <a16:creationId xmlns:a16="http://schemas.microsoft.com/office/drawing/2014/main" id="{D5E5C889-F099-43E7-94E9-D2D193CCE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8" name="Line 30">
              <a:extLst>
                <a:ext uri="{FF2B5EF4-FFF2-40B4-BE49-F238E27FC236}">
                  <a16:creationId xmlns:a16="http://schemas.microsoft.com/office/drawing/2014/main" id="{64A3D977-A2C4-4F09-A356-B3A50ED1D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257"/>
              <a:ext cx="14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39" name="Line 31">
              <a:extLst>
                <a:ext uri="{FF2B5EF4-FFF2-40B4-BE49-F238E27FC236}">
                  <a16:creationId xmlns:a16="http://schemas.microsoft.com/office/drawing/2014/main" id="{38B6F58E-D63E-47F8-878D-CEC49C09C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0" name="Line 32">
              <a:extLst>
                <a:ext uri="{FF2B5EF4-FFF2-40B4-BE49-F238E27FC236}">
                  <a16:creationId xmlns:a16="http://schemas.microsoft.com/office/drawing/2014/main" id="{1AA2DCE3-E3CF-4494-818A-4294282F4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1" name="Line 33">
              <a:extLst>
                <a:ext uri="{FF2B5EF4-FFF2-40B4-BE49-F238E27FC236}">
                  <a16:creationId xmlns:a16="http://schemas.microsoft.com/office/drawing/2014/main" id="{57EE82C9-D516-4F63-AC6A-5B41AA0A8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1257"/>
              <a:ext cx="148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2" name="Line 34">
              <a:extLst>
                <a:ext uri="{FF2B5EF4-FFF2-40B4-BE49-F238E27FC236}">
                  <a16:creationId xmlns:a16="http://schemas.microsoft.com/office/drawing/2014/main" id="{3F7C944D-79A0-48F0-8C67-87D0CACBB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1257"/>
              <a:ext cx="1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3" name="Line 35">
              <a:extLst>
                <a:ext uri="{FF2B5EF4-FFF2-40B4-BE49-F238E27FC236}">
                  <a16:creationId xmlns:a16="http://schemas.microsoft.com/office/drawing/2014/main" id="{1322D61D-BEA2-436A-814C-FE01CB006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1257"/>
              <a:ext cx="32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4" name="Line 36">
              <a:extLst>
                <a:ext uri="{FF2B5EF4-FFF2-40B4-BE49-F238E27FC236}">
                  <a16:creationId xmlns:a16="http://schemas.microsoft.com/office/drawing/2014/main" id="{6244EA67-9CF6-4917-8CDE-66BC1F6FA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" y="1257"/>
              <a:ext cx="36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5" name="Line 37">
              <a:extLst>
                <a:ext uri="{FF2B5EF4-FFF2-40B4-BE49-F238E27FC236}">
                  <a16:creationId xmlns:a16="http://schemas.microsoft.com/office/drawing/2014/main" id="{3E96DEA1-CFF5-4BE4-A9F7-26C4AD066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937"/>
              <a:ext cx="0" cy="36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6" name="Line 38">
              <a:extLst>
                <a:ext uri="{FF2B5EF4-FFF2-40B4-BE49-F238E27FC236}">
                  <a16:creationId xmlns:a16="http://schemas.microsoft.com/office/drawing/2014/main" id="{DB49F080-2FB0-4156-9E5B-8BE7E1D10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7" name="Line 39">
              <a:extLst>
                <a:ext uri="{FF2B5EF4-FFF2-40B4-BE49-F238E27FC236}">
                  <a16:creationId xmlns:a16="http://schemas.microsoft.com/office/drawing/2014/main" id="{C9D49F98-F10D-40CB-8D9F-8AC5C31CE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1389"/>
              <a:ext cx="0" cy="24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8" name="Freeform 40">
              <a:extLst>
                <a:ext uri="{FF2B5EF4-FFF2-40B4-BE49-F238E27FC236}">
                  <a16:creationId xmlns:a16="http://schemas.microsoft.com/office/drawing/2014/main" id="{FF7670CB-D5D8-4748-944D-868A48974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493"/>
              <a:ext cx="524" cy="1192"/>
            </a:xfrm>
            <a:custGeom>
              <a:avLst/>
              <a:gdLst>
                <a:gd name="T0" fmla="*/ 0 w 524"/>
                <a:gd name="T1" fmla="*/ 1192 h 1192"/>
                <a:gd name="T2" fmla="*/ 524 w 524"/>
                <a:gd name="T3" fmla="*/ 1192 h 1192"/>
                <a:gd name="T4" fmla="*/ 524 w 524"/>
                <a:gd name="T5" fmla="*/ 0 h 1192"/>
                <a:gd name="T6" fmla="*/ 12 w 524"/>
                <a:gd name="T7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4" h="1192">
                  <a:moveTo>
                    <a:pt x="0" y="1192"/>
                  </a:moveTo>
                  <a:lnTo>
                    <a:pt x="524" y="1192"/>
                  </a:lnTo>
                  <a:lnTo>
                    <a:pt x="524" y="0"/>
                  </a:lnTo>
                  <a:lnTo>
                    <a:pt x="1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49" name="Arc 41">
              <a:extLst>
                <a:ext uri="{FF2B5EF4-FFF2-40B4-BE49-F238E27FC236}">
                  <a16:creationId xmlns:a16="http://schemas.microsoft.com/office/drawing/2014/main" id="{F5CB37E5-B073-4D6A-9B15-D32E163FE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497"/>
              <a:ext cx="227" cy="222"/>
            </a:xfrm>
            <a:custGeom>
              <a:avLst/>
              <a:gdLst>
                <a:gd name="T0" fmla="*/ 0 w 22401"/>
                <a:gd name="T1" fmla="*/ 21685 h 21686"/>
                <a:gd name="T2" fmla="*/ 0 w 22401"/>
                <a:gd name="T3" fmla="*/ 21600 h 21686"/>
                <a:gd name="T4" fmla="*/ 21600 w 22401"/>
                <a:gd name="T5" fmla="*/ 0 h 21686"/>
                <a:gd name="T6" fmla="*/ 22401 w 22401"/>
                <a:gd name="T7" fmla="*/ 14 h 21686"/>
                <a:gd name="T8" fmla="*/ 0 w 22401"/>
                <a:gd name="T9" fmla="*/ 21685 h 21686"/>
                <a:gd name="T10" fmla="*/ 0 w 22401"/>
                <a:gd name="T11" fmla="*/ 21600 h 21686"/>
                <a:gd name="T12" fmla="*/ 21600 w 22401"/>
                <a:gd name="T13" fmla="*/ 0 h 21686"/>
                <a:gd name="T14" fmla="*/ 22401 w 22401"/>
                <a:gd name="T15" fmla="*/ 14 h 21686"/>
                <a:gd name="T16" fmla="*/ 21600 w 22401"/>
                <a:gd name="T17" fmla="*/ 21600 h 21686"/>
                <a:gd name="T18" fmla="*/ 0 w 22401"/>
                <a:gd name="T19" fmla="*/ 21685 h 2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01" h="21686" fill="none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</a:path>
                <a:path w="22401" h="21686" stroke="0">
                  <a:moveTo>
                    <a:pt x="0" y="21685"/>
                  </a:moveTo>
                  <a:cubicBezTo>
                    <a:pt x="0" y="21657"/>
                    <a:pt x="0" y="2162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67" y="0"/>
                    <a:pt x="22134" y="4"/>
                    <a:pt x="22401" y="14"/>
                  </a:cubicBezTo>
                  <a:lnTo>
                    <a:pt x="21600" y="21600"/>
                  </a:lnTo>
                  <a:lnTo>
                    <a:pt x="0" y="21685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0" name="Arc 42">
              <a:extLst>
                <a:ext uri="{FF2B5EF4-FFF2-40B4-BE49-F238E27FC236}">
                  <a16:creationId xmlns:a16="http://schemas.microsoft.com/office/drawing/2014/main" id="{F1FF9219-B381-4DEB-B915-B7A3B55D7E5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38" y="3457"/>
              <a:ext cx="216" cy="228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1" name="Line 43">
              <a:extLst>
                <a:ext uri="{FF2B5EF4-FFF2-40B4-BE49-F238E27FC236}">
                  <a16:creationId xmlns:a16="http://schemas.microsoft.com/office/drawing/2014/main" id="{F1EE469C-E50F-4E31-A9A7-14CB17A75C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" y="2713"/>
              <a:ext cx="0" cy="744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2" name="Rectangle 44">
              <a:extLst>
                <a:ext uri="{FF2B5EF4-FFF2-40B4-BE49-F238E27FC236}">
                  <a16:creationId xmlns:a16="http://schemas.microsoft.com/office/drawing/2014/main" id="{6E22E896-B740-4A90-A707-A4FAA57C6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3001"/>
              <a:ext cx="596" cy="176"/>
            </a:xfrm>
            <a:prstGeom prst="rect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53" name="Freeform 45">
              <a:extLst>
                <a:ext uri="{FF2B5EF4-FFF2-40B4-BE49-F238E27FC236}">
                  <a16:creationId xmlns:a16="http://schemas.microsoft.com/office/drawing/2014/main" id="{0E6CF08C-50FC-4E8F-BB9E-D01125537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93"/>
              <a:ext cx="632" cy="1192"/>
            </a:xfrm>
            <a:custGeom>
              <a:avLst/>
              <a:gdLst>
                <a:gd name="T0" fmla="*/ 0 w 632"/>
                <a:gd name="T1" fmla="*/ 1192 h 1192"/>
                <a:gd name="T2" fmla="*/ 632 w 632"/>
                <a:gd name="T3" fmla="*/ 1192 h 1192"/>
                <a:gd name="T4" fmla="*/ 632 w 632"/>
                <a:gd name="T5" fmla="*/ 968 h 1192"/>
                <a:gd name="T6" fmla="*/ 0 w 632"/>
                <a:gd name="T7" fmla="*/ 968 h 1192"/>
                <a:gd name="T8" fmla="*/ 0 w 632"/>
                <a:gd name="T9" fmla="*/ 224 h 1192"/>
                <a:gd name="T10" fmla="*/ 632 w 632"/>
                <a:gd name="T11" fmla="*/ 224 h 1192"/>
                <a:gd name="T12" fmla="*/ 632 w 632"/>
                <a:gd name="T13" fmla="*/ 0 h 1192"/>
                <a:gd name="T14" fmla="*/ 0 w 632"/>
                <a:gd name="T1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2" h="1192">
                  <a:moveTo>
                    <a:pt x="0" y="1192"/>
                  </a:moveTo>
                  <a:lnTo>
                    <a:pt x="632" y="1192"/>
                  </a:lnTo>
                  <a:lnTo>
                    <a:pt x="632" y="968"/>
                  </a:lnTo>
                  <a:lnTo>
                    <a:pt x="0" y="968"/>
                  </a:lnTo>
                  <a:lnTo>
                    <a:pt x="0" y="224"/>
                  </a:lnTo>
                  <a:lnTo>
                    <a:pt x="632" y="224"/>
                  </a:lnTo>
                  <a:lnTo>
                    <a:pt x="632" y="0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4" name="Line 46">
              <a:extLst>
                <a:ext uri="{FF2B5EF4-FFF2-40B4-BE49-F238E27FC236}">
                  <a16:creationId xmlns:a16="http://schemas.microsoft.com/office/drawing/2014/main" id="{1B4688AB-AD3A-4FB9-836E-8C571457B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5" name="Line 47">
              <a:extLst>
                <a:ext uri="{FF2B5EF4-FFF2-40B4-BE49-F238E27FC236}">
                  <a16:creationId xmlns:a16="http://schemas.microsoft.com/office/drawing/2014/main" id="{F565A782-DE90-468B-8700-E4BE5AED8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2493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6" name="Line 48">
              <a:extLst>
                <a:ext uri="{FF2B5EF4-FFF2-40B4-BE49-F238E27FC236}">
                  <a16:creationId xmlns:a16="http://schemas.microsoft.com/office/drawing/2014/main" id="{B23F7DDF-867E-43B8-BBB8-BCAAF6320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8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7" name="Line 49">
              <a:extLst>
                <a:ext uri="{FF2B5EF4-FFF2-40B4-BE49-F238E27FC236}">
                  <a16:creationId xmlns:a16="http://schemas.microsoft.com/office/drawing/2014/main" id="{8200820F-B146-4ABA-8BC6-5956E95E4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" y="346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8" name="Line 50">
              <a:extLst>
                <a:ext uri="{FF2B5EF4-FFF2-40B4-BE49-F238E27FC236}">
                  <a16:creationId xmlns:a16="http://schemas.microsoft.com/office/drawing/2014/main" id="{EF2B6478-32B3-482B-97ED-2842BCC38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357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59" name="Line 51">
              <a:extLst>
                <a:ext uri="{FF2B5EF4-FFF2-40B4-BE49-F238E27FC236}">
                  <a16:creationId xmlns:a16="http://schemas.microsoft.com/office/drawing/2014/main" id="{3AC8301B-3783-4B97-B336-528679737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53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0" name="Line 52">
              <a:extLst>
                <a:ext uri="{FF2B5EF4-FFF2-40B4-BE49-F238E27FC236}">
                  <a16:creationId xmlns:a16="http://schemas.microsoft.com/office/drawing/2014/main" id="{C5D70DB4-5B1B-4E08-948D-18EE95473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3613"/>
              <a:ext cx="0" cy="1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1" name="Line 53">
              <a:extLst>
                <a:ext uri="{FF2B5EF4-FFF2-40B4-BE49-F238E27FC236}">
                  <a16:creationId xmlns:a16="http://schemas.microsoft.com/office/drawing/2014/main" id="{CBC7C5C9-2A90-4EFB-A9CC-3C6BC1D50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409"/>
              <a:ext cx="0" cy="17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2" name="Line 54">
              <a:extLst>
                <a:ext uri="{FF2B5EF4-FFF2-40B4-BE49-F238E27FC236}">
                  <a16:creationId xmlns:a16="http://schemas.microsoft.com/office/drawing/2014/main" id="{9F429349-E72E-4016-A2CF-4D2B24338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17"/>
              <a:ext cx="0" cy="4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3" name="Line 55">
              <a:extLst>
                <a:ext uri="{FF2B5EF4-FFF2-40B4-BE49-F238E27FC236}">
                  <a16:creationId xmlns:a16="http://schemas.microsoft.com/office/drawing/2014/main" id="{54B1CBFF-8989-4527-93B4-C4F84CCFE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" y="2693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4" name="Oval 56">
              <a:extLst>
                <a:ext uri="{FF2B5EF4-FFF2-40B4-BE49-F238E27FC236}">
                  <a16:creationId xmlns:a16="http://schemas.microsoft.com/office/drawing/2014/main" id="{5662E94C-1534-4997-86FC-4366671C9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3353"/>
              <a:ext cx="216" cy="216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65" name="Oval 57">
              <a:extLst>
                <a:ext uri="{FF2B5EF4-FFF2-40B4-BE49-F238E27FC236}">
                  <a16:creationId xmlns:a16="http://schemas.microsoft.com/office/drawing/2014/main" id="{79120F00-037D-4FD0-BEE8-4CB54406D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613"/>
              <a:ext cx="220" cy="208"/>
            </a:xfrm>
            <a:prstGeom prst="ellips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266" name="Line 58">
              <a:extLst>
                <a:ext uri="{FF2B5EF4-FFF2-40B4-BE49-F238E27FC236}">
                  <a16:creationId xmlns:a16="http://schemas.microsoft.com/office/drawing/2014/main" id="{A6B25E53-F98A-4E96-A5AE-7BCB48CCA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1849"/>
              <a:ext cx="0" cy="14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7" name="Line 59">
              <a:extLst>
                <a:ext uri="{FF2B5EF4-FFF2-40B4-BE49-F238E27FC236}">
                  <a16:creationId xmlns:a16="http://schemas.microsoft.com/office/drawing/2014/main" id="{0B360A26-3894-46CB-B10E-00717DF7D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25"/>
              <a:ext cx="0" cy="32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8" name="Line 60">
              <a:extLst>
                <a:ext uri="{FF2B5EF4-FFF2-40B4-BE49-F238E27FC236}">
                  <a16:creationId xmlns:a16="http://schemas.microsoft.com/office/drawing/2014/main" id="{DE6BE696-4153-4B29-96B4-7E0DEE5AE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2085"/>
              <a:ext cx="0" cy="136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69" name="Line 61">
              <a:extLst>
                <a:ext uri="{FF2B5EF4-FFF2-40B4-BE49-F238E27FC236}">
                  <a16:creationId xmlns:a16="http://schemas.microsoft.com/office/drawing/2014/main" id="{EB9DF47C-E0AA-40AD-943B-0A5B905A2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" y="2713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0" name="Line 62">
              <a:extLst>
                <a:ext uri="{FF2B5EF4-FFF2-40B4-BE49-F238E27FC236}">
                  <a16:creationId xmlns:a16="http://schemas.microsoft.com/office/drawing/2014/main" id="{6CCCC8C9-205A-4115-A389-EE3C816F5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" y="2569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1" name="Line 63">
              <a:extLst>
                <a:ext uri="{FF2B5EF4-FFF2-40B4-BE49-F238E27FC236}">
                  <a16:creationId xmlns:a16="http://schemas.microsoft.com/office/drawing/2014/main" id="{6791A69D-7680-42AD-A94C-151B3813A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3465"/>
              <a:ext cx="324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2" name="Line 64">
              <a:extLst>
                <a:ext uri="{FF2B5EF4-FFF2-40B4-BE49-F238E27FC236}">
                  <a16:creationId xmlns:a16="http://schemas.microsoft.com/office/drawing/2014/main" id="{41248223-4BB7-4278-9EFD-60C529720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" y="3321"/>
              <a:ext cx="0" cy="30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3" name="Line 65">
              <a:extLst>
                <a:ext uri="{FF2B5EF4-FFF2-40B4-BE49-F238E27FC236}">
                  <a16:creationId xmlns:a16="http://schemas.microsoft.com/office/drawing/2014/main" id="{DDBD7BD9-77C5-4F8A-82A4-6B5793372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2493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4" name="Line 66">
              <a:extLst>
                <a:ext uri="{FF2B5EF4-FFF2-40B4-BE49-F238E27FC236}">
                  <a16:creationId xmlns:a16="http://schemas.microsoft.com/office/drawing/2014/main" id="{AA19832D-7DE4-48D8-A761-18CE08B1D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3685"/>
              <a:ext cx="208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5" name="Line 67">
              <a:extLst>
                <a:ext uri="{FF2B5EF4-FFF2-40B4-BE49-F238E27FC236}">
                  <a16:creationId xmlns:a16="http://schemas.microsoft.com/office/drawing/2014/main" id="{9DFE1FC8-93A4-4A39-88B4-79EB1D4BD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6" name="Line 68">
              <a:extLst>
                <a:ext uri="{FF2B5EF4-FFF2-40B4-BE49-F238E27FC236}">
                  <a16:creationId xmlns:a16="http://schemas.microsoft.com/office/drawing/2014/main" id="{E95EE259-392B-43CD-AA60-92F40052F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921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7" name="Line 69">
              <a:extLst>
                <a:ext uri="{FF2B5EF4-FFF2-40B4-BE49-F238E27FC236}">
                  <a16:creationId xmlns:a16="http://schemas.microsoft.com/office/drawing/2014/main" id="{335D5A8A-DA62-4439-96F3-C951E1937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78" name="Line 70">
              <a:extLst>
                <a:ext uri="{FF2B5EF4-FFF2-40B4-BE49-F238E27FC236}">
                  <a16:creationId xmlns:a16="http://schemas.microsoft.com/office/drawing/2014/main" id="{0E967145-7FBB-41D5-8A6A-688989897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" y="1924"/>
              <a:ext cx="0" cy="22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279" name="Line 71">
            <a:extLst>
              <a:ext uri="{FF2B5EF4-FFF2-40B4-BE49-F238E27FC236}">
                <a16:creationId xmlns:a16="http://schemas.microsoft.com/office/drawing/2014/main" id="{5386E57D-A0DD-402E-BFC5-E9BBAE182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5510213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80" name="Line 72">
            <a:extLst>
              <a:ext uri="{FF2B5EF4-FFF2-40B4-BE49-F238E27FC236}">
                <a16:creationId xmlns:a16="http://schemas.microsoft.com/office/drawing/2014/main" id="{1A271548-CCF4-4DB0-ADCD-A713834476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8388" y="3971925"/>
            <a:ext cx="0" cy="32385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81" name="Text Box 73">
            <a:extLst>
              <a:ext uri="{FF2B5EF4-FFF2-40B4-BE49-F238E27FC236}">
                <a16:creationId xmlns:a16="http://schemas.microsoft.com/office/drawing/2014/main" id="{0E8F5931-478E-4EFB-957F-CD187C85F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509303"/>
            <a:ext cx="3321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综合起来想整体</a:t>
            </a:r>
          </a:p>
        </p:txBody>
      </p:sp>
      <p:grpSp>
        <p:nvGrpSpPr>
          <p:cNvPr id="4282" name="Group 74">
            <a:extLst>
              <a:ext uri="{FF2B5EF4-FFF2-40B4-BE49-F238E27FC236}">
                <a16:creationId xmlns:a16="http://schemas.microsoft.com/office/drawing/2014/main" id="{D891382D-0F80-45AC-8EE1-AE3B0F34FBE4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824163"/>
            <a:ext cx="3211513" cy="3381375"/>
            <a:chOff x="3526" y="2056"/>
            <a:chExt cx="2023" cy="2130"/>
          </a:xfrm>
        </p:grpSpPr>
        <p:sp>
          <p:nvSpPr>
            <p:cNvPr id="4283" name="Line 75">
              <a:extLst>
                <a:ext uri="{FF2B5EF4-FFF2-40B4-BE49-F238E27FC236}">
                  <a16:creationId xmlns:a16="http://schemas.microsoft.com/office/drawing/2014/main" id="{0CA1104F-2A6B-45CE-B55C-45A09066A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" y="3713"/>
              <a:ext cx="402" cy="23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4" name="Line 76">
              <a:extLst>
                <a:ext uri="{FF2B5EF4-FFF2-40B4-BE49-F238E27FC236}">
                  <a16:creationId xmlns:a16="http://schemas.microsoft.com/office/drawing/2014/main" id="{7A5E6412-AE13-4702-85DD-4A534126D5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98" y="3183"/>
              <a:ext cx="402" cy="2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5" name="Freeform 77">
              <a:extLst>
                <a:ext uri="{FF2B5EF4-FFF2-40B4-BE49-F238E27FC236}">
                  <a16:creationId xmlns:a16="http://schemas.microsoft.com/office/drawing/2014/main" id="{EC36CAB7-A6F7-41F7-99AB-24B63B9E1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415"/>
              <a:ext cx="72" cy="199"/>
            </a:xfrm>
            <a:custGeom>
              <a:avLst/>
              <a:gdLst>
                <a:gd name="T0" fmla="*/ 500 w 500"/>
                <a:gd name="T1" fmla="*/ 0 h 1394"/>
                <a:gd name="T2" fmla="*/ 287 w 500"/>
                <a:gd name="T3" fmla="*/ 150 h 1394"/>
                <a:gd name="T4" fmla="*/ 130 w 500"/>
                <a:gd name="T5" fmla="*/ 320 h 1394"/>
                <a:gd name="T6" fmla="*/ 32 w 500"/>
                <a:gd name="T7" fmla="*/ 505 h 1394"/>
                <a:gd name="T8" fmla="*/ 0 w 500"/>
                <a:gd name="T9" fmla="*/ 697 h 1394"/>
                <a:gd name="T10" fmla="*/ 32 w 500"/>
                <a:gd name="T11" fmla="*/ 890 h 1394"/>
                <a:gd name="T12" fmla="*/ 130 w 500"/>
                <a:gd name="T13" fmla="*/ 1075 h 1394"/>
                <a:gd name="T14" fmla="*/ 287 w 500"/>
                <a:gd name="T15" fmla="*/ 1245 h 1394"/>
                <a:gd name="T16" fmla="*/ 500 w 500"/>
                <a:gd name="T17" fmla="*/ 1394 h 1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1394">
                  <a:moveTo>
                    <a:pt x="500" y="0"/>
                  </a:moveTo>
                  <a:lnTo>
                    <a:pt x="287" y="150"/>
                  </a:lnTo>
                  <a:lnTo>
                    <a:pt x="130" y="320"/>
                  </a:lnTo>
                  <a:lnTo>
                    <a:pt x="32" y="505"/>
                  </a:lnTo>
                  <a:lnTo>
                    <a:pt x="0" y="697"/>
                  </a:lnTo>
                  <a:lnTo>
                    <a:pt x="32" y="890"/>
                  </a:lnTo>
                  <a:lnTo>
                    <a:pt x="130" y="1075"/>
                  </a:lnTo>
                  <a:lnTo>
                    <a:pt x="287" y="1245"/>
                  </a:lnTo>
                  <a:lnTo>
                    <a:pt x="500" y="1394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6" name="Line 78">
              <a:extLst>
                <a:ext uri="{FF2B5EF4-FFF2-40B4-BE49-F238E27FC236}">
                  <a16:creationId xmlns:a16="http://schemas.microsoft.com/office/drawing/2014/main" id="{7493D369-C040-4F37-8AEF-B2EB286AB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8" y="3614"/>
              <a:ext cx="574" cy="3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7" name="Line 79">
              <a:extLst>
                <a:ext uri="{FF2B5EF4-FFF2-40B4-BE49-F238E27FC236}">
                  <a16:creationId xmlns:a16="http://schemas.microsoft.com/office/drawing/2014/main" id="{7A6D46CE-4ADB-48A3-8A20-D98E29CA3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7" y="3830"/>
              <a:ext cx="545" cy="31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8" name="Freeform 80">
              <a:extLst>
                <a:ext uri="{FF2B5EF4-FFF2-40B4-BE49-F238E27FC236}">
                  <a16:creationId xmlns:a16="http://schemas.microsoft.com/office/drawing/2014/main" id="{1D6FD0DE-C43F-4CEB-ACA3-E509397D5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713"/>
              <a:ext cx="72" cy="100"/>
            </a:xfrm>
            <a:custGeom>
              <a:avLst/>
              <a:gdLst>
                <a:gd name="T0" fmla="*/ 0 w 500"/>
                <a:gd name="T1" fmla="*/ 0 h 697"/>
                <a:gd name="T2" fmla="*/ 32 w 500"/>
                <a:gd name="T3" fmla="*/ 192 h 697"/>
                <a:gd name="T4" fmla="*/ 130 w 500"/>
                <a:gd name="T5" fmla="*/ 377 h 697"/>
                <a:gd name="T6" fmla="*/ 287 w 500"/>
                <a:gd name="T7" fmla="*/ 547 h 697"/>
                <a:gd name="T8" fmla="*/ 500 w 500"/>
                <a:gd name="T9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0" h="697">
                  <a:moveTo>
                    <a:pt x="0" y="0"/>
                  </a:moveTo>
                  <a:lnTo>
                    <a:pt x="32" y="192"/>
                  </a:lnTo>
                  <a:lnTo>
                    <a:pt x="130" y="377"/>
                  </a:lnTo>
                  <a:lnTo>
                    <a:pt x="287" y="547"/>
                  </a:lnTo>
                  <a:lnTo>
                    <a:pt x="500" y="697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9" name="Line 81">
              <a:extLst>
                <a:ext uri="{FF2B5EF4-FFF2-40B4-BE49-F238E27FC236}">
                  <a16:creationId xmlns:a16="http://schemas.microsoft.com/office/drawing/2014/main" id="{272494C5-3829-4F16-AF62-A1072D012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8" y="3813"/>
              <a:ext cx="574" cy="3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" name="Freeform 82">
              <a:extLst>
                <a:ext uri="{FF2B5EF4-FFF2-40B4-BE49-F238E27FC236}">
                  <a16:creationId xmlns:a16="http://schemas.microsoft.com/office/drawing/2014/main" id="{94FB47C9-3693-4B74-B0DA-6A0588144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2" y="3946"/>
              <a:ext cx="345" cy="40"/>
            </a:xfrm>
            <a:custGeom>
              <a:avLst/>
              <a:gdLst>
                <a:gd name="T0" fmla="*/ 0 w 2414"/>
                <a:gd name="T1" fmla="*/ 0 h 284"/>
                <a:gd name="T2" fmla="*/ 228 w 2414"/>
                <a:gd name="T3" fmla="*/ 111 h 284"/>
                <a:gd name="T4" fmla="*/ 486 w 2414"/>
                <a:gd name="T5" fmla="*/ 196 h 284"/>
                <a:gd name="T6" fmla="*/ 765 w 2414"/>
                <a:gd name="T7" fmla="*/ 255 h 284"/>
                <a:gd name="T8" fmla="*/ 1058 w 2414"/>
                <a:gd name="T9" fmla="*/ 284 h 284"/>
                <a:gd name="T10" fmla="*/ 1356 w 2414"/>
                <a:gd name="T11" fmla="*/ 284 h 284"/>
                <a:gd name="T12" fmla="*/ 1648 w 2414"/>
                <a:gd name="T13" fmla="*/ 255 h 284"/>
                <a:gd name="T14" fmla="*/ 1928 w 2414"/>
                <a:gd name="T15" fmla="*/ 196 h 284"/>
                <a:gd name="T16" fmla="*/ 2185 w 2414"/>
                <a:gd name="T17" fmla="*/ 111 h 284"/>
                <a:gd name="T18" fmla="*/ 2414 w 2414"/>
                <a:gd name="T19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14" h="284">
                  <a:moveTo>
                    <a:pt x="0" y="0"/>
                  </a:moveTo>
                  <a:lnTo>
                    <a:pt x="228" y="111"/>
                  </a:lnTo>
                  <a:lnTo>
                    <a:pt x="486" y="196"/>
                  </a:lnTo>
                  <a:lnTo>
                    <a:pt x="765" y="255"/>
                  </a:lnTo>
                  <a:lnTo>
                    <a:pt x="1058" y="284"/>
                  </a:lnTo>
                  <a:lnTo>
                    <a:pt x="1356" y="284"/>
                  </a:lnTo>
                  <a:lnTo>
                    <a:pt x="1648" y="255"/>
                  </a:lnTo>
                  <a:lnTo>
                    <a:pt x="1928" y="196"/>
                  </a:lnTo>
                  <a:lnTo>
                    <a:pt x="2185" y="111"/>
                  </a:lnTo>
                  <a:lnTo>
                    <a:pt x="241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" name="Freeform 83">
              <a:extLst>
                <a:ext uri="{FF2B5EF4-FFF2-40B4-BE49-F238E27FC236}">
                  <a16:creationId xmlns:a16="http://schemas.microsoft.com/office/drawing/2014/main" id="{6733A912-CAE5-4440-8806-C09BF1364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2" y="4145"/>
              <a:ext cx="345" cy="41"/>
            </a:xfrm>
            <a:custGeom>
              <a:avLst/>
              <a:gdLst>
                <a:gd name="T0" fmla="*/ 0 w 2414"/>
                <a:gd name="T1" fmla="*/ 0 h 289"/>
                <a:gd name="T2" fmla="*/ 259 w 2414"/>
                <a:gd name="T3" fmla="*/ 123 h 289"/>
                <a:gd name="T4" fmla="*/ 554 w 2414"/>
                <a:gd name="T5" fmla="*/ 214 h 289"/>
                <a:gd name="T6" fmla="*/ 874 w 2414"/>
                <a:gd name="T7" fmla="*/ 271 h 289"/>
                <a:gd name="T8" fmla="*/ 1207 w 2414"/>
                <a:gd name="T9" fmla="*/ 289 h 289"/>
                <a:gd name="T10" fmla="*/ 1539 w 2414"/>
                <a:gd name="T11" fmla="*/ 271 h 289"/>
                <a:gd name="T12" fmla="*/ 1860 w 2414"/>
                <a:gd name="T13" fmla="*/ 214 h 289"/>
                <a:gd name="T14" fmla="*/ 2155 w 2414"/>
                <a:gd name="T15" fmla="*/ 123 h 289"/>
                <a:gd name="T16" fmla="*/ 2414 w 2414"/>
                <a:gd name="T1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4" h="289">
                  <a:moveTo>
                    <a:pt x="0" y="0"/>
                  </a:moveTo>
                  <a:lnTo>
                    <a:pt x="259" y="123"/>
                  </a:lnTo>
                  <a:lnTo>
                    <a:pt x="554" y="214"/>
                  </a:lnTo>
                  <a:lnTo>
                    <a:pt x="874" y="271"/>
                  </a:lnTo>
                  <a:lnTo>
                    <a:pt x="1207" y="289"/>
                  </a:lnTo>
                  <a:lnTo>
                    <a:pt x="1539" y="271"/>
                  </a:lnTo>
                  <a:lnTo>
                    <a:pt x="1860" y="214"/>
                  </a:lnTo>
                  <a:lnTo>
                    <a:pt x="2155" y="123"/>
                  </a:lnTo>
                  <a:lnTo>
                    <a:pt x="2414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" name="Freeform 84">
              <a:extLst>
                <a:ext uri="{FF2B5EF4-FFF2-40B4-BE49-F238E27FC236}">
                  <a16:creationId xmlns:a16="http://schemas.microsoft.com/office/drawing/2014/main" id="{F12A7253-65ED-4E30-B9F0-44C2D6071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3411"/>
              <a:ext cx="243" cy="140"/>
            </a:xfrm>
            <a:custGeom>
              <a:avLst/>
              <a:gdLst>
                <a:gd name="T0" fmla="*/ 1703 w 1703"/>
                <a:gd name="T1" fmla="*/ 493 h 984"/>
                <a:gd name="T2" fmla="*/ 1687 w 1703"/>
                <a:gd name="T3" fmla="*/ 399 h 984"/>
                <a:gd name="T4" fmla="*/ 1641 w 1703"/>
                <a:gd name="T5" fmla="*/ 309 h 984"/>
                <a:gd name="T6" fmla="*/ 1566 w 1703"/>
                <a:gd name="T7" fmla="*/ 226 h 984"/>
                <a:gd name="T8" fmla="*/ 1467 w 1703"/>
                <a:gd name="T9" fmla="*/ 152 h 984"/>
                <a:gd name="T10" fmla="*/ 1344 w 1703"/>
                <a:gd name="T11" fmla="*/ 91 h 984"/>
                <a:gd name="T12" fmla="*/ 1203 w 1703"/>
                <a:gd name="T13" fmla="*/ 44 h 984"/>
                <a:gd name="T14" fmla="*/ 1050 w 1703"/>
                <a:gd name="T15" fmla="*/ 13 h 984"/>
                <a:gd name="T16" fmla="*/ 890 w 1703"/>
                <a:gd name="T17" fmla="*/ 0 h 984"/>
                <a:gd name="T18" fmla="*/ 728 w 1703"/>
                <a:gd name="T19" fmla="*/ 4 h 984"/>
                <a:gd name="T20" fmla="*/ 571 w 1703"/>
                <a:gd name="T21" fmla="*/ 27 h 984"/>
                <a:gd name="T22" fmla="*/ 423 w 1703"/>
                <a:gd name="T23" fmla="*/ 66 h 984"/>
                <a:gd name="T24" fmla="*/ 291 w 1703"/>
                <a:gd name="T25" fmla="*/ 120 h 984"/>
                <a:gd name="T26" fmla="*/ 179 w 1703"/>
                <a:gd name="T27" fmla="*/ 187 h 984"/>
                <a:gd name="T28" fmla="*/ 92 w 1703"/>
                <a:gd name="T29" fmla="*/ 267 h 984"/>
                <a:gd name="T30" fmla="*/ 31 w 1703"/>
                <a:gd name="T31" fmla="*/ 353 h 984"/>
                <a:gd name="T32" fmla="*/ 0 w 1703"/>
                <a:gd name="T33" fmla="*/ 445 h 984"/>
                <a:gd name="T34" fmla="*/ 0 w 1703"/>
                <a:gd name="T35" fmla="*/ 539 h 984"/>
                <a:gd name="T36" fmla="*/ 31 w 1703"/>
                <a:gd name="T37" fmla="*/ 631 h 984"/>
                <a:gd name="T38" fmla="*/ 92 w 1703"/>
                <a:gd name="T39" fmla="*/ 718 h 984"/>
                <a:gd name="T40" fmla="*/ 179 w 1703"/>
                <a:gd name="T41" fmla="*/ 797 h 984"/>
                <a:gd name="T42" fmla="*/ 291 w 1703"/>
                <a:gd name="T43" fmla="*/ 865 h 984"/>
                <a:gd name="T44" fmla="*/ 423 w 1703"/>
                <a:gd name="T45" fmla="*/ 919 h 984"/>
                <a:gd name="T46" fmla="*/ 571 w 1703"/>
                <a:gd name="T47" fmla="*/ 958 h 984"/>
                <a:gd name="T48" fmla="*/ 728 w 1703"/>
                <a:gd name="T49" fmla="*/ 979 h 984"/>
                <a:gd name="T50" fmla="*/ 890 w 1703"/>
                <a:gd name="T51" fmla="*/ 984 h 984"/>
                <a:gd name="T52" fmla="*/ 1050 w 1703"/>
                <a:gd name="T53" fmla="*/ 972 h 984"/>
                <a:gd name="T54" fmla="*/ 1203 w 1703"/>
                <a:gd name="T55" fmla="*/ 941 h 984"/>
                <a:gd name="T56" fmla="*/ 1344 w 1703"/>
                <a:gd name="T57" fmla="*/ 893 h 984"/>
                <a:gd name="T58" fmla="*/ 1467 w 1703"/>
                <a:gd name="T59" fmla="*/ 832 h 984"/>
                <a:gd name="T60" fmla="*/ 1566 w 1703"/>
                <a:gd name="T61" fmla="*/ 758 h 984"/>
                <a:gd name="T62" fmla="*/ 1641 w 1703"/>
                <a:gd name="T63" fmla="*/ 675 h 984"/>
                <a:gd name="T64" fmla="*/ 1687 w 1703"/>
                <a:gd name="T65" fmla="*/ 586 h 984"/>
                <a:gd name="T66" fmla="*/ 1703 w 1703"/>
                <a:gd name="T67" fmla="*/ 493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03" h="984">
                  <a:moveTo>
                    <a:pt x="1703" y="493"/>
                  </a:moveTo>
                  <a:lnTo>
                    <a:pt x="1687" y="399"/>
                  </a:lnTo>
                  <a:lnTo>
                    <a:pt x="1641" y="309"/>
                  </a:lnTo>
                  <a:lnTo>
                    <a:pt x="1566" y="226"/>
                  </a:lnTo>
                  <a:lnTo>
                    <a:pt x="1467" y="152"/>
                  </a:lnTo>
                  <a:lnTo>
                    <a:pt x="1344" y="91"/>
                  </a:lnTo>
                  <a:lnTo>
                    <a:pt x="1203" y="44"/>
                  </a:lnTo>
                  <a:lnTo>
                    <a:pt x="1050" y="13"/>
                  </a:lnTo>
                  <a:lnTo>
                    <a:pt x="890" y="0"/>
                  </a:lnTo>
                  <a:lnTo>
                    <a:pt x="728" y="4"/>
                  </a:lnTo>
                  <a:lnTo>
                    <a:pt x="571" y="27"/>
                  </a:lnTo>
                  <a:lnTo>
                    <a:pt x="423" y="66"/>
                  </a:lnTo>
                  <a:lnTo>
                    <a:pt x="291" y="120"/>
                  </a:lnTo>
                  <a:lnTo>
                    <a:pt x="179" y="187"/>
                  </a:lnTo>
                  <a:lnTo>
                    <a:pt x="92" y="267"/>
                  </a:lnTo>
                  <a:lnTo>
                    <a:pt x="31" y="353"/>
                  </a:lnTo>
                  <a:lnTo>
                    <a:pt x="0" y="445"/>
                  </a:lnTo>
                  <a:lnTo>
                    <a:pt x="0" y="539"/>
                  </a:lnTo>
                  <a:lnTo>
                    <a:pt x="31" y="631"/>
                  </a:lnTo>
                  <a:lnTo>
                    <a:pt x="92" y="718"/>
                  </a:lnTo>
                  <a:lnTo>
                    <a:pt x="179" y="797"/>
                  </a:lnTo>
                  <a:lnTo>
                    <a:pt x="291" y="865"/>
                  </a:lnTo>
                  <a:lnTo>
                    <a:pt x="423" y="919"/>
                  </a:lnTo>
                  <a:lnTo>
                    <a:pt x="571" y="958"/>
                  </a:lnTo>
                  <a:lnTo>
                    <a:pt x="728" y="979"/>
                  </a:lnTo>
                  <a:lnTo>
                    <a:pt x="890" y="984"/>
                  </a:lnTo>
                  <a:lnTo>
                    <a:pt x="1050" y="972"/>
                  </a:lnTo>
                  <a:lnTo>
                    <a:pt x="1203" y="941"/>
                  </a:lnTo>
                  <a:lnTo>
                    <a:pt x="1344" y="893"/>
                  </a:lnTo>
                  <a:lnTo>
                    <a:pt x="1467" y="832"/>
                  </a:lnTo>
                  <a:lnTo>
                    <a:pt x="1566" y="758"/>
                  </a:lnTo>
                  <a:lnTo>
                    <a:pt x="1641" y="675"/>
                  </a:lnTo>
                  <a:lnTo>
                    <a:pt x="1687" y="586"/>
                  </a:lnTo>
                  <a:lnTo>
                    <a:pt x="1703" y="493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3" name="Freeform 85">
              <a:extLst>
                <a:ext uri="{FF2B5EF4-FFF2-40B4-BE49-F238E27FC236}">
                  <a16:creationId xmlns:a16="http://schemas.microsoft.com/office/drawing/2014/main" id="{8453F36A-86EE-4C6F-8F4D-BBCCAAD32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3743"/>
              <a:ext cx="243" cy="140"/>
            </a:xfrm>
            <a:custGeom>
              <a:avLst/>
              <a:gdLst>
                <a:gd name="T0" fmla="*/ 1701 w 1701"/>
                <a:gd name="T1" fmla="*/ 493 h 986"/>
                <a:gd name="T2" fmla="*/ 1686 w 1701"/>
                <a:gd name="T3" fmla="*/ 400 h 986"/>
                <a:gd name="T4" fmla="*/ 1641 w 1701"/>
                <a:gd name="T5" fmla="*/ 310 h 986"/>
                <a:gd name="T6" fmla="*/ 1566 w 1701"/>
                <a:gd name="T7" fmla="*/ 226 h 986"/>
                <a:gd name="T8" fmla="*/ 1466 w 1701"/>
                <a:gd name="T9" fmla="*/ 152 h 986"/>
                <a:gd name="T10" fmla="*/ 1344 w 1701"/>
                <a:gd name="T11" fmla="*/ 91 h 986"/>
                <a:gd name="T12" fmla="*/ 1203 w 1701"/>
                <a:gd name="T13" fmla="*/ 45 h 986"/>
                <a:gd name="T14" fmla="*/ 1050 w 1701"/>
                <a:gd name="T15" fmla="*/ 14 h 986"/>
                <a:gd name="T16" fmla="*/ 890 w 1701"/>
                <a:gd name="T17" fmla="*/ 0 h 986"/>
                <a:gd name="T18" fmla="*/ 727 w 1701"/>
                <a:gd name="T19" fmla="*/ 5 h 986"/>
                <a:gd name="T20" fmla="*/ 569 w 1701"/>
                <a:gd name="T21" fmla="*/ 28 h 986"/>
                <a:gd name="T22" fmla="*/ 422 w 1701"/>
                <a:gd name="T23" fmla="*/ 66 h 986"/>
                <a:gd name="T24" fmla="*/ 290 w 1701"/>
                <a:gd name="T25" fmla="*/ 121 h 986"/>
                <a:gd name="T26" fmla="*/ 179 w 1701"/>
                <a:gd name="T27" fmla="*/ 189 h 986"/>
                <a:gd name="T28" fmla="*/ 90 w 1701"/>
                <a:gd name="T29" fmla="*/ 267 h 986"/>
                <a:gd name="T30" fmla="*/ 30 w 1701"/>
                <a:gd name="T31" fmla="*/ 355 h 986"/>
                <a:gd name="T32" fmla="*/ 0 w 1701"/>
                <a:gd name="T33" fmla="*/ 446 h 986"/>
                <a:gd name="T34" fmla="*/ 0 w 1701"/>
                <a:gd name="T35" fmla="*/ 540 h 986"/>
                <a:gd name="T36" fmla="*/ 30 w 1701"/>
                <a:gd name="T37" fmla="*/ 631 h 986"/>
                <a:gd name="T38" fmla="*/ 90 w 1701"/>
                <a:gd name="T39" fmla="*/ 719 h 986"/>
                <a:gd name="T40" fmla="*/ 179 w 1701"/>
                <a:gd name="T41" fmla="*/ 797 h 986"/>
                <a:gd name="T42" fmla="*/ 290 w 1701"/>
                <a:gd name="T43" fmla="*/ 865 h 986"/>
                <a:gd name="T44" fmla="*/ 422 w 1701"/>
                <a:gd name="T45" fmla="*/ 920 h 986"/>
                <a:gd name="T46" fmla="*/ 569 w 1701"/>
                <a:gd name="T47" fmla="*/ 958 h 986"/>
                <a:gd name="T48" fmla="*/ 727 w 1701"/>
                <a:gd name="T49" fmla="*/ 981 h 986"/>
                <a:gd name="T50" fmla="*/ 890 w 1701"/>
                <a:gd name="T51" fmla="*/ 986 h 986"/>
                <a:gd name="T52" fmla="*/ 1050 w 1701"/>
                <a:gd name="T53" fmla="*/ 972 h 986"/>
                <a:gd name="T54" fmla="*/ 1203 w 1701"/>
                <a:gd name="T55" fmla="*/ 941 h 986"/>
                <a:gd name="T56" fmla="*/ 1344 w 1701"/>
                <a:gd name="T57" fmla="*/ 895 h 986"/>
                <a:gd name="T58" fmla="*/ 1466 w 1701"/>
                <a:gd name="T59" fmla="*/ 832 h 986"/>
                <a:gd name="T60" fmla="*/ 1566 w 1701"/>
                <a:gd name="T61" fmla="*/ 760 h 986"/>
                <a:gd name="T62" fmla="*/ 1641 w 1701"/>
                <a:gd name="T63" fmla="*/ 676 h 986"/>
                <a:gd name="T64" fmla="*/ 1686 w 1701"/>
                <a:gd name="T65" fmla="*/ 586 h 986"/>
                <a:gd name="T66" fmla="*/ 1701 w 1701"/>
                <a:gd name="T67" fmla="*/ 493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01" h="986">
                  <a:moveTo>
                    <a:pt x="1701" y="493"/>
                  </a:moveTo>
                  <a:lnTo>
                    <a:pt x="1686" y="400"/>
                  </a:lnTo>
                  <a:lnTo>
                    <a:pt x="1641" y="310"/>
                  </a:lnTo>
                  <a:lnTo>
                    <a:pt x="1566" y="226"/>
                  </a:lnTo>
                  <a:lnTo>
                    <a:pt x="1466" y="152"/>
                  </a:lnTo>
                  <a:lnTo>
                    <a:pt x="1344" y="91"/>
                  </a:lnTo>
                  <a:lnTo>
                    <a:pt x="1203" y="45"/>
                  </a:lnTo>
                  <a:lnTo>
                    <a:pt x="1050" y="14"/>
                  </a:lnTo>
                  <a:lnTo>
                    <a:pt x="890" y="0"/>
                  </a:lnTo>
                  <a:lnTo>
                    <a:pt x="727" y="5"/>
                  </a:lnTo>
                  <a:lnTo>
                    <a:pt x="569" y="28"/>
                  </a:lnTo>
                  <a:lnTo>
                    <a:pt x="422" y="66"/>
                  </a:lnTo>
                  <a:lnTo>
                    <a:pt x="290" y="121"/>
                  </a:lnTo>
                  <a:lnTo>
                    <a:pt x="179" y="189"/>
                  </a:lnTo>
                  <a:lnTo>
                    <a:pt x="90" y="267"/>
                  </a:lnTo>
                  <a:lnTo>
                    <a:pt x="30" y="355"/>
                  </a:lnTo>
                  <a:lnTo>
                    <a:pt x="0" y="446"/>
                  </a:lnTo>
                  <a:lnTo>
                    <a:pt x="0" y="540"/>
                  </a:lnTo>
                  <a:lnTo>
                    <a:pt x="30" y="631"/>
                  </a:lnTo>
                  <a:lnTo>
                    <a:pt x="90" y="719"/>
                  </a:lnTo>
                  <a:lnTo>
                    <a:pt x="179" y="797"/>
                  </a:lnTo>
                  <a:lnTo>
                    <a:pt x="290" y="865"/>
                  </a:lnTo>
                  <a:lnTo>
                    <a:pt x="422" y="920"/>
                  </a:lnTo>
                  <a:lnTo>
                    <a:pt x="569" y="958"/>
                  </a:lnTo>
                  <a:lnTo>
                    <a:pt x="727" y="981"/>
                  </a:lnTo>
                  <a:lnTo>
                    <a:pt x="890" y="986"/>
                  </a:lnTo>
                  <a:lnTo>
                    <a:pt x="1050" y="972"/>
                  </a:lnTo>
                  <a:lnTo>
                    <a:pt x="1203" y="941"/>
                  </a:lnTo>
                  <a:lnTo>
                    <a:pt x="1344" y="895"/>
                  </a:lnTo>
                  <a:lnTo>
                    <a:pt x="1466" y="832"/>
                  </a:lnTo>
                  <a:lnTo>
                    <a:pt x="1566" y="760"/>
                  </a:lnTo>
                  <a:lnTo>
                    <a:pt x="1641" y="676"/>
                  </a:lnTo>
                  <a:lnTo>
                    <a:pt x="1686" y="586"/>
                  </a:lnTo>
                  <a:lnTo>
                    <a:pt x="1701" y="493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4" name="Freeform 86">
              <a:extLst>
                <a:ext uri="{FF2B5EF4-FFF2-40B4-BE49-F238E27FC236}">
                  <a16:creationId xmlns:a16="http://schemas.microsoft.com/office/drawing/2014/main" id="{F44DB9AF-9060-42DF-83E9-0B9E68868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2824"/>
              <a:ext cx="459" cy="929"/>
            </a:xfrm>
            <a:custGeom>
              <a:avLst/>
              <a:gdLst>
                <a:gd name="T0" fmla="*/ 3216 w 3216"/>
                <a:gd name="T1" fmla="*/ 4646 h 6504"/>
                <a:gd name="T2" fmla="*/ 0 w 3216"/>
                <a:gd name="T3" fmla="*/ 6504 h 6504"/>
                <a:gd name="T4" fmla="*/ 3216 w 3216"/>
                <a:gd name="T5" fmla="*/ 0 h 6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16" h="6504">
                  <a:moveTo>
                    <a:pt x="3216" y="4646"/>
                  </a:moveTo>
                  <a:lnTo>
                    <a:pt x="0" y="6504"/>
                  </a:lnTo>
                  <a:lnTo>
                    <a:pt x="3216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5" name="Freeform 87">
              <a:extLst>
                <a:ext uri="{FF2B5EF4-FFF2-40B4-BE49-F238E27FC236}">
                  <a16:creationId xmlns:a16="http://schemas.microsoft.com/office/drawing/2014/main" id="{41A4EA82-F9DB-4A09-93AE-A3E1E7707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745"/>
              <a:ext cx="459" cy="1008"/>
            </a:xfrm>
            <a:custGeom>
              <a:avLst/>
              <a:gdLst>
                <a:gd name="T0" fmla="*/ 965 w 3216"/>
                <a:gd name="T1" fmla="*/ 7061 h 7061"/>
                <a:gd name="T2" fmla="*/ 0 w 3216"/>
                <a:gd name="T3" fmla="*/ 6504 h 7061"/>
                <a:gd name="T4" fmla="*/ 3216 w 3216"/>
                <a:gd name="T5" fmla="*/ 0 h 7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16" h="7061">
                  <a:moveTo>
                    <a:pt x="965" y="7061"/>
                  </a:moveTo>
                  <a:lnTo>
                    <a:pt x="0" y="6504"/>
                  </a:lnTo>
                  <a:lnTo>
                    <a:pt x="3216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6" name="Line 88">
              <a:extLst>
                <a:ext uri="{FF2B5EF4-FFF2-40B4-BE49-F238E27FC236}">
                  <a16:creationId xmlns:a16="http://schemas.microsoft.com/office/drawing/2014/main" id="{DDF5F021-404D-4E16-BFF0-B5F580FF8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9" y="2619"/>
              <a:ext cx="402" cy="2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7" name="Freeform 89">
              <a:extLst>
                <a:ext uri="{FF2B5EF4-FFF2-40B4-BE49-F238E27FC236}">
                  <a16:creationId xmlns:a16="http://schemas.microsoft.com/office/drawing/2014/main" id="{B35F18CF-6160-45B3-B1FD-BF17DF409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088"/>
              <a:ext cx="402" cy="1095"/>
            </a:xfrm>
            <a:custGeom>
              <a:avLst/>
              <a:gdLst>
                <a:gd name="T0" fmla="*/ 2814 w 2814"/>
                <a:gd name="T1" fmla="*/ 0 h 7665"/>
                <a:gd name="T2" fmla="*/ 0 w 2814"/>
                <a:gd name="T3" fmla="*/ 1626 h 7665"/>
                <a:gd name="T4" fmla="*/ 0 w 2814"/>
                <a:gd name="T5" fmla="*/ 7665 h 7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14" h="7665">
                  <a:moveTo>
                    <a:pt x="2814" y="0"/>
                  </a:moveTo>
                  <a:lnTo>
                    <a:pt x="0" y="1626"/>
                  </a:lnTo>
                  <a:lnTo>
                    <a:pt x="0" y="7665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8" name="Freeform 90">
              <a:extLst>
                <a:ext uri="{FF2B5EF4-FFF2-40B4-BE49-F238E27FC236}">
                  <a16:creationId xmlns:a16="http://schemas.microsoft.com/office/drawing/2014/main" id="{F472A4B3-3095-48FA-8DDB-DC1C1591E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320"/>
              <a:ext cx="919" cy="1393"/>
            </a:xfrm>
            <a:custGeom>
              <a:avLst/>
              <a:gdLst>
                <a:gd name="T0" fmla="*/ 0 w 6433"/>
                <a:gd name="T1" fmla="*/ 0 h 9755"/>
                <a:gd name="T2" fmla="*/ 6433 w 6433"/>
                <a:gd name="T3" fmla="*/ 3716 h 9755"/>
                <a:gd name="T4" fmla="*/ 6433 w 6433"/>
                <a:gd name="T5" fmla="*/ 9755 h 9755"/>
                <a:gd name="T6" fmla="*/ 3698 w 6433"/>
                <a:gd name="T7" fmla="*/ 8176 h 9755"/>
                <a:gd name="T8" fmla="*/ 3698 w 6433"/>
                <a:gd name="T9" fmla="*/ 3530 h 9755"/>
                <a:gd name="T10" fmla="*/ 2733 w 6433"/>
                <a:gd name="T11" fmla="*/ 2973 h 9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33" h="9755">
                  <a:moveTo>
                    <a:pt x="0" y="0"/>
                  </a:moveTo>
                  <a:lnTo>
                    <a:pt x="6433" y="3716"/>
                  </a:lnTo>
                  <a:lnTo>
                    <a:pt x="6433" y="9755"/>
                  </a:lnTo>
                  <a:lnTo>
                    <a:pt x="3698" y="8176"/>
                  </a:lnTo>
                  <a:lnTo>
                    <a:pt x="3698" y="3530"/>
                  </a:lnTo>
                  <a:lnTo>
                    <a:pt x="2733" y="2973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9" name="Line 91">
              <a:extLst>
                <a:ext uri="{FF2B5EF4-FFF2-40B4-BE49-F238E27FC236}">
                  <a16:creationId xmlns:a16="http://schemas.microsoft.com/office/drawing/2014/main" id="{9FAA5A08-D23B-4364-A8FF-85B5D55C5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00" y="3183"/>
              <a:ext cx="135" cy="7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0" name="Line 92">
              <a:extLst>
                <a:ext uri="{FF2B5EF4-FFF2-40B4-BE49-F238E27FC236}">
                  <a16:creationId xmlns:a16="http://schemas.microsoft.com/office/drawing/2014/main" id="{CEC63791-D77C-48A7-9530-4377E716C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2" y="3149"/>
              <a:ext cx="259" cy="15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" name="Line 93">
              <a:extLst>
                <a:ext uri="{FF2B5EF4-FFF2-40B4-BE49-F238E27FC236}">
                  <a16:creationId xmlns:a16="http://schemas.microsoft.com/office/drawing/2014/main" id="{A43076D8-738F-4B76-9F57-28BF1F18A4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0" y="2519"/>
              <a:ext cx="258" cy="14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" name="Freeform 94">
              <a:extLst>
                <a:ext uri="{FF2B5EF4-FFF2-40B4-BE49-F238E27FC236}">
                  <a16:creationId xmlns:a16="http://schemas.microsoft.com/office/drawing/2014/main" id="{FC1EF52F-3FF4-40B6-98E6-849A92908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2588"/>
              <a:ext cx="228" cy="561"/>
            </a:xfrm>
            <a:custGeom>
              <a:avLst/>
              <a:gdLst>
                <a:gd name="T0" fmla="*/ 0 w 1601"/>
                <a:gd name="T1" fmla="*/ 3927 h 3927"/>
                <a:gd name="T2" fmla="*/ 295 w 1601"/>
                <a:gd name="T3" fmla="*/ 3725 h 3927"/>
                <a:gd name="T4" fmla="*/ 581 w 1601"/>
                <a:gd name="T5" fmla="*/ 3466 h 3927"/>
                <a:gd name="T6" fmla="*/ 846 w 1601"/>
                <a:gd name="T7" fmla="*/ 3160 h 3927"/>
                <a:gd name="T8" fmla="*/ 1084 w 1601"/>
                <a:gd name="T9" fmla="*/ 2817 h 3927"/>
                <a:gd name="T10" fmla="*/ 1283 w 1601"/>
                <a:gd name="T11" fmla="*/ 2448 h 3927"/>
                <a:gd name="T12" fmla="*/ 1439 w 1601"/>
                <a:gd name="T13" fmla="*/ 2065 h 3927"/>
                <a:gd name="T14" fmla="*/ 1547 w 1601"/>
                <a:gd name="T15" fmla="*/ 1684 h 3927"/>
                <a:gd name="T16" fmla="*/ 1601 w 1601"/>
                <a:gd name="T17" fmla="*/ 1316 h 3927"/>
                <a:gd name="T18" fmla="*/ 1601 w 1601"/>
                <a:gd name="T19" fmla="*/ 972 h 3927"/>
                <a:gd name="T20" fmla="*/ 1547 w 1601"/>
                <a:gd name="T21" fmla="*/ 667 h 3927"/>
                <a:gd name="T22" fmla="*/ 1439 w 1601"/>
                <a:gd name="T23" fmla="*/ 409 h 3927"/>
                <a:gd name="T24" fmla="*/ 1283 w 1601"/>
                <a:gd name="T25" fmla="*/ 208 h 3927"/>
                <a:gd name="T26" fmla="*/ 1084 w 1601"/>
                <a:gd name="T27" fmla="*/ 70 h 3927"/>
                <a:gd name="T28" fmla="*/ 846 w 1601"/>
                <a:gd name="T29" fmla="*/ 0 h 3927"/>
                <a:gd name="T30" fmla="*/ 581 w 1601"/>
                <a:gd name="T31" fmla="*/ 0 h 3927"/>
                <a:gd name="T32" fmla="*/ 295 w 1601"/>
                <a:gd name="T33" fmla="*/ 72 h 3927"/>
                <a:gd name="T34" fmla="*/ 0 w 1601"/>
                <a:gd name="T35" fmla="*/ 212 h 3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01" h="3927">
                  <a:moveTo>
                    <a:pt x="0" y="3927"/>
                  </a:moveTo>
                  <a:lnTo>
                    <a:pt x="295" y="3725"/>
                  </a:lnTo>
                  <a:lnTo>
                    <a:pt x="581" y="3466"/>
                  </a:lnTo>
                  <a:lnTo>
                    <a:pt x="846" y="3160"/>
                  </a:lnTo>
                  <a:lnTo>
                    <a:pt x="1084" y="2817"/>
                  </a:lnTo>
                  <a:lnTo>
                    <a:pt x="1283" y="2448"/>
                  </a:lnTo>
                  <a:lnTo>
                    <a:pt x="1439" y="2065"/>
                  </a:lnTo>
                  <a:lnTo>
                    <a:pt x="1547" y="1684"/>
                  </a:lnTo>
                  <a:lnTo>
                    <a:pt x="1601" y="1316"/>
                  </a:lnTo>
                  <a:lnTo>
                    <a:pt x="1601" y="972"/>
                  </a:lnTo>
                  <a:lnTo>
                    <a:pt x="1547" y="667"/>
                  </a:lnTo>
                  <a:lnTo>
                    <a:pt x="1439" y="409"/>
                  </a:lnTo>
                  <a:lnTo>
                    <a:pt x="1283" y="208"/>
                  </a:lnTo>
                  <a:lnTo>
                    <a:pt x="1084" y="70"/>
                  </a:lnTo>
                  <a:lnTo>
                    <a:pt x="846" y="0"/>
                  </a:lnTo>
                  <a:lnTo>
                    <a:pt x="581" y="0"/>
                  </a:lnTo>
                  <a:lnTo>
                    <a:pt x="295" y="72"/>
                  </a:lnTo>
                  <a:lnTo>
                    <a:pt x="0" y="212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" name="Freeform 95">
              <a:extLst>
                <a:ext uri="{FF2B5EF4-FFF2-40B4-BE49-F238E27FC236}">
                  <a16:creationId xmlns:a16="http://schemas.microsoft.com/office/drawing/2014/main" id="{49FF166D-917B-4E1F-B546-EE3210861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" y="2487"/>
              <a:ext cx="163" cy="32"/>
            </a:xfrm>
            <a:custGeom>
              <a:avLst/>
              <a:gdLst>
                <a:gd name="T0" fmla="*/ 1136 w 1136"/>
                <a:gd name="T1" fmla="*/ 107 h 221"/>
                <a:gd name="T2" fmla="*/ 944 w 1136"/>
                <a:gd name="T3" fmla="*/ 29 h 221"/>
                <a:gd name="T4" fmla="*/ 730 w 1136"/>
                <a:gd name="T5" fmla="*/ 0 h 221"/>
                <a:gd name="T6" fmla="*/ 496 w 1136"/>
                <a:gd name="T7" fmla="*/ 24 h 221"/>
                <a:gd name="T8" fmla="*/ 251 w 1136"/>
                <a:gd name="T9" fmla="*/ 98 h 221"/>
                <a:gd name="T10" fmla="*/ 0 w 1136"/>
                <a:gd name="T11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6" h="221">
                  <a:moveTo>
                    <a:pt x="1136" y="107"/>
                  </a:moveTo>
                  <a:lnTo>
                    <a:pt x="944" y="29"/>
                  </a:lnTo>
                  <a:lnTo>
                    <a:pt x="730" y="0"/>
                  </a:lnTo>
                  <a:lnTo>
                    <a:pt x="496" y="24"/>
                  </a:lnTo>
                  <a:lnTo>
                    <a:pt x="251" y="98"/>
                  </a:lnTo>
                  <a:lnTo>
                    <a:pt x="0" y="221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4" name="Freeform 96">
              <a:extLst>
                <a:ext uri="{FF2B5EF4-FFF2-40B4-BE49-F238E27FC236}">
                  <a16:creationId xmlns:a16="http://schemas.microsoft.com/office/drawing/2014/main" id="{36763109-0760-4790-9EFF-8E178F360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7" y="2698"/>
              <a:ext cx="287" cy="371"/>
            </a:xfrm>
            <a:custGeom>
              <a:avLst/>
              <a:gdLst>
                <a:gd name="T0" fmla="*/ 294 w 2007"/>
                <a:gd name="T1" fmla="*/ 2530 h 2594"/>
                <a:gd name="T2" fmla="*/ 442 w 2007"/>
                <a:gd name="T3" fmla="*/ 2586 h 2594"/>
                <a:gd name="T4" fmla="*/ 610 w 2007"/>
                <a:gd name="T5" fmla="*/ 2594 h 2594"/>
                <a:gd name="T6" fmla="*/ 791 w 2007"/>
                <a:gd name="T7" fmla="*/ 2557 h 2594"/>
                <a:gd name="T8" fmla="*/ 981 w 2007"/>
                <a:gd name="T9" fmla="*/ 2474 h 2594"/>
                <a:gd name="T10" fmla="*/ 1171 w 2007"/>
                <a:gd name="T11" fmla="*/ 2348 h 2594"/>
                <a:gd name="T12" fmla="*/ 1355 w 2007"/>
                <a:gd name="T13" fmla="*/ 2183 h 2594"/>
                <a:gd name="T14" fmla="*/ 1528 w 2007"/>
                <a:gd name="T15" fmla="*/ 1988 h 2594"/>
                <a:gd name="T16" fmla="*/ 1681 w 2007"/>
                <a:gd name="T17" fmla="*/ 1766 h 2594"/>
                <a:gd name="T18" fmla="*/ 1809 w 2007"/>
                <a:gd name="T19" fmla="*/ 1529 h 2594"/>
                <a:gd name="T20" fmla="*/ 1909 w 2007"/>
                <a:gd name="T21" fmla="*/ 1283 h 2594"/>
                <a:gd name="T22" fmla="*/ 1975 w 2007"/>
                <a:gd name="T23" fmla="*/ 1038 h 2594"/>
                <a:gd name="T24" fmla="*/ 2007 w 2007"/>
                <a:gd name="T25" fmla="*/ 802 h 2594"/>
                <a:gd name="T26" fmla="*/ 2002 w 2007"/>
                <a:gd name="T27" fmla="*/ 584 h 2594"/>
                <a:gd name="T28" fmla="*/ 1961 w 2007"/>
                <a:gd name="T29" fmla="*/ 392 h 2594"/>
                <a:gd name="T30" fmla="*/ 1887 w 2007"/>
                <a:gd name="T31" fmla="*/ 232 h 2594"/>
                <a:gd name="T32" fmla="*/ 1780 w 2007"/>
                <a:gd name="T33" fmla="*/ 111 h 2594"/>
                <a:gd name="T34" fmla="*/ 1645 w 2007"/>
                <a:gd name="T35" fmla="*/ 33 h 2594"/>
                <a:gd name="T36" fmla="*/ 1486 w 2007"/>
                <a:gd name="T37" fmla="*/ 0 h 2594"/>
                <a:gd name="T38" fmla="*/ 1311 w 2007"/>
                <a:gd name="T39" fmla="*/ 15 h 2594"/>
                <a:gd name="T40" fmla="*/ 1124 w 2007"/>
                <a:gd name="T41" fmla="*/ 76 h 2594"/>
                <a:gd name="T42" fmla="*/ 933 w 2007"/>
                <a:gd name="T43" fmla="*/ 181 h 2594"/>
                <a:gd name="T44" fmla="*/ 745 w 2007"/>
                <a:gd name="T45" fmla="*/ 327 h 2594"/>
                <a:gd name="T46" fmla="*/ 565 w 2007"/>
                <a:gd name="T47" fmla="*/ 508 h 2594"/>
                <a:gd name="T48" fmla="*/ 402 w 2007"/>
                <a:gd name="T49" fmla="*/ 716 h 2594"/>
                <a:gd name="T50" fmla="*/ 261 w 2007"/>
                <a:gd name="T51" fmla="*/ 947 h 2594"/>
                <a:gd name="T52" fmla="*/ 146 w 2007"/>
                <a:gd name="T53" fmla="*/ 1190 h 2594"/>
                <a:gd name="T54" fmla="*/ 62 w 2007"/>
                <a:gd name="T55" fmla="*/ 1436 h 2594"/>
                <a:gd name="T56" fmla="*/ 14 w 2007"/>
                <a:gd name="T57" fmla="*/ 1678 h 2594"/>
                <a:gd name="T58" fmla="*/ 0 w 2007"/>
                <a:gd name="T59" fmla="*/ 1906 h 2594"/>
                <a:gd name="T60" fmla="*/ 23 w 2007"/>
                <a:gd name="T61" fmla="*/ 2113 h 2594"/>
                <a:gd name="T62" fmla="*/ 81 w 2007"/>
                <a:gd name="T63" fmla="*/ 2290 h 2594"/>
                <a:gd name="T64" fmla="*/ 172 w 2007"/>
                <a:gd name="T65" fmla="*/ 2431 h 2594"/>
                <a:gd name="T66" fmla="*/ 294 w 2007"/>
                <a:gd name="T67" fmla="*/ 2530 h 2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07" h="2594">
                  <a:moveTo>
                    <a:pt x="294" y="2530"/>
                  </a:moveTo>
                  <a:lnTo>
                    <a:pt x="442" y="2586"/>
                  </a:lnTo>
                  <a:lnTo>
                    <a:pt x="610" y="2594"/>
                  </a:lnTo>
                  <a:lnTo>
                    <a:pt x="791" y="2557"/>
                  </a:lnTo>
                  <a:lnTo>
                    <a:pt x="981" y="2474"/>
                  </a:lnTo>
                  <a:lnTo>
                    <a:pt x="1171" y="2348"/>
                  </a:lnTo>
                  <a:lnTo>
                    <a:pt x="1355" y="2183"/>
                  </a:lnTo>
                  <a:lnTo>
                    <a:pt x="1528" y="1988"/>
                  </a:lnTo>
                  <a:lnTo>
                    <a:pt x="1681" y="1766"/>
                  </a:lnTo>
                  <a:lnTo>
                    <a:pt x="1809" y="1529"/>
                  </a:lnTo>
                  <a:lnTo>
                    <a:pt x="1909" y="1283"/>
                  </a:lnTo>
                  <a:lnTo>
                    <a:pt x="1975" y="1038"/>
                  </a:lnTo>
                  <a:lnTo>
                    <a:pt x="2007" y="802"/>
                  </a:lnTo>
                  <a:lnTo>
                    <a:pt x="2002" y="584"/>
                  </a:lnTo>
                  <a:lnTo>
                    <a:pt x="1961" y="392"/>
                  </a:lnTo>
                  <a:lnTo>
                    <a:pt x="1887" y="232"/>
                  </a:lnTo>
                  <a:lnTo>
                    <a:pt x="1780" y="111"/>
                  </a:lnTo>
                  <a:lnTo>
                    <a:pt x="1645" y="33"/>
                  </a:lnTo>
                  <a:lnTo>
                    <a:pt x="1486" y="0"/>
                  </a:lnTo>
                  <a:lnTo>
                    <a:pt x="1311" y="15"/>
                  </a:lnTo>
                  <a:lnTo>
                    <a:pt x="1124" y="76"/>
                  </a:lnTo>
                  <a:lnTo>
                    <a:pt x="933" y="181"/>
                  </a:lnTo>
                  <a:lnTo>
                    <a:pt x="745" y="327"/>
                  </a:lnTo>
                  <a:lnTo>
                    <a:pt x="565" y="508"/>
                  </a:lnTo>
                  <a:lnTo>
                    <a:pt x="402" y="716"/>
                  </a:lnTo>
                  <a:lnTo>
                    <a:pt x="261" y="947"/>
                  </a:lnTo>
                  <a:lnTo>
                    <a:pt x="146" y="1190"/>
                  </a:lnTo>
                  <a:lnTo>
                    <a:pt x="62" y="1436"/>
                  </a:lnTo>
                  <a:lnTo>
                    <a:pt x="14" y="1678"/>
                  </a:lnTo>
                  <a:lnTo>
                    <a:pt x="0" y="1906"/>
                  </a:lnTo>
                  <a:lnTo>
                    <a:pt x="23" y="2113"/>
                  </a:lnTo>
                  <a:lnTo>
                    <a:pt x="81" y="2290"/>
                  </a:lnTo>
                  <a:lnTo>
                    <a:pt x="172" y="2431"/>
                  </a:lnTo>
                  <a:lnTo>
                    <a:pt x="294" y="253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5" name="Freeform 97">
              <a:extLst>
                <a:ext uri="{FF2B5EF4-FFF2-40B4-BE49-F238E27FC236}">
                  <a16:creationId xmlns:a16="http://schemas.microsoft.com/office/drawing/2014/main" id="{162C76FC-BA18-4BE6-B8F7-50CABBED8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" y="2741"/>
              <a:ext cx="107" cy="186"/>
            </a:xfrm>
            <a:custGeom>
              <a:avLst/>
              <a:gdLst>
                <a:gd name="T0" fmla="*/ 0 w 753"/>
                <a:gd name="T1" fmla="*/ 1304 h 1304"/>
                <a:gd name="T2" fmla="*/ 177 w 753"/>
                <a:gd name="T3" fmla="*/ 1134 h 1304"/>
                <a:gd name="T4" fmla="*/ 340 w 753"/>
                <a:gd name="T5" fmla="*/ 935 h 1304"/>
                <a:gd name="T6" fmla="*/ 485 w 753"/>
                <a:gd name="T7" fmla="*/ 714 h 1304"/>
                <a:gd name="T8" fmla="*/ 604 w 753"/>
                <a:gd name="T9" fmla="*/ 480 h 1304"/>
                <a:gd name="T10" fmla="*/ 693 w 753"/>
                <a:gd name="T11" fmla="*/ 238 h 1304"/>
                <a:gd name="T12" fmla="*/ 753 w 753"/>
                <a:gd name="T13" fmla="*/ 0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3" h="1304">
                  <a:moveTo>
                    <a:pt x="0" y="1304"/>
                  </a:moveTo>
                  <a:lnTo>
                    <a:pt x="177" y="1134"/>
                  </a:lnTo>
                  <a:lnTo>
                    <a:pt x="340" y="935"/>
                  </a:lnTo>
                  <a:lnTo>
                    <a:pt x="485" y="714"/>
                  </a:lnTo>
                  <a:lnTo>
                    <a:pt x="604" y="480"/>
                  </a:lnTo>
                  <a:lnTo>
                    <a:pt x="693" y="238"/>
                  </a:lnTo>
                  <a:lnTo>
                    <a:pt x="753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" name="Line 98">
              <a:extLst>
                <a:ext uri="{FF2B5EF4-FFF2-40B4-BE49-F238E27FC236}">
                  <a16:creationId xmlns:a16="http://schemas.microsoft.com/office/drawing/2014/main" id="{2CA46603-23A4-4325-AB6F-C13D92F0C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2" y="3299"/>
              <a:ext cx="1" cy="531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" name="Line 99">
              <a:extLst>
                <a:ext uri="{FF2B5EF4-FFF2-40B4-BE49-F238E27FC236}">
                  <a16:creationId xmlns:a16="http://schemas.microsoft.com/office/drawing/2014/main" id="{31A4B549-338F-4D2F-867C-167ECBEE0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16" y="2336"/>
              <a:ext cx="574" cy="33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" name="Freeform 100">
              <a:extLst>
                <a:ext uri="{FF2B5EF4-FFF2-40B4-BE49-F238E27FC236}">
                  <a16:creationId xmlns:a16="http://schemas.microsoft.com/office/drawing/2014/main" id="{758F2150-7917-417F-A484-13661B7A0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056"/>
              <a:ext cx="162" cy="32"/>
            </a:xfrm>
            <a:custGeom>
              <a:avLst/>
              <a:gdLst>
                <a:gd name="T0" fmla="*/ 1137 w 1137"/>
                <a:gd name="T1" fmla="*/ 107 h 220"/>
                <a:gd name="T2" fmla="*/ 945 w 1137"/>
                <a:gd name="T3" fmla="*/ 28 h 220"/>
                <a:gd name="T4" fmla="*/ 730 w 1137"/>
                <a:gd name="T5" fmla="*/ 0 h 220"/>
                <a:gd name="T6" fmla="*/ 497 w 1137"/>
                <a:gd name="T7" fmla="*/ 24 h 220"/>
                <a:gd name="T8" fmla="*/ 252 w 1137"/>
                <a:gd name="T9" fmla="*/ 98 h 220"/>
                <a:gd name="T10" fmla="*/ 0 w 1137"/>
                <a:gd name="T11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7" h="220">
                  <a:moveTo>
                    <a:pt x="1137" y="107"/>
                  </a:moveTo>
                  <a:lnTo>
                    <a:pt x="945" y="28"/>
                  </a:lnTo>
                  <a:lnTo>
                    <a:pt x="730" y="0"/>
                  </a:lnTo>
                  <a:lnTo>
                    <a:pt x="497" y="24"/>
                  </a:lnTo>
                  <a:lnTo>
                    <a:pt x="252" y="98"/>
                  </a:lnTo>
                  <a:lnTo>
                    <a:pt x="0" y="22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" name="Line 101">
              <a:extLst>
                <a:ext uri="{FF2B5EF4-FFF2-40B4-BE49-F238E27FC236}">
                  <a16:creationId xmlns:a16="http://schemas.microsoft.com/office/drawing/2014/main" id="{8E42F469-7F76-4C31-80A1-4CEF108194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" y="2187"/>
              <a:ext cx="258" cy="14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" name="Freeform 102">
              <a:extLst>
                <a:ext uri="{FF2B5EF4-FFF2-40B4-BE49-F238E27FC236}">
                  <a16:creationId xmlns:a16="http://schemas.microsoft.com/office/drawing/2014/main" id="{24E9D973-0A72-43B8-ADB9-74B5F7EE0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4" y="2157"/>
              <a:ext cx="229" cy="414"/>
            </a:xfrm>
            <a:custGeom>
              <a:avLst/>
              <a:gdLst>
                <a:gd name="T0" fmla="*/ 1032 w 1604"/>
                <a:gd name="T1" fmla="*/ 2898 h 2898"/>
                <a:gd name="T2" fmla="*/ 1244 w 1604"/>
                <a:gd name="T3" fmla="*/ 2528 h 2898"/>
                <a:gd name="T4" fmla="*/ 1412 w 1604"/>
                <a:gd name="T5" fmla="*/ 2141 h 2898"/>
                <a:gd name="T6" fmla="*/ 1532 w 1604"/>
                <a:gd name="T7" fmla="*/ 1751 h 2898"/>
                <a:gd name="T8" fmla="*/ 1596 w 1604"/>
                <a:gd name="T9" fmla="*/ 1373 h 2898"/>
                <a:gd name="T10" fmla="*/ 1604 w 1604"/>
                <a:gd name="T11" fmla="*/ 1019 h 2898"/>
                <a:gd name="T12" fmla="*/ 1557 w 1604"/>
                <a:gd name="T13" fmla="*/ 703 h 2898"/>
                <a:gd name="T14" fmla="*/ 1453 w 1604"/>
                <a:gd name="T15" fmla="*/ 435 h 2898"/>
                <a:gd name="T16" fmla="*/ 1299 w 1604"/>
                <a:gd name="T17" fmla="*/ 223 h 2898"/>
                <a:gd name="T18" fmla="*/ 1099 w 1604"/>
                <a:gd name="T19" fmla="*/ 78 h 2898"/>
                <a:gd name="T20" fmla="*/ 860 w 1604"/>
                <a:gd name="T21" fmla="*/ 2 h 2898"/>
                <a:gd name="T22" fmla="*/ 591 w 1604"/>
                <a:gd name="T23" fmla="*/ 0 h 2898"/>
                <a:gd name="T24" fmla="*/ 301 w 1604"/>
                <a:gd name="T25" fmla="*/ 70 h 2898"/>
                <a:gd name="T26" fmla="*/ 0 w 1604"/>
                <a:gd name="T27" fmla="*/ 211 h 2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04" h="2898">
                  <a:moveTo>
                    <a:pt x="1032" y="2898"/>
                  </a:moveTo>
                  <a:lnTo>
                    <a:pt x="1244" y="2528"/>
                  </a:lnTo>
                  <a:lnTo>
                    <a:pt x="1412" y="2141"/>
                  </a:lnTo>
                  <a:lnTo>
                    <a:pt x="1532" y="1751"/>
                  </a:lnTo>
                  <a:lnTo>
                    <a:pt x="1596" y="1373"/>
                  </a:lnTo>
                  <a:lnTo>
                    <a:pt x="1604" y="1019"/>
                  </a:lnTo>
                  <a:lnTo>
                    <a:pt x="1557" y="703"/>
                  </a:lnTo>
                  <a:lnTo>
                    <a:pt x="1453" y="435"/>
                  </a:lnTo>
                  <a:lnTo>
                    <a:pt x="1299" y="223"/>
                  </a:lnTo>
                  <a:lnTo>
                    <a:pt x="1099" y="78"/>
                  </a:lnTo>
                  <a:lnTo>
                    <a:pt x="860" y="2"/>
                  </a:lnTo>
                  <a:lnTo>
                    <a:pt x="591" y="0"/>
                  </a:lnTo>
                  <a:lnTo>
                    <a:pt x="301" y="70"/>
                  </a:lnTo>
                  <a:lnTo>
                    <a:pt x="0" y="211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1" name="Freeform 103">
              <a:extLst>
                <a:ext uri="{FF2B5EF4-FFF2-40B4-BE49-F238E27FC236}">
                  <a16:creationId xmlns:a16="http://schemas.microsoft.com/office/drawing/2014/main" id="{D5846A82-4DD5-4C74-9B0E-9C99D3807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2370"/>
              <a:ext cx="58" cy="165"/>
            </a:xfrm>
            <a:custGeom>
              <a:avLst/>
              <a:gdLst>
                <a:gd name="T0" fmla="*/ 0 w 402"/>
                <a:gd name="T1" fmla="*/ 1161 h 1161"/>
                <a:gd name="T2" fmla="*/ 137 w 402"/>
                <a:gd name="T3" fmla="*/ 938 h 1161"/>
                <a:gd name="T4" fmla="*/ 251 w 402"/>
                <a:gd name="T5" fmla="*/ 701 h 1161"/>
                <a:gd name="T6" fmla="*/ 334 w 402"/>
                <a:gd name="T7" fmla="*/ 461 h 1161"/>
                <a:gd name="T8" fmla="*/ 385 w 402"/>
                <a:gd name="T9" fmla="*/ 224 h 1161"/>
                <a:gd name="T10" fmla="*/ 402 w 402"/>
                <a:gd name="T11" fmla="*/ 0 h 1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2" h="1161">
                  <a:moveTo>
                    <a:pt x="0" y="1161"/>
                  </a:moveTo>
                  <a:lnTo>
                    <a:pt x="137" y="938"/>
                  </a:lnTo>
                  <a:lnTo>
                    <a:pt x="251" y="701"/>
                  </a:lnTo>
                  <a:lnTo>
                    <a:pt x="334" y="461"/>
                  </a:lnTo>
                  <a:lnTo>
                    <a:pt x="385" y="224"/>
                  </a:lnTo>
                  <a:lnTo>
                    <a:pt x="40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2" name="Freeform 104">
              <a:extLst>
                <a:ext uri="{FF2B5EF4-FFF2-40B4-BE49-F238E27FC236}">
                  <a16:creationId xmlns:a16="http://schemas.microsoft.com/office/drawing/2014/main" id="{C354698E-1845-4DC7-AE3D-29E904D7E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267"/>
              <a:ext cx="259" cy="152"/>
            </a:xfrm>
            <a:custGeom>
              <a:avLst/>
              <a:gdLst>
                <a:gd name="T0" fmla="*/ 1809 w 1809"/>
                <a:gd name="T1" fmla="*/ 716 h 1065"/>
                <a:gd name="T2" fmla="*/ 1791 w 1809"/>
                <a:gd name="T3" fmla="*/ 505 h 1065"/>
                <a:gd name="T4" fmla="*/ 1736 w 1809"/>
                <a:gd name="T5" fmla="*/ 323 h 1065"/>
                <a:gd name="T6" fmla="*/ 1647 w 1809"/>
                <a:gd name="T7" fmla="*/ 177 h 1065"/>
                <a:gd name="T8" fmla="*/ 1526 w 1809"/>
                <a:gd name="T9" fmla="*/ 71 h 1065"/>
                <a:gd name="T10" fmla="*/ 1380 w 1809"/>
                <a:gd name="T11" fmla="*/ 12 h 1065"/>
                <a:gd name="T12" fmla="*/ 1212 w 1809"/>
                <a:gd name="T13" fmla="*/ 0 h 1065"/>
                <a:gd name="T14" fmla="*/ 1029 w 1809"/>
                <a:gd name="T15" fmla="*/ 35 h 1065"/>
                <a:gd name="T16" fmla="*/ 837 w 1809"/>
                <a:gd name="T17" fmla="*/ 117 h 1065"/>
                <a:gd name="T18" fmla="*/ 645 w 1809"/>
                <a:gd name="T19" fmla="*/ 242 h 1065"/>
                <a:gd name="T20" fmla="*/ 458 w 1809"/>
                <a:gd name="T21" fmla="*/ 405 h 1065"/>
                <a:gd name="T22" fmla="*/ 284 w 1809"/>
                <a:gd name="T23" fmla="*/ 603 h 1065"/>
                <a:gd name="T24" fmla="*/ 130 w 1809"/>
                <a:gd name="T25" fmla="*/ 825 h 1065"/>
                <a:gd name="T26" fmla="*/ 0 w 1809"/>
                <a:gd name="T27" fmla="*/ 1065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09" h="1065">
                  <a:moveTo>
                    <a:pt x="1809" y="716"/>
                  </a:moveTo>
                  <a:lnTo>
                    <a:pt x="1791" y="505"/>
                  </a:lnTo>
                  <a:lnTo>
                    <a:pt x="1736" y="323"/>
                  </a:lnTo>
                  <a:lnTo>
                    <a:pt x="1647" y="177"/>
                  </a:lnTo>
                  <a:lnTo>
                    <a:pt x="1526" y="71"/>
                  </a:lnTo>
                  <a:lnTo>
                    <a:pt x="1380" y="12"/>
                  </a:lnTo>
                  <a:lnTo>
                    <a:pt x="1212" y="0"/>
                  </a:lnTo>
                  <a:lnTo>
                    <a:pt x="1029" y="35"/>
                  </a:lnTo>
                  <a:lnTo>
                    <a:pt x="837" y="117"/>
                  </a:lnTo>
                  <a:lnTo>
                    <a:pt x="645" y="242"/>
                  </a:lnTo>
                  <a:lnTo>
                    <a:pt x="458" y="405"/>
                  </a:lnTo>
                  <a:lnTo>
                    <a:pt x="284" y="603"/>
                  </a:lnTo>
                  <a:lnTo>
                    <a:pt x="130" y="825"/>
                  </a:lnTo>
                  <a:lnTo>
                    <a:pt x="0" y="1065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3" name="Freeform 105">
              <a:extLst>
                <a:ext uri="{FF2B5EF4-FFF2-40B4-BE49-F238E27FC236}">
                  <a16:creationId xmlns:a16="http://schemas.microsoft.com/office/drawing/2014/main" id="{52AC28E7-0A94-42B5-864A-EC1F465AB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310"/>
              <a:ext cx="54" cy="126"/>
            </a:xfrm>
            <a:custGeom>
              <a:avLst/>
              <a:gdLst>
                <a:gd name="T0" fmla="*/ 0 w 377"/>
                <a:gd name="T1" fmla="*/ 884 h 884"/>
                <a:gd name="T2" fmla="*/ 132 w 377"/>
                <a:gd name="T3" fmla="*/ 673 h 884"/>
                <a:gd name="T4" fmla="*/ 240 w 377"/>
                <a:gd name="T5" fmla="*/ 452 h 884"/>
                <a:gd name="T6" fmla="*/ 323 w 377"/>
                <a:gd name="T7" fmla="*/ 225 h 884"/>
                <a:gd name="T8" fmla="*/ 377 w 377"/>
                <a:gd name="T9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884">
                  <a:moveTo>
                    <a:pt x="0" y="884"/>
                  </a:moveTo>
                  <a:lnTo>
                    <a:pt x="132" y="673"/>
                  </a:lnTo>
                  <a:lnTo>
                    <a:pt x="240" y="452"/>
                  </a:lnTo>
                  <a:lnTo>
                    <a:pt x="323" y="225"/>
                  </a:lnTo>
                  <a:lnTo>
                    <a:pt x="377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4" name="Line 106">
              <a:extLst>
                <a:ext uri="{FF2B5EF4-FFF2-40B4-BE49-F238E27FC236}">
                  <a16:creationId xmlns:a16="http://schemas.microsoft.com/office/drawing/2014/main" id="{87E8F82D-2181-40F9-A103-5B0B6C32E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2071"/>
              <a:ext cx="172" cy="10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5" name="Line 107">
              <a:extLst>
                <a:ext uri="{FF2B5EF4-FFF2-40B4-BE49-F238E27FC236}">
                  <a16:creationId xmlns:a16="http://schemas.microsoft.com/office/drawing/2014/main" id="{4350D8AF-C367-423C-A5E8-97AE21530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1" y="2503"/>
              <a:ext cx="172" cy="9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" name="Line 108">
              <a:extLst>
                <a:ext uri="{FF2B5EF4-FFF2-40B4-BE49-F238E27FC236}">
                  <a16:creationId xmlns:a16="http://schemas.microsoft.com/office/drawing/2014/main" id="{C524A10E-2CEB-4998-8118-553A4869F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3514"/>
              <a:ext cx="1" cy="19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9" name="Picture 2" descr="Pict0013">
            <a:extLst>
              <a:ext uri="{FF2B5EF4-FFF2-40B4-BE49-F238E27FC236}">
                <a16:creationId xmlns:a16="http://schemas.microsoft.com/office/drawing/2014/main" id="{D4C999F5-CBB7-409B-AC7C-7D395BE7B4A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lum contrast="8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8" y="1058863"/>
            <a:ext cx="6829425" cy="478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20" name="Text Box 3">
            <a:extLst>
              <a:ext uri="{FF2B5EF4-FFF2-40B4-BE49-F238E27FC236}">
                <a16:creationId xmlns:a16="http://schemas.microsoft.com/office/drawing/2014/main" id="{8BA5BBD4-0593-46F3-BA89-AD38C4E55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581311"/>
            <a:ext cx="23860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3" name="Picture 2" descr="Pict0014">
            <a:extLst>
              <a:ext uri="{FF2B5EF4-FFF2-40B4-BE49-F238E27FC236}">
                <a16:creationId xmlns:a16="http://schemas.microsoft.com/office/drawing/2014/main" id="{A6718F6E-F913-46C9-A834-725ACA3CC2D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lum bright="6000" contrast="4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0"/>
            <a:ext cx="3459162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24" name="Picture 3" descr="Pict0015">
            <a:extLst>
              <a:ext uri="{FF2B5EF4-FFF2-40B4-BE49-F238E27FC236}">
                <a16:creationId xmlns:a16="http://schemas.microsoft.com/office/drawing/2014/main" id="{35F8980B-392B-48C2-8FC4-2C8E0355A06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lum bright="6000" contrast="6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7" b="1869"/>
          <a:stretch>
            <a:fillRect/>
          </a:stretch>
        </p:blipFill>
        <p:spPr bwMode="auto">
          <a:xfrm>
            <a:off x="5451475" y="0"/>
            <a:ext cx="3114675" cy="341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25" name="Picture 4" descr="Pict0016">
            <a:extLst>
              <a:ext uri="{FF2B5EF4-FFF2-40B4-BE49-F238E27FC236}">
                <a16:creationId xmlns:a16="http://schemas.microsoft.com/office/drawing/2014/main" id="{AA9C9C0D-34B2-4EB8-A42A-39851EA1322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print">
            <a:lum contrast="5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0"/>
          <a:stretch>
            <a:fillRect/>
          </a:stretch>
        </p:blipFill>
        <p:spPr bwMode="auto">
          <a:xfrm>
            <a:off x="869950" y="3489325"/>
            <a:ext cx="6151563" cy="317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3" dur="500"/>
                                        <p:tgtEl>
                                          <p:spTgt spid="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Text Box 2">
            <a:extLst>
              <a:ext uri="{FF2B5EF4-FFF2-40B4-BE49-F238E27FC236}">
                <a16:creationId xmlns:a16="http://schemas.microsoft.com/office/drawing/2014/main" id="{BBD1D223-9D10-49DC-A69C-A2E1BECC4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200" y="509303"/>
            <a:ext cx="28352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例：</a:t>
            </a:r>
          </a:p>
        </p:txBody>
      </p:sp>
      <p:pic>
        <p:nvPicPr>
          <p:cNvPr id="4329" name="Picture 3" descr="Pict0017">
            <a:extLst>
              <a:ext uri="{FF2B5EF4-FFF2-40B4-BE49-F238E27FC236}">
                <a16:creationId xmlns:a16="http://schemas.microsoft.com/office/drawing/2014/main" id="{68B0F859-5931-4E0B-90A9-509D863361F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lum contras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1068151"/>
            <a:ext cx="5457825" cy="563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19ACC36-6FAB-4AFB-A31E-E3E034484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pic>
        <p:nvPicPr>
          <p:cNvPr id="4332" name="Picture 2" descr="Pict0018">
            <a:extLst>
              <a:ext uri="{FF2B5EF4-FFF2-40B4-BE49-F238E27FC236}">
                <a16:creationId xmlns:a16="http://schemas.microsoft.com/office/drawing/2014/main" id="{B3C37CA1-1D88-4FE9-9C9E-0ED53EEC3D2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lum contrast="4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250825"/>
            <a:ext cx="2851150" cy="299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33" name="Picture 3" descr="Pict0019">
            <a:extLst>
              <a:ext uri="{FF2B5EF4-FFF2-40B4-BE49-F238E27FC236}">
                <a16:creationId xmlns:a16="http://schemas.microsoft.com/office/drawing/2014/main" id="{E61E604F-3237-4E59-BB5F-0DAE493D479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lum contras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214313"/>
            <a:ext cx="3052762" cy="305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34" name="Picture 4" descr="Pict0020">
            <a:extLst>
              <a:ext uri="{FF2B5EF4-FFF2-40B4-BE49-F238E27FC236}">
                <a16:creationId xmlns:a16="http://schemas.microsoft.com/office/drawing/2014/main" id="{B8EEC542-DBC3-465C-8048-6513C1F9DCB3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print">
            <a:lum contrast="3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3305175"/>
            <a:ext cx="2835275" cy="305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35" name="Picture 5" descr="Pict0021">
            <a:extLst>
              <a:ext uri="{FF2B5EF4-FFF2-40B4-BE49-F238E27FC236}">
                <a16:creationId xmlns:a16="http://schemas.microsoft.com/office/drawing/2014/main" id="{A4DABF9B-33A4-4BC1-95F1-5DBEDD3E517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 cstate="print">
            <a:lum contrast="4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3376613"/>
            <a:ext cx="2951162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36" name="Picture 6" descr="Pict0022">
            <a:extLst>
              <a:ext uri="{FF2B5EF4-FFF2-40B4-BE49-F238E27FC236}">
                <a16:creationId xmlns:a16="http://schemas.microsoft.com/office/drawing/2014/main" id="{774D4846-4A01-4E5E-8510-B81A27F722F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6" cstate="print">
            <a:lum contrast="4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050" y="4695825"/>
            <a:ext cx="1590675" cy="166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7" dur="500"/>
                                        <p:tgtEl>
                                          <p:spTgt spid="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3" dur="500"/>
                                        <p:tgtEl>
                                          <p:spTgt spid="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9" dur="500"/>
                                        <p:tgtEl>
                                          <p:spTgt spid="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5" dur="500"/>
                                        <p:tgtEl>
                                          <p:spTgt spid="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0CE5BC6-F379-4294-8CD3-FF244B17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339" name="Picture 2" descr="Pict0023">
            <a:extLst>
              <a:ext uri="{FF2B5EF4-FFF2-40B4-BE49-F238E27FC236}">
                <a16:creationId xmlns:a16="http://schemas.microsoft.com/office/drawing/2014/main" id="{05E0677C-D8A3-4F9F-B643-318EAA1A34F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lum contrast="5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930275"/>
            <a:ext cx="6383338" cy="548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40" name="Text Box 3">
            <a:extLst>
              <a:ext uri="{FF2B5EF4-FFF2-40B4-BE49-F238E27FC236}">
                <a16:creationId xmlns:a16="http://schemas.microsoft.com/office/drawing/2014/main" id="{4B2D4592-3C8C-4B47-AB1E-F70C7E7E0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258763"/>
            <a:ext cx="22685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例：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C020D1-1AAA-4937-8CD2-49225E2FEAC6}"/>
              </a:ext>
            </a:extLst>
          </p:cNvPr>
          <p:cNvSpPr/>
          <p:nvPr/>
        </p:nvSpPr>
        <p:spPr bwMode="auto">
          <a:xfrm>
            <a:off x="4752020" y="3356992"/>
            <a:ext cx="3564396" cy="306285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6F22972-EE2D-4320-BE59-71B6E2B9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343" name="Text Box 1026">
            <a:extLst>
              <a:ext uri="{FF2B5EF4-FFF2-40B4-BE49-F238E27FC236}">
                <a16:creationId xmlns:a16="http://schemas.microsoft.com/office/drawing/2014/main" id="{AF6DF027-8772-4B34-9239-AF84B94F7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-1188"/>
            <a:ext cx="2482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  <a:ea typeface="等线" panose="02010600030101010101" pitchFamily="2" charset="-122"/>
              </a:rPr>
              <a:t>小结：</a:t>
            </a:r>
          </a:p>
        </p:txBody>
      </p:sp>
      <p:sp>
        <p:nvSpPr>
          <p:cNvPr id="4344" name="Text Box 1027">
            <a:extLst>
              <a:ext uri="{FF2B5EF4-FFF2-40B4-BE49-F238E27FC236}">
                <a16:creationId xmlns:a16="http://schemas.microsoft.com/office/drawing/2014/main" id="{2894EE97-0F17-43E3-AB1E-8609860F6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733425"/>
            <a:ext cx="819785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</a:rPr>
              <a:t>⑴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形体分析法和面形分析法两者的读图步骤虽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然相似，但形体分析法是从体的角度出发，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划分视图所得的三个投影是一个形体的投影；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而面形分析法是从面的角度出发，“分线框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对投影”所得的三个投影是一个面的投影。</a:t>
            </a:r>
          </a:p>
        </p:txBody>
      </p:sp>
      <p:sp>
        <p:nvSpPr>
          <p:cNvPr id="4345" name="Text Box 1028">
            <a:extLst>
              <a:ext uri="{FF2B5EF4-FFF2-40B4-BE49-F238E27FC236}">
                <a16:creationId xmlns:a16="http://schemas.microsoft.com/office/drawing/2014/main" id="{5F2DAB95-264A-4FD7-ACEF-952A7EC99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3106738"/>
            <a:ext cx="8135938" cy="308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ea typeface="等线" panose="02010600030101010101" pitchFamily="2" charset="-122"/>
              </a:rPr>
              <a:t>⑵ </a:t>
            </a:r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形体分析法较适合于以叠加方式形成的组合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体，面形分析法较适合于以切割方式形成的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组合体。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由于组合体的组合方式往往既有叠加又有切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割，所以看图时一般不是独立地采用某种方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法，而是两者综合使用，互相配合，互相补</a:t>
            </a:r>
          </a:p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ea typeface="等线" panose="02010600030101010101" pitchFamily="2" charset="-122"/>
              </a:rPr>
              <a:t>   充。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13" dur="500"/>
                                        <p:tgtEl>
                                          <p:spTgt spid="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4" grpId="0" animBg="1"/>
      <p:bldP spid="434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oter Placeholder 2">
            <a:extLst>
              <a:ext uri="{FF2B5EF4-FFF2-40B4-BE49-F238E27FC236}">
                <a16:creationId xmlns:a16="http://schemas.microsoft.com/office/drawing/2014/main" id="{187891A3-226B-45C5-9599-1D72ADC0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grpSp>
        <p:nvGrpSpPr>
          <p:cNvPr id="4348" name="Group 2">
            <a:extLst>
              <a:ext uri="{FF2B5EF4-FFF2-40B4-BE49-F238E27FC236}">
                <a16:creationId xmlns:a16="http://schemas.microsoft.com/office/drawing/2014/main" id="{24AB2F9E-1538-41D5-B79E-8CA55C4DF19B}"/>
              </a:ext>
            </a:extLst>
          </p:cNvPr>
          <p:cNvGrpSpPr>
            <a:grpSpLocks/>
          </p:cNvGrpSpPr>
          <p:nvPr/>
        </p:nvGrpSpPr>
        <p:grpSpPr bwMode="auto">
          <a:xfrm>
            <a:off x="6426200" y="2473325"/>
            <a:ext cx="1306513" cy="1506538"/>
            <a:chOff x="4048" y="1422"/>
            <a:chExt cx="823" cy="949"/>
          </a:xfrm>
        </p:grpSpPr>
        <p:grpSp>
          <p:nvGrpSpPr>
            <p:cNvPr id="4349" name="Group 3">
              <a:extLst>
                <a:ext uri="{FF2B5EF4-FFF2-40B4-BE49-F238E27FC236}">
                  <a16:creationId xmlns:a16="http://schemas.microsoft.com/office/drawing/2014/main" id="{64887C63-075A-4F3D-9700-FAF5DD3D5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8" y="1686"/>
              <a:ext cx="658" cy="685"/>
              <a:chOff x="4048" y="1686"/>
              <a:chExt cx="658" cy="685"/>
            </a:xfrm>
          </p:grpSpPr>
          <p:sp>
            <p:nvSpPr>
              <p:cNvPr id="4350" name="Line 4">
                <a:extLst>
                  <a:ext uri="{FF2B5EF4-FFF2-40B4-BE49-F238E27FC236}">
                    <a16:creationId xmlns:a16="http://schemas.microsoft.com/office/drawing/2014/main" id="{A4D6ACB6-63FF-4CE0-9972-1F4F1910B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8" y="1686"/>
                <a:ext cx="249" cy="685"/>
              </a:xfrm>
              <a:prstGeom prst="line">
                <a:avLst/>
              </a:prstGeom>
              <a:noFill/>
              <a:ln w="9525" cap="flat" algn="ctr">
                <a:solidFill>
                  <a:srgbClr val="FF3300"/>
                </a:solidFill>
                <a:prstDash val="solid"/>
                <a:round/>
                <a:headEnd type="triangle" w="sm" len="lg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351" name="Line 5">
                <a:extLst>
                  <a:ext uri="{FF2B5EF4-FFF2-40B4-BE49-F238E27FC236}">
                    <a16:creationId xmlns:a16="http://schemas.microsoft.com/office/drawing/2014/main" id="{645286D9-A5B0-4671-A2D2-E959D4C9A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7" y="1686"/>
                <a:ext cx="409" cy="0"/>
              </a:xfrm>
              <a:prstGeom prst="line">
                <a:avLst/>
              </a:prstGeom>
              <a:noFill/>
              <a:ln w="9525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4352" name="Text Box 6">
              <a:extLst>
                <a:ext uri="{FF2B5EF4-FFF2-40B4-BE49-F238E27FC236}">
                  <a16:creationId xmlns:a16="http://schemas.microsoft.com/office/drawing/2014/main" id="{B1F1B842-C4A8-4E17-B8DD-59AE9FE2F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" y="1422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平面投影</a:t>
              </a:r>
            </a:p>
          </p:txBody>
        </p:sp>
      </p:grpSp>
      <p:grpSp>
        <p:nvGrpSpPr>
          <p:cNvPr id="4353" name="Group 7">
            <a:extLst>
              <a:ext uri="{FF2B5EF4-FFF2-40B4-BE49-F238E27FC236}">
                <a16:creationId xmlns:a16="http://schemas.microsoft.com/office/drawing/2014/main" id="{B0C48BBB-6495-4EB1-BF79-EBF31E26C793}"/>
              </a:ext>
            </a:extLst>
          </p:cNvPr>
          <p:cNvGrpSpPr>
            <a:grpSpLocks/>
          </p:cNvGrpSpPr>
          <p:nvPr/>
        </p:nvGrpSpPr>
        <p:grpSpPr bwMode="auto">
          <a:xfrm>
            <a:off x="7715250" y="2827338"/>
            <a:ext cx="1160463" cy="1566862"/>
            <a:chOff x="4772" y="1645"/>
            <a:chExt cx="731" cy="987"/>
          </a:xfrm>
        </p:grpSpPr>
        <p:sp>
          <p:nvSpPr>
            <p:cNvPr id="4354" name="Line 8">
              <a:extLst>
                <a:ext uri="{FF2B5EF4-FFF2-40B4-BE49-F238E27FC236}">
                  <a16:creationId xmlns:a16="http://schemas.microsoft.com/office/drawing/2014/main" id="{A06DC335-D1E5-461A-8368-34FA0B889B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2" y="1908"/>
              <a:ext cx="203" cy="72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triangle" w="sm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55" name="Line 9">
              <a:extLst>
                <a:ext uri="{FF2B5EF4-FFF2-40B4-BE49-F238E27FC236}">
                  <a16:creationId xmlns:a16="http://schemas.microsoft.com/office/drawing/2014/main" id="{09DDCE7F-E0DD-4B8E-BFDF-B7B95BD40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5" y="1908"/>
              <a:ext cx="528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56" name="Text Box 10">
              <a:extLst>
                <a:ext uri="{FF2B5EF4-FFF2-40B4-BE49-F238E27FC236}">
                  <a16:creationId xmlns:a16="http://schemas.microsoft.com/office/drawing/2014/main" id="{2EF32D50-1812-4244-BA80-1D361B59F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1645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直线</a:t>
              </a:r>
            </a:p>
          </p:txBody>
        </p:sp>
      </p:grpSp>
      <p:sp>
        <p:nvSpPr>
          <p:cNvPr id="4357" name="Text Box 11">
            <a:extLst>
              <a:ext uri="{FF2B5EF4-FFF2-40B4-BE49-F238E27FC236}">
                <a16:creationId xmlns:a16="http://schemas.microsoft.com/office/drawing/2014/main" id="{A5771083-6D43-4092-8B93-5877B2C04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368" y="-76199"/>
            <a:ext cx="7548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600" dirty="0">
                <a:solidFill>
                  <a:schemeClr val="bg1"/>
                </a:solidFill>
                <a:ea typeface="等线" panose="02010600030101010101" pitchFamily="2" charset="-122"/>
              </a:rPr>
              <a:t>三、已知两视图，求作第三视图。</a:t>
            </a:r>
          </a:p>
        </p:txBody>
      </p:sp>
      <p:sp>
        <p:nvSpPr>
          <p:cNvPr id="4358" name="Text Box 12">
            <a:extLst>
              <a:ext uri="{FF2B5EF4-FFF2-40B4-BE49-F238E27FC236}">
                <a16:creationId xmlns:a16="http://schemas.microsoft.com/office/drawing/2014/main" id="{77795E51-FD45-4339-9316-6DD38CF43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1169988"/>
            <a:ext cx="7165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----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分析投影，想象出物体的形状。</a:t>
            </a:r>
          </a:p>
        </p:txBody>
      </p:sp>
      <p:sp>
        <p:nvSpPr>
          <p:cNvPr id="4359" name="Text Box 13">
            <a:extLst>
              <a:ext uri="{FF2B5EF4-FFF2-40B4-BE49-F238E27FC236}">
                <a16:creationId xmlns:a16="http://schemas.microsoft.com/office/drawing/2014/main" id="{6A0098EC-9961-439F-A198-58D71BFB0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00213"/>
            <a:ext cx="9563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⒉ 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根据投影规律及</a:t>
            </a:r>
            <a:r>
              <a:rPr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“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三等</a:t>
            </a:r>
            <a:r>
              <a:rPr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”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关系，画出第三视图。</a:t>
            </a:r>
          </a:p>
        </p:txBody>
      </p:sp>
      <p:sp>
        <p:nvSpPr>
          <p:cNvPr id="4360" name="Text Box 14">
            <a:extLst>
              <a:ext uri="{FF2B5EF4-FFF2-40B4-BE49-F238E27FC236}">
                <a16:creationId xmlns:a16="http://schemas.microsoft.com/office/drawing/2014/main" id="{A53CC359-217C-4788-9933-67D1491B8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2268538"/>
            <a:ext cx="406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㈠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投影分析</a:t>
            </a:r>
          </a:p>
        </p:txBody>
      </p:sp>
      <p:sp>
        <p:nvSpPr>
          <p:cNvPr id="4361" name="Text Box 15">
            <a:extLst>
              <a:ext uri="{FF2B5EF4-FFF2-40B4-BE49-F238E27FC236}">
                <a16:creationId xmlns:a16="http://schemas.microsoft.com/office/drawing/2014/main" id="{70423E07-303D-4764-AA17-4B18B4F5A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2882900"/>
            <a:ext cx="555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⒈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弄清视图上图线的意义</a:t>
            </a:r>
          </a:p>
        </p:txBody>
      </p:sp>
      <p:sp>
        <p:nvSpPr>
          <p:cNvPr id="4362" name="Text Box 16">
            <a:extLst>
              <a:ext uri="{FF2B5EF4-FFF2-40B4-BE49-F238E27FC236}">
                <a16:creationId xmlns:a16="http://schemas.microsoft.com/office/drawing/2014/main" id="{4FCA1640-2B41-4B95-8D9C-3989BC877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3" y="3451225"/>
            <a:ext cx="46624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①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一个平面的投影</a:t>
            </a:r>
          </a:p>
        </p:txBody>
      </p:sp>
      <p:sp>
        <p:nvSpPr>
          <p:cNvPr id="4363" name="Text Box 17">
            <a:extLst>
              <a:ext uri="{FF2B5EF4-FFF2-40B4-BE49-F238E27FC236}">
                <a16:creationId xmlns:a16="http://schemas.microsoft.com/office/drawing/2014/main" id="{27BA7F4C-B16F-47D4-A650-A31E58994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4081463"/>
            <a:ext cx="43068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②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面与面的交线 </a:t>
            </a:r>
          </a:p>
        </p:txBody>
      </p:sp>
      <p:sp>
        <p:nvSpPr>
          <p:cNvPr id="4364" name="Text Box 18">
            <a:extLst>
              <a:ext uri="{FF2B5EF4-FFF2-40B4-BE49-F238E27FC236}">
                <a16:creationId xmlns:a16="http://schemas.microsoft.com/office/drawing/2014/main" id="{40E58BC7-DDED-4C51-9463-8E28F963C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4695825"/>
            <a:ext cx="35496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③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回转体轮廓素线</a:t>
            </a:r>
          </a:p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    的投影  </a:t>
            </a:r>
          </a:p>
        </p:txBody>
      </p:sp>
      <p:grpSp>
        <p:nvGrpSpPr>
          <p:cNvPr id="4365" name="Group 19">
            <a:extLst>
              <a:ext uri="{FF2B5EF4-FFF2-40B4-BE49-F238E27FC236}">
                <a16:creationId xmlns:a16="http://schemas.microsoft.com/office/drawing/2014/main" id="{E6F166AA-C131-474D-9DD0-C87F6008BAE6}"/>
              </a:ext>
            </a:extLst>
          </p:cNvPr>
          <p:cNvGrpSpPr>
            <a:grpSpLocks/>
          </p:cNvGrpSpPr>
          <p:nvPr/>
        </p:nvGrpSpPr>
        <p:grpSpPr bwMode="auto">
          <a:xfrm>
            <a:off x="4951413" y="3254375"/>
            <a:ext cx="3436937" cy="2851150"/>
            <a:chOff x="2895" y="1594"/>
            <a:chExt cx="2165" cy="1796"/>
          </a:xfrm>
        </p:grpSpPr>
        <p:grpSp>
          <p:nvGrpSpPr>
            <p:cNvPr id="4366" name="Group 20">
              <a:extLst>
                <a:ext uri="{FF2B5EF4-FFF2-40B4-BE49-F238E27FC236}">
                  <a16:creationId xmlns:a16="http://schemas.microsoft.com/office/drawing/2014/main" id="{A8E89ACA-DC9B-42C9-967F-AC092DBAB7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4" y="2522"/>
              <a:ext cx="1" cy="868"/>
              <a:chOff x="3524" y="2522"/>
              <a:chExt cx="1" cy="868"/>
            </a:xfrm>
          </p:grpSpPr>
          <p:sp>
            <p:nvSpPr>
              <p:cNvPr id="4367" name="Line 21">
                <a:extLst>
                  <a:ext uri="{FF2B5EF4-FFF2-40B4-BE49-F238E27FC236}">
                    <a16:creationId xmlns:a16="http://schemas.microsoft.com/office/drawing/2014/main" id="{FABB93C2-BAB9-4940-BCDA-AC1D8A60B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4" y="3121"/>
                <a:ext cx="1" cy="20"/>
              </a:xfrm>
              <a:prstGeom prst="line">
                <a:avLst/>
              </a:prstGeom>
              <a:noFill/>
              <a:ln w="12700" cap="flat" algn="ctr">
                <a:solidFill>
                  <a:srgbClr val="007F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8" name="Line 22">
                <a:extLst>
                  <a:ext uri="{FF2B5EF4-FFF2-40B4-BE49-F238E27FC236}">
                    <a16:creationId xmlns:a16="http://schemas.microsoft.com/office/drawing/2014/main" id="{C9B79678-05B5-49E4-99D3-50F575C8A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4" y="2962"/>
                <a:ext cx="1" cy="20"/>
              </a:xfrm>
              <a:prstGeom prst="line">
                <a:avLst/>
              </a:prstGeom>
              <a:noFill/>
              <a:ln w="12700" cap="flat" algn="ctr">
                <a:solidFill>
                  <a:srgbClr val="007F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9" name="Line 23">
                <a:extLst>
                  <a:ext uri="{FF2B5EF4-FFF2-40B4-BE49-F238E27FC236}">
                    <a16:creationId xmlns:a16="http://schemas.microsoft.com/office/drawing/2014/main" id="{4B1DB7BD-F228-4545-9EBC-5CED19EDB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4" y="2803"/>
                <a:ext cx="1" cy="20"/>
              </a:xfrm>
              <a:prstGeom prst="line">
                <a:avLst/>
              </a:prstGeom>
              <a:noFill/>
              <a:ln w="12700" cap="flat" algn="ctr">
                <a:solidFill>
                  <a:srgbClr val="007F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0" name="Line 24">
                <a:extLst>
                  <a:ext uri="{FF2B5EF4-FFF2-40B4-BE49-F238E27FC236}">
                    <a16:creationId xmlns:a16="http://schemas.microsoft.com/office/drawing/2014/main" id="{01B77522-7196-4D0A-B5E4-D1FEEA407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4" y="2643"/>
                <a:ext cx="1" cy="21"/>
              </a:xfrm>
              <a:prstGeom prst="line">
                <a:avLst/>
              </a:prstGeom>
              <a:noFill/>
              <a:ln w="12700" cap="flat" algn="ctr">
                <a:solidFill>
                  <a:srgbClr val="007F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371" name="Group 25">
                <a:extLst>
                  <a:ext uri="{FF2B5EF4-FFF2-40B4-BE49-F238E27FC236}">
                    <a16:creationId xmlns:a16="http://schemas.microsoft.com/office/drawing/2014/main" id="{FCE4155E-B031-4125-9175-E49B48FC5F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24" y="2522"/>
                <a:ext cx="1" cy="868"/>
                <a:chOff x="3524" y="2522"/>
                <a:chExt cx="1" cy="868"/>
              </a:xfrm>
            </p:grpSpPr>
            <p:sp>
              <p:nvSpPr>
                <p:cNvPr id="4372" name="Line 26">
                  <a:extLst>
                    <a:ext uri="{FF2B5EF4-FFF2-40B4-BE49-F238E27FC236}">
                      <a16:creationId xmlns:a16="http://schemas.microsoft.com/office/drawing/2014/main" id="{BB304EE6-3E72-4BE6-8BE1-A583C2A3AC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2843"/>
                  <a:ext cx="1" cy="99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3" name="Line 27">
                  <a:extLst>
                    <a:ext uri="{FF2B5EF4-FFF2-40B4-BE49-F238E27FC236}">
                      <a16:creationId xmlns:a16="http://schemas.microsoft.com/office/drawing/2014/main" id="{9492AEE5-279F-454E-B881-8B2A9CDC6D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3320"/>
                  <a:ext cx="1" cy="7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4" name="Line 28">
                  <a:extLst>
                    <a:ext uri="{FF2B5EF4-FFF2-40B4-BE49-F238E27FC236}">
                      <a16:creationId xmlns:a16="http://schemas.microsoft.com/office/drawing/2014/main" id="{6BFAB255-3155-4A8B-850B-C8D82A8527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3281"/>
                  <a:ext cx="1" cy="2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5" name="Line 29">
                  <a:extLst>
                    <a:ext uri="{FF2B5EF4-FFF2-40B4-BE49-F238E27FC236}">
                      <a16:creationId xmlns:a16="http://schemas.microsoft.com/office/drawing/2014/main" id="{9050E3FA-D460-49C7-9751-19B69D191D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3161"/>
                  <a:ext cx="1" cy="10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6" name="Line 30">
                  <a:extLst>
                    <a:ext uri="{FF2B5EF4-FFF2-40B4-BE49-F238E27FC236}">
                      <a16:creationId xmlns:a16="http://schemas.microsoft.com/office/drawing/2014/main" id="{644ED36D-D305-426D-8227-03617C666D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3002"/>
                  <a:ext cx="1" cy="10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7" name="Line 31">
                  <a:extLst>
                    <a:ext uri="{FF2B5EF4-FFF2-40B4-BE49-F238E27FC236}">
                      <a16:creationId xmlns:a16="http://schemas.microsoft.com/office/drawing/2014/main" id="{A2608EDC-802B-4E30-A299-00C06B0FC3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2683"/>
                  <a:ext cx="1" cy="10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8" name="Line 32">
                  <a:extLst>
                    <a:ext uri="{FF2B5EF4-FFF2-40B4-BE49-F238E27FC236}">
                      <a16:creationId xmlns:a16="http://schemas.microsoft.com/office/drawing/2014/main" id="{06FF1321-0188-44A0-8C8B-1D4E17184A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4" y="2522"/>
                  <a:ext cx="1" cy="102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379" name="Group 33">
              <a:extLst>
                <a:ext uri="{FF2B5EF4-FFF2-40B4-BE49-F238E27FC236}">
                  <a16:creationId xmlns:a16="http://schemas.microsoft.com/office/drawing/2014/main" id="{BACC856A-2780-4215-8EC0-FFE6F04B89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5" y="1594"/>
              <a:ext cx="1255" cy="865"/>
              <a:chOff x="2895" y="1594"/>
              <a:chExt cx="1255" cy="865"/>
            </a:xfrm>
          </p:grpSpPr>
          <p:grpSp>
            <p:nvGrpSpPr>
              <p:cNvPr id="4380" name="Group 34">
                <a:extLst>
                  <a:ext uri="{FF2B5EF4-FFF2-40B4-BE49-F238E27FC236}">
                    <a16:creationId xmlns:a16="http://schemas.microsoft.com/office/drawing/2014/main" id="{8AD8F401-373F-4730-AC54-6FB73934D1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42" y="1594"/>
                <a:ext cx="179" cy="819"/>
                <a:chOff x="3442" y="1594"/>
                <a:chExt cx="179" cy="819"/>
              </a:xfrm>
            </p:grpSpPr>
            <p:sp>
              <p:nvSpPr>
                <p:cNvPr id="4381" name="Line 35">
                  <a:extLst>
                    <a:ext uri="{FF2B5EF4-FFF2-40B4-BE49-F238E27FC236}">
                      <a16:creationId xmlns:a16="http://schemas.microsoft.com/office/drawing/2014/main" id="{9284B28D-0A63-4D69-A27A-B1B9AAE0A5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01" y="2058"/>
                  <a:ext cx="2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2" name="Line 36">
                  <a:extLst>
                    <a:ext uri="{FF2B5EF4-FFF2-40B4-BE49-F238E27FC236}">
                      <a16:creationId xmlns:a16="http://schemas.microsoft.com/office/drawing/2014/main" id="{6705F3D0-1F22-43A7-A903-D7BDA9F45B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2058"/>
                  <a:ext cx="1" cy="75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3" name="Line 37">
                  <a:extLst>
                    <a:ext uri="{FF2B5EF4-FFF2-40B4-BE49-F238E27FC236}">
                      <a16:creationId xmlns:a16="http://schemas.microsoft.com/office/drawing/2014/main" id="{E94DB30B-668C-4D0B-96FC-4766BEF28C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2312"/>
                  <a:ext cx="1" cy="2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4" name="Line 38">
                  <a:extLst>
                    <a:ext uri="{FF2B5EF4-FFF2-40B4-BE49-F238E27FC236}">
                      <a16:creationId xmlns:a16="http://schemas.microsoft.com/office/drawing/2014/main" id="{1A5BBAF3-1B89-46DB-BA3C-F9664D40A5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2352"/>
                  <a:ext cx="1" cy="6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5" name="Line 39">
                  <a:extLst>
                    <a:ext uri="{FF2B5EF4-FFF2-40B4-BE49-F238E27FC236}">
                      <a16:creationId xmlns:a16="http://schemas.microsoft.com/office/drawing/2014/main" id="{FE68ADB3-8C0A-4501-9D10-9AEB481C92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2193"/>
                  <a:ext cx="1" cy="99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6" name="Line 40">
                  <a:extLst>
                    <a:ext uri="{FF2B5EF4-FFF2-40B4-BE49-F238E27FC236}">
                      <a16:creationId xmlns:a16="http://schemas.microsoft.com/office/drawing/2014/main" id="{F5D2E4EF-D45D-48B1-81FA-253F620846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1594"/>
                  <a:ext cx="1" cy="6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7" name="Freeform 41">
                  <a:extLst>
                    <a:ext uri="{FF2B5EF4-FFF2-40B4-BE49-F238E27FC236}">
                      <a16:creationId xmlns:a16="http://schemas.microsoft.com/office/drawing/2014/main" id="{BAF155A0-B62C-4FF4-B0BE-C6731D85E9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1675"/>
                  <a:ext cx="1" cy="20"/>
                </a:xfrm>
                <a:custGeom>
                  <a:avLst/>
                  <a:gdLst>
                    <a:gd name="T0" fmla="*/ 0 w 1"/>
                    <a:gd name="T1" fmla="*/ 101 h 101"/>
                    <a:gd name="T2" fmla="*/ 0 w 1"/>
                    <a:gd name="T3" fmla="*/ 36 h 101"/>
                    <a:gd name="T4" fmla="*/ 0 w 1"/>
                    <a:gd name="T5" fmla="*/ 0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01">
                      <a:moveTo>
                        <a:pt x="0" y="101"/>
                      </a:moveTo>
                      <a:lnTo>
                        <a:pt x="0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8" name="Line 42">
                  <a:extLst>
                    <a:ext uri="{FF2B5EF4-FFF2-40B4-BE49-F238E27FC236}">
                      <a16:creationId xmlns:a16="http://schemas.microsoft.com/office/drawing/2014/main" id="{FEF602BB-8AAA-4A67-922A-F340540827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2152"/>
                  <a:ext cx="1" cy="2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9" name="Freeform 43">
                  <a:extLst>
                    <a:ext uri="{FF2B5EF4-FFF2-40B4-BE49-F238E27FC236}">
                      <a16:creationId xmlns:a16="http://schemas.microsoft.com/office/drawing/2014/main" id="{D903B567-6B8B-460F-BABC-F11F26C239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1715"/>
                  <a:ext cx="1" cy="99"/>
                </a:xfrm>
                <a:custGeom>
                  <a:avLst/>
                  <a:gdLst>
                    <a:gd name="T0" fmla="*/ 0 w 1"/>
                    <a:gd name="T1" fmla="*/ 497 h 497"/>
                    <a:gd name="T2" fmla="*/ 0 w 1"/>
                    <a:gd name="T3" fmla="*/ 463 h 497"/>
                    <a:gd name="T4" fmla="*/ 0 w 1"/>
                    <a:gd name="T5" fmla="*/ 0 h 4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97">
                      <a:moveTo>
                        <a:pt x="0" y="497"/>
                      </a:moveTo>
                      <a:lnTo>
                        <a:pt x="0" y="46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0" name="Line 44">
                  <a:extLst>
                    <a:ext uri="{FF2B5EF4-FFF2-40B4-BE49-F238E27FC236}">
                      <a16:creationId xmlns:a16="http://schemas.microsoft.com/office/drawing/2014/main" id="{DCBF29DE-A772-4F25-BD75-59CBD8CF56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1834"/>
                  <a:ext cx="1" cy="2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1" name="Line 45">
                  <a:extLst>
                    <a:ext uri="{FF2B5EF4-FFF2-40B4-BE49-F238E27FC236}">
                      <a16:creationId xmlns:a16="http://schemas.microsoft.com/office/drawing/2014/main" id="{857B39C0-BEAF-4A0B-B51F-F9AEAF5C4C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2033"/>
                  <a:ext cx="1" cy="25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2" name="Line 46">
                  <a:extLst>
                    <a:ext uri="{FF2B5EF4-FFF2-40B4-BE49-F238E27FC236}">
                      <a16:creationId xmlns:a16="http://schemas.microsoft.com/office/drawing/2014/main" id="{C2BB380A-7FD7-4135-BE8E-D757E3351B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23" y="2058"/>
                  <a:ext cx="58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3" name="Line 47">
                  <a:extLst>
                    <a:ext uri="{FF2B5EF4-FFF2-40B4-BE49-F238E27FC236}">
                      <a16:creationId xmlns:a16="http://schemas.microsoft.com/office/drawing/2014/main" id="{2EC40DAE-AF73-4381-9F7F-A14C9F1A77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81" y="2045"/>
                  <a:ext cx="44" cy="14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4" name="Line 48">
                  <a:extLst>
                    <a:ext uri="{FF2B5EF4-FFF2-40B4-BE49-F238E27FC236}">
                      <a16:creationId xmlns:a16="http://schemas.microsoft.com/office/drawing/2014/main" id="{AB1D8A41-2F71-48C4-B50D-25B52D1E18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1993"/>
                  <a:ext cx="1" cy="20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5" name="Line 49">
                  <a:extLst>
                    <a:ext uri="{FF2B5EF4-FFF2-40B4-BE49-F238E27FC236}">
                      <a16:creationId xmlns:a16="http://schemas.microsoft.com/office/drawing/2014/main" id="{1EB34978-D226-407C-90E5-CE862F8016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23" y="1874"/>
                  <a:ext cx="1" cy="99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6" name="Line 50">
                  <a:extLst>
                    <a:ext uri="{FF2B5EF4-FFF2-40B4-BE49-F238E27FC236}">
                      <a16:creationId xmlns:a16="http://schemas.microsoft.com/office/drawing/2014/main" id="{F4FA1381-A17E-4A26-8E5E-DFDED49FA0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42" y="2058"/>
                  <a:ext cx="19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397" name="Freeform 51">
                <a:extLst>
                  <a:ext uri="{FF2B5EF4-FFF2-40B4-BE49-F238E27FC236}">
                    <a16:creationId xmlns:a16="http://schemas.microsoft.com/office/drawing/2014/main" id="{1792BFCF-C896-4CE1-9A93-EDDA7375C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" y="1675"/>
                <a:ext cx="1255" cy="784"/>
              </a:xfrm>
              <a:custGeom>
                <a:avLst/>
                <a:gdLst>
                  <a:gd name="T0" fmla="*/ 4813 w 6274"/>
                  <a:gd name="T1" fmla="*/ 1028 h 3919"/>
                  <a:gd name="T2" fmla="*/ 4928 w 6274"/>
                  <a:gd name="T3" fmla="*/ 1300 h 3919"/>
                  <a:gd name="T4" fmla="*/ 4996 w 6274"/>
                  <a:gd name="T5" fmla="*/ 1588 h 3919"/>
                  <a:gd name="T6" fmla="*/ 5020 w 6274"/>
                  <a:gd name="T7" fmla="*/ 1882 h 3919"/>
                  <a:gd name="T8" fmla="*/ 5020 w 6274"/>
                  <a:gd name="T9" fmla="*/ 3138 h 3919"/>
                  <a:gd name="T10" fmla="*/ 6274 w 6274"/>
                  <a:gd name="T11" fmla="*/ 3138 h 3919"/>
                  <a:gd name="T12" fmla="*/ 6274 w 6274"/>
                  <a:gd name="T13" fmla="*/ 3919 h 3919"/>
                  <a:gd name="T14" fmla="*/ 0 w 6274"/>
                  <a:gd name="T15" fmla="*/ 3919 h 3919"/>
                  <a:gd name="T16" fmla="*/ 0 w 6274"/>
                  <a:gd name="T17" fmla="*/ 3138 h 3919"/>
                  <a:gd name="T18" fmla="*/ 1255 w 6274"/>
                  <a:gd name="T19" fmla="*/ 3138 h 3919"/>
                  <a:gd name="T20" fmla="*/ 1255 w 6274"/>
                  <a:gd name="T21" fmla="*/ 1882 h 3919"/>
                  <a:gd name="T22" fmla="*/ 1278 w 6274"/>
                  <a:gd name="T23" fmla="*/ 1588 h 3919"/>
                  <a:gd name="T24" fmla="*/ 1347 w 6274"/>
                  <a:gd name="T25" fmla="*/ 1300 h 3919"/>
                  <a:gd name="T26" fmla="*/ 1461 w 6274"/>
                  <a:gd name="T27" fmla="*/ 1028 h 3919"/>
                  <a:gd name="T28" fmla="*/ 1533 w 6274"/>
                  <a:gd name="T29" fmla="*/ 900 h 3919"/>
                  <a:gd name="T30" fmla="*/ 1707 w 6274"/>
                  <a:gd name="T31" fmla="*/ 660 h 3919"/>
                  <a:gd name="T32" fmla="*/ 1807 w 6274"/>
                  <a:gd name="T33" fmla="*/ 552 h 3919"/>
                  <a:gd name="T34" fmla="*/ 2030 w 6274"/>
                  <a:gd name="T35" fmla="*/ 361 h 3919"/>
                  <a:gd name="T36" fmla="*/ 2283 w 6274"/>
                  <a:gd name="T37" fmla="*/ 206 h 3919"/>
                  <a:gd name="T38" fmla="*/ 2555 w 6274"/>
                  <a:gd name="T39" fmla="*/ 92 h 3919"/>
                  <a:gd name="T40" fmla="*/ 2843 w 6274"/>
                  <a:gd name="T41" fmla="*/ 24 h 3919"/>
                  <a:gd name="T42" fmla="*/ 3137 w 6274"/>
                  <a:gd name="T43" fmla="*/ 0 h 3919"/>
                  <a:gd name="T44" fmla="*/ 3285 w 6274"/>
                  <a:gd name="T45" fmla="*/ 6 h 3919"/>
                  <a:gd name="T46" fmla="*/ 3575 w 6274"/>
                  <a:gd name="T47" fmla="*/ 52 h 3919"/>
                  <a:gd name="T48" fmla="*/ 3857 w 6274"/>
                  <a:gd name="T49" fmla="*/ 144 h 3919"/>
                  <a:gd name="T50" fmla="*/ 4122 w 6274"/>
                  <a:gd name="T51" fmla="*/ 278 h 3919"/>
                  <a:gd name="T52" fmla="*/ 4360 w 6274"/>
                  <a:gd name="T53" fmla="*/ 452 h 3919"/>
                  <a:gd name="T54" fmla="*/ 4567 w 6274"/>
                  <a:gd name="T55" fmla="*/ 660 h 3919"/>
                  <a:gd name="T56" fmla="*/ 4742 w 6274"/>
                  <a:gd name="T57" fmla="*/ 900 h 3919"/>
                  <a:gd name="T58" fmla="*/ 4813 w 6274"/>
                  <a:gd name="T59" fmla="*/ 1028 h 3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274" h="3919">
                    <a:moveTo>
                      <a:pt x="4813" y="1028"/>
                    </a:moveTo>
                    <a:lnTo>
                      <a:pt x="4928" y="1300"/>
                    </a:lnTo>
                    <a:lnTo>
                      <a:pt x="4996" y="1588"/>
                    </a:lnTo>
                    <a:lnTo>
                      <a:pt x="5020" y="1882"/>
                    </a:lnTo>
                    <a:lnTo>
                      <a:pt x="5020" y="3138"/>
                    </a:lnTo>
                    <a:lnTo>
                      <a:pt x="6274" y="3138"/>
                    </a:lnTo>
                    <a:lnTo>
                      <a:pt x="6274" y="3919"/>
                    </a:lnTo>
                    <a:lnTo>
                      <a:pt x="0" y="3919"/>
                    </a:lnTo>
                    <a:lnTo>
                      <a:pt x="0" y="3138"/>
                    </a:lnTo>
                    <a:lnTo>
                      <a:pt x="1255" y="3138"/>
                    </a:lnTo>
                    <a:lnTo>
                      <a:pt x="1255" y="1882"/>
                    </a:lnTo>
                    <a:lnTo>
                      <a:pt x="1278" y="1588"/>
                    </a:lnTo>
                    <a:lnTo>
                      <a:pt x="1347" y="1300"/>
                    </a:lnTo>
                    <a:lnTo>
                      <a:pt x="1461" y="1028"/>
                    </a:lnTo>
                    <a:lnTo>
                      <a:pt x="1533" y="900"/>
                    </a:lnTo>
                    <a:lnTo>
                      <a:pt x="1707" y="660"/>
                    </a:lnTo>
                    <a:lnTo>
                      <a:pt x="1807" y="552"/>
                    </a:lnTo>
                    <a:lnTo>
                      <a:pt x="2030" y="361"/>
                    </a:lnTo>
                    <a:lnTo>
                      <a:pt x="2283" y="206"/>
                    </a:lnTo>
                    <a:lnTo>
                      <a:pt x="2555" y="92"/>
                    </a:lnTo>
                    <a:lnTo>
                      <a:pt x="2843" y="24"/>
                    </a:lnTo>
                    <a:lnTo>
                      <a:pt x="3137" y="0"/>
                    </a:lnTo>
                    <a:lnTo>
                      <a:pt x="3285" y="6"/>
                    </a:lnTo>
                    <a:lnTo>
                      <a:pt x="3575" y="52"/>
                    </a:lnTo>
                    <a:lnTo>
                      <a:pt x="3857" y="144"/>
                    </a:lnTo>
                    <a:lnTo>
                      <a:pt x="4122" y="278"/>
                    </a:lnTo>
                    <a:lnTo>
                      <a:pt x="4360" y="452"/>
                    </a:lnTo>
                    <a:lnTo>
                      <a:pt x="4567" y="660"/>
                    </a:lnTo>
                    <a:lnTo>
                      <a:pt x="4742" y="900"/>
                    </a:lnTo>
                    <a:lnTo>
                      <a:pt x="4813" y="1028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8" name="Freeform 52">
                <a:extLst>
                  <a:ext uri="{FF2B5EF4-FFF2-40B4-BE49-F238E27FC236}">
                    <a16:creationId xmlns:a16="http://schemas.microsoft.com/office/drawing/2014/main" id="{5687E1F4-D24B-4CB1-897B-666FF5478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1807"/>
                <a:ext cx="502" cy="502"/>
              </a:xfrm>
              <a:custGeom>
                <a:avLst/>
                <a:gdLst>
                  <a:gd name="T0" fmla="*/ 2224 w 2508"/>
                  <a:gd name="T1" fmla="*/ 458 h 2510"/>
                  <a:gd name="T2" fmla="*/ 2360 w 2508"/>
                  <a:gd name="T3" fmla="*/ 664 h 2510"/>
                  <a:gd name="T4" fmla="*/ 2414 w 2508"/>
                  <a:gd name="T5" fmla="*/ 774 h 2510"/>
                  <a:gd name="T6" fmla="*/ 2485 w 2508"/>
                  <a:gd name="T7" fmla="*/ 1010 h 2510"/>
                  <a:gd name="T8" fmla="*/ 2508 w 2508"/>
                  <a:gd name="T9" fmla="*/ 1254 h 2510"/>
                  <a:gd name="T10" fmla="*/ 2485 w 2508"/>
                  <a:gd name="T11" fmla="*/ 1500 h 2510"/>
                  <a:gd name="T12" fmla="*/ 2414 w 2508"/>
                  <a:gd name="T13" fmla="*/ 1733 h 2510"/>
                  <a:gd name="T14" fmla="*/ 2299 w 2508"/>
                  <a:gd name="T15" fmla="*/ 1952 h 2510"/>
                  <a:gd name="T16" fmla="*/ 2140 w 2508"/>
                  <a:gd name="T17" fmla="*/ 2141 h 2510"/>
                  <a:gd name="T18" fmla="*/ 1951 w 2508"/>
                  <a:gd name="T19" fmla="*/ 2298 h 2510"/>
                  <a:gd name="T20" fmla="*/ 1734 w 2508"/>
                  <a:gd name="T21" fmla="*/ 2414 h 2510"/>
                  <a:gd name="T22" fmla="*/ 1498 w 2508"/>
                  <a:gd name="T23" fmla="*/ 2484 h 2510"/>
                  <a:gd name="T24" fmla="*/ 1254 w 2508"/>
                  <a:gd name="T25" fmla="*/ 2510 h 2510"/>
                  <a:gd name="T26" fmla="*/ 1132 w 2508"/>
                  <a:gd name="T27" fmla="*/ 2502 h 2510"/>
                  <a:gd name="T28" fmla="*/ 890 w 2508"/>
                  <a:gd name="T29" fmla="*/ 2453 h 2510"/>
                  <a:gd name="T30" fmla="*/ 662 w 2508"/>
                  <a:gd name="T31" fmla="*/ 2359 h 2510"/>
                  <a:gd name="T32" fmla="*/ 458 w 2508"/>
                  <a:gd name="T33" fmla="*/ 2224 h 2510"/>
                  <a:gd name="T34" fmla="*/ 367 w 2508"/>
                  <a:gd name="T35" fmla="*/ 2141 h 2510"/>
                  <a:gd name="T36" fmla="*/ 210 w 2508"/>
                  <a:gd name="T37" fmla="*/ 1952 h 2510"/>
                  <a:gd name="T38" fmla="*/ 96 w 2508"/>
                  <a:gd name="T39" fmla="*/ 1733 h 2510"/>
                  <a:gd name="T40" fmla="*/ 24 w 2508"/>
                  <a:gd name="T41" fmla="*/ 1500 h 2510"/>
                  <a:gd name="T42" fmla="*/ 0 w 2508"/>
                  <a:gd name="T43" fmla="*/ 1254 h 2510"/>
                  <a:gd name="T44" fmla="*/ 24 w 2508"/>
                  <a:gd name="T45" fmla="*/ 1010 h 2510"/>
                  <a:gd name="T46" fmla="*/ 96 w 2508"/>
                  <a:gd name="T47" fmla="*/ 774 h 2510"/>
                  <a:gd name="T48" fmla="*/ 210 w 2508"/>
                  <a:gd name="T49" fmla="*/ 558 h 2510"/>
                  <a:gd name="T50" fmla="*/ 367 w 2508"/>
                  <a:gd name="T51" fmla="*/ 366 h 2510"/>
                  <a:gd name="T52" fmla="*/ 558 w 2508"/>
                  <a:gd name="T53" fmla="*/ 212 h 2510"/>
                  <a:gd name="T54" fmla="*/ 774 w 2508"/>
                  <a:gd name="T55" fmla="*/ 97 h 2510"/>
                  <a:gd name="T56" fmla="*/ 1010 w 2508"/>
                  <a:gd name="T57" fmla="*/ 24 h 2510"/>
                  <a:gd name="T58" fmla="*/ 1254 w 2508"/>
                  <a:gd name="T59" fmla="*/ 0 h 2510"/>
                  <a:gd name="T60" fmla="*/ 1498 w 2508"/>
                  <a:gd name="T61" fmla="*/ 24 h 2510"/>
                  <a:gd name="T62" fmla="*/ 1734 w 2508"/>
                  <a:gd name="T63" fmla="*/ 97 h 2510"/>
                  <a:gd name="T64" fmla="*/ 1951 w 2508"/>
                  <a:gd name="T65" fmla="*/ 212 h 2510"/>
                  <a:gd name="T66" fmla="*/ 2050 w 2508"/>
                  <a:gd name="T67" fmla="*/ 285 h 2510"/>
                  <a:gd name="T68" fmla="*/ 2224 w 2508"/>
                  <a:gd name="T69" fmla="*/ 458 h 2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508" h="2510">
                    <a:moveTo>
                      <a:pt x="2224" y="458"/>
                    </a:moveTo>
                    <a:lnTo>
                      <a:pt x="2360" y="664"/>
                    </a:lnTo>
                    <a:lnTo>
                      <a:pt x="2414" y="774"/>
                    </a:lnTo>
                    <a:lnTo>
                      <a:pt x="2485" y="1010"/>
                    </a:lnTo>
                    <a:lnTo>
                      <a:pt x="2508" y="1254"/>
                    </a:lnTo>
                    <a:lnTo>
                      <a:pt x="2485" y="1500"/>
                    </a:lnTo>
                    <a:lnTo>
                      <a:pt x="2414" y="1733"/>
                    </a:lnTo>
                    <a:lnTo>
                      <a:pt x="2299" y="1952"/>
                    </a:lnTo>
                    <a:lnTo>
                      <a:pt x="2140" y="2141"/>
                    </a:lnTo>
                    <a:lnTo>
                      <a:pt x="1951" y="2298"/>
                    </a:lnTo>
                    <a:lnTo>
                      <a:pt x="1734" y="2414"/>
                    </a:lnTo>
                    <a:lnTo>
                      <a:pt x="1498" y="2484"/>
                    </a:lnTo>
                    <a:lnTo>
                      <a:pt x="1254" y="2510"/>
                    </a:lnTo>
                    <a:lnTo>
                      <a:pt x="1132" y="2502"/>
                    </a:lnTo>
                    <a:lnTo>
                      <a:pt x="890" y="2453"/>
                    </a:lnTo>
                    <a:lnTo>
                      <a:pt x="662" y="2359"/>
                    </a:lnTo>
                    <a:lnTo>
                      <a:pt x="458" y="2224"/>
                    </a:lnTo>
                    <a:lnTo>
                      <a:pt x="367" y="2141"/>
                    </a:lnTo>
                    <a:lnTo>
                      <a:pt x="210" y="1952"/>
                    </a:lnTo>
                    <a:lnTo>
                      <a:pt x="96" y="1733"/>
                    </a:lnTo>
                    <a:lnTo>
                      <a:pt x="24" y="1500"/>
                    </a:lnTo>
                    <a:lnTo>
                      <a:pt x="0" y="1254"/>
                    </a:lnTo>
                    <a:lnTo>
                      <a:pt x="24" y="1010"/>
                    </a:lnTo>
                    <a:lnTo>
                      <a:pt x="96" y="774"/>
                    </a:lnTo>
                    <a:lnTo>
                      <a:pt x="210" y="558"/>
                    </a:lnTo>
                    <a:lnTo>
                      <a:pt x="367" y="366"/>
                    </a:lnTo>
                    <a:lnTo>
                      <a:pt x="558" y="212"/>
                    </a:lnTo>
                    <a:lnTo>
                      <a:pt x="774" y="97"/>
                    </a:lnTo>
                    <a:lnTo>
                      <a:pt x="1010" y="24"/>
                    </a:lnTo>
                    <a:lnTo>
                      <a:pt x="1254" y="0"/>
                    </a:lnTo>
                    <a:lnTo>
                      <a:pt x="1498" y="24"/>
                    </a:lnTo>
                    <a:lnTo>
                      <a:pt x="1734" y="97"/>
                    </a:lnTo>
                    <a:lnTo>
                      <a:pt x="1951" y="212"/>
                    </a:lnTo>
                    <a:lnTo>
                      <a:pt x="2050" y="285"/>
                    </a:lnTo>
                    <a:lnTo>
                      <a:pt x="2224" y="458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399" name="Group 53">
                <a:extLst>
                  <a:ext uri="{FF2B5EF4-FFF2-40B4-BE49-F238E27FC236}">
                    <a16:creationId xmlns:a16="http://schemas.microsoft.com/office/drawing/2014/main" id="{94EE5E82-1FC3-46BE-ACA4-2E4B1B2B27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2" y="2058"/>
                <a:ext cx="998" cy="1"/>
                <a:chOff x="3032" y="2058"/>
                <a:chExt cx="998" cy="1"/>
              </a:xfrm>
            </p:grpSpPr>
            <p:sp>
              <p:nvSpPr>
                <p:cNvPr id="4400" name="Line 54">
                  <a:extLst>
                    <a:ext uri="{FF2B5EF4-FFF2-40B4-BE49-F238E27FC236}">
                      <a16:creationId xmlns:a16="http://schemas.microsoft.com/office/drawing/2014/main" id="{DB9B17BF-2A3C-4F12-9385-6F6FC5A9E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1" y="2058"/>
                  <a:ext cx="10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1" name="Line 55">
                  <a:extLst>
                    <a:ext uri="{FF2B5EF4-FFF2-40B4-BE49-F238E27FC236}">
                      <a16:creationId xmlns:a16="http://schemas.microsoft.com/office/drawing/2014/main" id="{41FD920E-A3C2-4CAC-AEA4-0DC3F73734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60" y="2058"/>
                  <a:ext cx="14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2" name="Line 56">
                  <a:extLst>
                    <a:ext uri="{FF2B5EF4-FFF2-40B4-BE49-F238E27FC236}">
                      <a16:creationId xmlns:a16="http://schemas.microsoft.com/office/drawing/2014/main" id="{A16935BB-CFAA-4215-ADB4-F1B85A36C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20" y="2058"/>
                  <a:ext cx="19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3" name="Line 57">
                  <a:extLst>
                    <a:ext uri="{FF2B5EF4-FFF2-40B4-BE49-F238E27FC236}">
                      <a16:creationId xmlns:a16="http://schemas.microsoft.com/office/drawing/2014/main" id="{13804B81-2878-422D-87CD-39CE97AF0D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59" y="2058"/>
                  <a:ext cx="71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4" name="Line 58">
                  <a:extLst>
                    <a:ext uri="{FF2B5EF4-FFF2-40B4-BE49-F238E27FC236}">
                      <a16:creationId xmlns:a16="http://schemas.microsoft.com/office/drawing/2014/main" id="{4458613A-4AF9-4949-BDCA-09EF368136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32" y="2058"/>
                  <a:ext cx="71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5" name="Line 59">
                  <a:extLst>
                    <a:ext uri="{FF2B5EF4-FFF2-40B4-BE49-F238E27FC236}">
                      <a16:creationId xmlns:a16="http://schemas.microsoft.com/office/drawing/2014/main" id="{C1C6C9DB-1199-4B45-B139-8E5A4C1AAB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3" y="2058"/>
                  <a:ext cx="2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6" name="Line 60">
                  <a:extLst>
                    <a:ext uri="{FF2B5EF4-FFF2-40B4-BE49-F238E27FC236}">
                      <a16:creationId xmlns:a16="http://schemas.microsoft.com/office/drawing/2014/main" id="{9F863787-F633-4EA2-8712-DBB69916F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22" y="2058"/>
                  <a:ext cx="10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" name="Line 61">
                  <a:extLst>
                    <a:ext uri="{FF2B5EF4-FFF2-40B4-BE49-F238E27FC236}">
                      <a16:creationId xmlns:a16="http://schemas.microsoft.com/office/drawing/2014/main" id="{16F3C9B9-A806-49F4-B5B9-B251D39579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82" y="2058"/>
                  <a:ext cx="2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08" name="Group 62">
                <a:extLst>
                  <a:ext uri="{FF2B5EF4-FFF2-40B4-BE49-F238E27FC236}">
                    <a16:creationId xmlns:a16="http://schemas.microsoft.com/office/drawing/2014/main" id="{AC170E1A-7CC7-45CA-806E-72283C8ABF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3" y="2051"/>
                <a:ext cx="759" cy="9"/>
                <a:chOff x="3143" y="2051"/>
                <a:chExt cx="759" cy="9"/>
              </a:xfrm>
            </p:grpSpPr>
            <p:sp>
              <p:nvSpPr>
                <p:cNvPr id="4409" name="Line 63">
                  <a:extLst>
                    <a:ext uri="{FF2B5EF4-FFF2-40B4-BE49-F238E27FC236}">
                      <a16:creationId xmlns:a16="http://schemas.microsoft.com/office/drawing/2014/main" id="{9BC5D6C9-C50F-45EA-BAC9-E045DA8BAB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3" y="2059"/>
                  <a:ext cx="125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0" name="Line 64">
                  <a:extLst>
                    <a:ext uri="{FF2B5EF4-FFF2-40B4-BE49-F238E27FC236}">
                      <a16:creationId xmlns:a16="http://schemas.microsoft.com/office/drawing/2014/main" id="{E74A13E3-5315-466A-8D66-D23095E56E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6" y="2051"/>
                  <a:ext cx="126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411" name="Group 65">
              <a:extLst>
                <a:ext uri="{FF2B5EF4-FFF2-40B4-BE49-F238E27FC236}">
                  <a16:creationId xmlns:a16="http://schemas.microsoft.com/office/drawing/2014/main" id="{3EEC9B3D-3A5F-4EF1-9BA6-153C256B70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7" y="2643"/>
              <a:ext cx="1255" cy="628"/>
              <a:chOff x="2897" y="2643"/>
              <a:chExt cx="1255" cy="628"/>
            </a:xfrm>
          </p:grpSpPr>
          <p:sp>
            <p:nvSpPr>
              <p:cNvPr id="4412" name="Line 66">
                <a:extLst>
                  <a:ext uri="{FF2B5EF4-FFF2-40B4-BE49-F238E27FC236}">
                    <a16:creationId xmlns:a16="http://schemas.microsoft.com/office/drawing/2014/main" id="{D8228AA6-96A2-44F0-8693-8E19E1EE29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2" y="2907"/>
                <a:ext cx="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13" name="Freeform 67">
                <a:extLst>
                  <a:ext uri="{FF2B5EF4-FFF2-40B4-BE49-F238E27FC236}">
                    <a16:creationId xmlns:a16="http://schemas.microsoft.com/office/drawing/2014/main" id="{F4786DA7-2AB2-4F83-BEED-16BC1C13D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643"/>
                <a:ext cx="1" cy="627"/>
              </a:xfrm>
              <a:custGeom>
                <a:avLst/>
                <a:gdLst>
                  <a:gd name="T0" fmla="*/ 0 w 1"/>
                  <a:gd name="T1" fmla="*/ 3134 h 3134"/>
                  <a:gd name="T2" fmla="*/ 0 w 1"/>
                  <a:gd name="T3" fmla="*/ 940 h 3134"/>
                  <a:gd name="T4" fmla="*/ 0 w 1"/>
                  <a:gd name="T5" fmla="*/ 0 h 3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34">
                    <a:moveTo>
                      <a:pt x="0" y="3134"/>
                    </a:moveTo>
                    <a:lnTo>
                      <a:pt x="0" y="94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4" name="Freeform 68">
                <a:extLst>
                  <a:ext uri="{FF2B5EF4-FFF2-40B4-BE49-F238E27FC236}">
                    <a16:creationId xmlns:a16="http://schemas.microsoft.com/office/drawing/2014/main" id="{1B0E0CE0-2AD1-4AF3-8626-3E2E7CC06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643"/>
                <a:ext cx="251" cy="627"/>
              </a:xfrm>
              <a:custGeom>
                <a:avLst/>
                <a:gdLst>
                  <a:gd name="T0" fmla="*/ 0 w 1255"/>
                  <a:gd name="T1" fmla="*/ 0 h 3134"/>
                  <a:gd name="T2" fmla="*/ 1255 w 1255"/>
                  <a:gd name="T3" fmla="*/ 0 h 3134"/>
                  <a:gd name="T4" fmla="*/ 1255 w 1255"/>
                  <a:gd name="T5" fmla="*/ 3134 h 3134"/>
                  <a:gd name="T6" fmla="*/ 0 w 1255"/>
                  <a:gd name="T7" fmla="*/ 3134 h 3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5" h="3134">
                    <a:moveTo>
                      <a:pt x="0" y="0"/>
                    </a:moveTo>
                    <a:lnTo>
                      <a:pt x="1255" y="0"/>
                    </a:lnTo>
                    <a:lnTo>
                      <a:pt x="1255" y="3134"/>
                    </a:lnTo>
                    <a:lnTo>
                      <a:pt x="0" y="3134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5" name="Freeform 69">
                <a:extLst>
                  <a:ext uri="{FF2B5EF4-FFF2-40B4-BE49-F238E27FC236}">
                    <a16:creationId xmlns:a16="http://schemas.microsoft.com/office/drawing/2014/main" id="{75458419-E183-4BF1-BD17-E23E5D797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" y="3270"/>
                <a:ext cx="753" cy="1"/>
              </a:xfrm>
              <a:custGeom>
                <a:avLst/>
                <a:gdLst>
                  <a:gd name="T0" fmla="*/ 3765 w 3765"/>
                  <a:gd name="T1" fmla="*/ 0 h 1"/>
                  <a:gd name="T2" fmla="*/ 3137 w 3765"/>
                  <a:gd name="T3" fmla="*/ 0 h 1"/>
                  <a:gd name="T4" fmla="*/ 629 w 3765"/>
                  <a:gd name="T5" fmla="*/ 0 h 1"/>
                  <a:gd name="T6" fmla="*/ 0 w 3765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65" h="1">
                    <a:moveTo>
                      <a:pt x="3765" y="0"/>
                    </a:moveTo>
                    <a:lnTo>
                      <a:pt x="3137" y="0"/>
                    </a:lnTo>
                    <a:lnTo>
                      <a:pt x="629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6" name="Freeform 70">
                <a:extLst>
                  <a:ext uri="{FF2B5EF4-FFF2-40B4-BE49-F238E27FC236}">
                    <a16:creationId xmlns:a16="http://schemas.microsoft.com/office/drawing/2014/main" id="{16903712-04B2-4C30-A596-46832B21D2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" y="2643"/>
                <a:ext cx="1" cy="627"/>
              </a:xfrm>
              <a:custGeom>
                <a:avLst/>
                <a:gdLst>
                  <a:gd name="T0" fmla="*/ 0 w 1"/>
                  <a:gd name="T1" fmla="*/ 3134 h 3134"/>
                  <a:gd name="T2" fmla="*/ 0 w 1"/>
                  <a:gd name="T3" fmla="*/ 940 h 3134"/>
                  <a:gd name="T4" fmla="*/ 0 w 1"/>
                  <a:gd name="T5" fmla="*/ 0 h 3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34">
                    <a:moveTo>
                      <a:pt x="0" y="3134"/>
                    </a:moveTo>
                    <a:lnTo>
                      <a:pt x="0" y="94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7" name="Freeform 71">
                <a:extLst>
                  <a:ext uri="{FF2B5EF4-FFF2-40B4-BE49-F238E27FC236}">
                    <a16:creationId xmlns:a16="http://schemas.microsoft.com/office/drawing/2014/main" id="{59FB308A-6BF4-4EB9-A37C-E3F903A5C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643"/>
                <a:ext cx="251" cy="627"/>
              </a:xfrm>
              <a:custGeom>
                <a:avLst/>
                <a:gdLst>
                  <a:gd name="T0" fmla="*/ 1254 w 1254"/>
                  <a:gd name="T1" fmla="*/ 3134 h 3134"/>
                  <a:gd name="T2" fmla="*/ 0 w 1254"/>
                  <a:gd name="T3" fmla="*/ 3134 h 3134"/>
                  <a:gd name="T4" fmla="*/ 0 w 1254"/>
                  <a:gd name="T5" fmla="*/ 0 h 3134"/>
                  <a:gd name="T6" fmla="*/ 1254 w 1254"/>
                  <a:gd name="T7" fmla="*/ 0 h 3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4" h="3134">
                    <a:moveTo>
                      <a:pt x="1254" y="3134"/>
                    </a:moveTo>
                    <a:lnTo>
                      <a:pt x="0" y="3134"/>
                    </a:lnTo>
                    <a:lnTo>
                      <a:pt x="0" y="0"/>
                    </a:lnTo>
                    <a:lnTo>
                      <a:pt x="1254" y="0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8" name="Freeform 72">
                <a:extLst>
                  <a:ext uri="{FF2B5EF4-FFF2-40B4-BE49-F238E27FC236}">
                    <a16:creationId xmlns:a16="http://schemas.microsoft.com/office/drawing/2014/main" id="{E96B0E54-4A08-433F-8410-5B1B14FA4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" y="2643"/>
                <a:ext cx="753" cy="1"/>
              </a:xfrm>
              <a:custGeom>
                <a:avLst/>
                <a:gdLst>
                  <a:gd name="T0" fmla="*/ 0 w 3765"/>
                  <a:gd name="T1" fmla="*/ 0 h 1"/>
                  <a:gd name="T2" fmla="*/ 629 w 3765"/>
                  <a:gd name="T3" fmla="*/ 0 h 1"/>
                  <a:gd name="T4" fmla="*/ 1883 w 3765"/>
                  <a:gd name="T5" fmla="*/ 0 h 1"/>
                  <a:gd name="T6" fmla="*/ 3137 w 3765"/>
                  <a:gd name="T7" fmla="*/ 0 h 1"/>
                  <a:gd name="T8" fmla="*/ 3765 w 3765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65" h="1">
                    <a:moveTo>
                      <a:pt x="0" y="0"/>
                    </a:moveTo>
                    <a:lnTo>
                      <a:pt x="629" y="0"/>
                    </a:lnTo>
                    <a:lnTo>
                      <a:pt x="1883" y="0"/>
                    </a:lnTo>
                    <a:lnTo>
                      <a:pt x="3137" y="0"/>
                    </a:lnTo>
                    <a:lnTo>
                      <a:pt x="3765" y="0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419" name="Group 73">
                <a:extLst>
                  <a:ext uri="{FF2B5EF4-FFF2-40B4-BE49-F238E27FC236}">
                    <a16:creationId xmlns:a16="http://schemas.microsoft.com/office/drawing/2014/main" id="{2982611A-37DC-4021-B709-E615365D13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8" y="2831"/>
                <a:ext cx="753" cy="1"/>
                <a:chOff x="3148" y="2831"/>
                <a:chExt cx="753" cy="1"/>
              </a:xfrm>
            </p:grpSpPr>
            <p:sp>
              <p:nvSpPr>
                <p:cNvPr id="4420" name="Line 74">
                  <a:extLst>
                    <a:ext uri="{FF2B5EF4-FFF2-40B4-BE49-F238E27FC236}">
                      <a16:creationId xmlns:a16="http://schemas.microsoft.com/office/drawing/2014/main" id="{9BE8C081-4AF4-4E71-8F3A-94DAA08097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8" y="2831"/>
                  <a:ext cx="126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1" name="Line 75">
                  <a:extLst>
                    <a:ext uri="{FF2B5EF4-FFF2-40B4-BE49-F238E27FC236}">
                      <a16:creationId xmlns:a16="http://schemas.microsoft.com/office/drawing/2014/main" id="{4F431C16-5A3D-4FC0-894E-08D22635BA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5" y="2831"/>
                  <a:ext cx="126" cy="0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2" name="Line 76">
                  <a:extLst>
                    <a:ext uri="{FF2B5EF4-FFF2-40B4-BE49-F238E27FC236}">
                      <a16:creationId xmlns:a16="http://schemas.microsoft.com/office/drawing/2014/main" id="{B7F80BC4-A68C-4839-AF34-7498FB7C3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4" y="2831"/>
                  <a:ext cx="501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23" name="Group 77">
                <a:extLst>
                  <a:ext uri="{FF2B5EF4-FFF2-40B4-BE49-F238E27FC236}">
                    <a16:creationId xmlns:a16="http://schemas.microsoft.com/office/drawing/2014/main" id="{971AC940-40DB-4DBD-9E46-8412B2B80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4" y="2643"/>
                <a:ext cx="1" cy="628"/>
                <a:chOff x="3274" y="2643"/>
                <a:chExt cx="1" cy="628"/>
              </a:xfrm>
            </p:grpSpPr>
            <p:sp>
              <p:nvSpPr>
                <p:cNvPr id="4424" name="Line 78">
                  <a:extLst>
                    <a:ext uri="{FF2B5EF4-FFF2-40B4-BE49-F238E27FC236}">
                      <a16:creationId xmlns:a16="http://schemas.microsoft.com/office/drawing/2014/main" id="{04540914-7BB7-4A1C-B4F6-38EA29E16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4" y="2806"/>
                  <a:ext cx="1" cy="25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5" name="Line 79">
                  <a:extLst>
                    <a:ext uri="{FF2B5EF4-FFF2-40B4-BE49-F238E27FC236}">
                      <a16:creationId xmlns:a16="http://schemas.microsoft.com/office/drawing/2014/main" id="{1D11F1C2-1E1B-4EE9-AF92-6D9AF37EB8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4" y="2747"/>
                  <a:ext cx="1" cy="39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6" name="Line 80">
                  <a:extLst>
                    <a:ext uri="{FF2B5EF4-FFF2-40B4-BE49-F238E27FC236}">
                      <a16:creationId xmlns:a16="http://schemas.microsoft.com/office/drawing/2014/main" id="{1DEF9A86-F332-40DE-AA35-9EA746E872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4" y="2687"/>
                  <a:ext cx="1" cy="40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7" name="Line 81">
                  <a:extLst>
                    <a:ext uri="{FF2B5EF4-FFF2-40B4-BE49-F238E27FC236}">
                      <a16:creationId xmlns:a16="http://schemas.microsoft.com/office/drawing/2014/main" id="{D1562638-DD7B-4EE0-8CEF-FEF9BE8F0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4" y="2643"/>
                  <a:ext cx="1" cy="24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8" name="Line 82">
                  <a:extLst>
                    <a:ext uri="{FF2B5EF4-FFF2-40B4-BE49-F238E27FC236}">
                      <a16:creationId xmlns:a16="http://schemas.microsoft.com/office/drawing/2014/main" id="{4B32347F-0F90-4734-BA34-FAEF7ED1AB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4" y="2831"/>
                  <a:ext cx="1" cy="440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29" name="Group 83">
                <a:extLst>
                  <a:ext uri="{FF2B5EF4-FFF2-40B4-BE49-F238E27FC236}">
                    <a16:creationId xmlns:a16="http://schemas.microsoft.com/office/drawing/2014/main" id="{709928CD-1FCE-49D5-A61F-AD6605F8B8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5" y="2643"/>
                <a:ext cx="1" cy="627"/>
                <a:chOff x="3775" y="2643"/>
                <a:chExt cx="1" cy="627"/>
              </a:xfrm>
            </p:grpSpPr>
            <p:sp>
              <p:nvSpPr>
                <p:cNvPr id="4430" name="Line 84">
                  <a:extLst>
                    <a:ext uri="{FF2B5EF4-FFF2-40B4-BE49-F238E27FC236}">
                      <a16:creationId xmlns:a16="http://schemas.microsoft.com/office/drawing/2014/main" id="{83D889CA-49B4-44E2-B115-795429DF6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75" y="2747"/>
                  <a:ext cx="1" cy="39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1" name="Line 85">
                  <a:extLst>
                    <a:ext uri="{FF2B5EF4-FFF2-40B4-BE49-F238E27FC236}">
                      <a16:creationId xmlns:a16="http://schemas.microsoft.com/office/drawing/2014/main" id="{9D061A6C-F907-4319-978B-E409F519D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75" y="2687"/>
                  <a:ext cx="1" cy="40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2" name="Line 86">
                  <a:extLst>
                    <a:ext uri="{FF2B5EF4-FFF2-40B4-BE49-F238E27FC236}">
                      <a16:creationId xmlns:a16="http://schemas.microsoft.com/office/drawing/2014/main" id="{E8FFC0ED-DDB3-439C-8625-4BB39FB4BC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75" y="2806"/>
                  <a:ext cx="1" cy="25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3" name="Line 87">
                  <a:extLst>
                    <a:ext uri="{FF2B5EF4-FFF2-40B4-BE49-F238E27FC236}">
                      <a16:creationId xmlns:a16="http://schemas.microsoft.com/office/drawing/2014/main" id="{5A8B8690-9CDA-4D52-8F8B-EEDB77568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75" y="2643"/>
                  <a:ext cx="1" cy="24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4" name="Line 88">
                  <a:extLst>
                    <a:ext uri="{FF2B5EF4-FFF2-40B4-BE49-F238E27FC236}">
                      <a16:creationId xmlns:a16="http://schemas.microsoft.com/office/drawing/2014/main" id="{AA1CDF92-5943-48D6-8DF9-17D42295E6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75" y="2831"/>
                  <a:ext cx="1" cy="439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435" name="Group 89">
              <a:extLst>
                <a:ext uri="{FF2B5EF4-FFF2-40B4-BE49-F238E27FC236}">
                  <a16:creationId xmlns:a16="http://schemas.microsoft.com/office/drawing/2014/main" id="{04E42295-3710-47B3-B9A9-FF5E9E212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2" y="1682"/>
              <a:ext cx="828" cy="784"/>
              <a:chOff x="4232" y="1682"/>
              <a:chExt cx="828" cy="784"/>
            </a:xfrm>
          </p:grpSpPr>
          <p:grpSp>
            <p:nvGrpSpPr>
              <p:cNvPr id="4436" name="Group 90">
                <a:extLst>
                  <a:ext uri="{FF2B5EF4-FFF2-40B4-BE49-F238E27FC236}">
                    <a16:creationId xmlns:a16="http://schemas.microsoft.com/office/drawing/2014/main" id="{AD2BBD78-939C-4341-8E47-FD69D42283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32" y="2058"/>
                <a:ext cx="828" cy="1"/>
                <a:chOff x="4232" y="2058"/>
                <a:chExt cx="828" cy="1"/>
              </a:xfrm>
            </p:grpSpPr>
            <p:sp>
              <p:nvSpPr>
                <p:cNvPr id="4437" name="Line 91">
                  <a:extLst>
                    <a:ext uri="{FF2B5EF4-FFF2-40B4-BE49-F238E27FC236}">
                      <a16:creationId xmlns:a16="http://schemas.microsoft.com/office/drawing/2014/main" id="{EA90E1A3-5445-472C-A6ED-4C0CC57027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68" y="2058"/>
                  <a:ext cx="2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8" name="Line 92">
                  <a:extLst>
                    <a:ext uri="{FF2B5EF4-FFF2-40B4-BE49-F238E27FC236}">
                      <a16:creationId xmlns:a16="http://schemas.microsoft.com/office/drawing/2014/main" id="{C29C83C5-C029-49B6-94FD-08DC32D85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08" y="2058"/>
                  <a:ext cx="52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9" name="Line 93">
                  <a:extLst>
                    <a:ext uri="{FF2B5EF4-FFF2-40B4-BE49-F238E27FC236}">
                      <a16:creationId xmlns:a16="http://schemas.microsoft.com/office/drawing/2014/main" id="{F118B3A9-B393-431A-B783-8A65D99C1B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32" y="2058"/>
                  <a:ext cx="2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0" name="Line 94">
                  <a:extLst>
                    <a:ext uri="{FF2B5EF4-FFF2-40B4-BE49-F238E27FC236}">
                      <a16:creationId xmlns:a16="http://schemas.microsoft.com/office/drawing/2014/main" id="{5F5D73A8-3D6A-46CB-B434-0045CD201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91" y="2058"/>
                  <a:ext cx="2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1" name="Line 95">
                  <a:extLst>
                    <a:ext uri="{FF2B5EF4-FFF2-40B4-BE49-F238E27FC236}">
                      <a16:creationId xmlns:a16="http://schemas.microsoft.com/office/drawing/2014/main" id="{DAA0CF46-6121-4414-89D4-6EC5B3CBD1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31" y="2058"/>
                  <a:ext cx="17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2" name="Line 96">
                  <a:extLst>
                    <a:ext uri="{FF2B5EF4-FFF2-40B4-BE49-F238E27FC236}">
                      <a16:creationId xmlns:a16="http://schemas.microsoft.com/office/drawing/2014/main" id="{F36DCD43-FD06-4548-8791-0783C687A5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72" y="2058"/>
                  <a:ext cx="99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3" name="Line 97">
                  <a:extLst>
                    <a:ext uri="{FF2B5EF4-FFF2-40B4-BE49-F238E27FC236}">
                      <a16:creationId xmlns:a16="http://schemas.microsoft.com/office/drawing/2014/main" id="{5D32E911-29FB-4552-8546-DE928C5381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32" y="2058"/>
                  <a:ext cx="80" cy="1"/>
                </a:xfrm>
                <a:prstGeom prst="line">
                  <a:avLst/>
                </a:prstGeom>
                <a:noFill/>
                <a:ln w="12700" cap="flat" algn="ctr">
                  <a:solidFill>
                    <a:srgbClr val="007F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44" name="Freeform 98">
                <a:extLst>
                  <a:ext uri="{FF2B5EF4-FFF2-40B4-BE49-F238E27FC236}">
                    <a16:creationId xmlns:a16="http://schemas.microsoft.com/office/drawing/2014/main" id="{6B3FA342-8D9F-4B69-A0BE-B651DB675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1682"/>
                <a:ext cx="626" cy="784"/>
              </a:xfrm>
              <a:custGeom>
                <a:avLst/>
                <a:gdLst>
                  <a:gd name="T0" fmla="*/ 3133 w 3133"/>
                  <a:gd name="T1" fmla="*/ 3919 h 3919"/>
                  <a:gd name="T2" fmla="*/ 0 w 3133"/>
                  <a:gd name="T3" fmla="*/ 3919 h 3919"/>
                  <a:gd name="T4" fmla="*/ 0 w 3133"/>
                  <a:gd name="T5" fmla="*/ 3136 h 3919"/>
                  <a:gd name="T6" fmla="*/ 0 w 3133"/>
                  <a:gd name="T7" fmla="*/ 628 h 3919"/>
                  <a:gd name="T8" fmla="*/ 0 w 3133"/>
                  <a:gd name="T9" fmla="*/ 0 h 3919"/>
                  <a:gd name="T10" fmla="*/ 1096 w 3133"/>
                  <a:gd name="T11" fmla="*/ 0 h 3919"/>
                  <a:gd name="T12" fmla="*/ 1096 w 3133"/>
                  <a:gd name="T13" fmla="*/ 628 h 3919"/>
                  <a:gd name="T14" fmla="*/ 1096 w 3133"/>
                  <a:gd name="T15" fmla="*/ 1882 h 3919"/>
                  <a:gd name="T16" fmla="*/ 3133 w 3133"/>
                  <a:gd name="T17" fmla="*/ 1882 h 3919"/>
                  <a:gd name="T18" fmla="*/ 3133 w 3133"/>
                  <a:gd name="T19" fmla="*/ 3136 h 3919"/>
                  <a:gd name="T20" fmla="*/ 3133 w 3133"/>
                  <a:gd name="T21" fmla="*/ 3919 h 3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33" h="3919">
                    <a:moveTo>
                      <a:pt x="3133" y="3919"/>
                    </a:moveTo>
                    <a:lnTo>
                      <a:pt x="0" y="3919"/>
                    </a:lnTo>
                    <a:lnTo>
                      <a:pt x="0" y="3136"/>
                    </a:lnTo>
                    <a:lnTo>
                      <a:pt x="0" y="628"/>
                    </a:lnTo>
                    <a:lnTo>
                      <a:pt x="0" y="0"/>
                    </a:lnTo>
                    <a:lnTo>
                      <a:pt x="1096" y="0"/>
                    </a:lnTo>
                    <a:lnTo>
                      <a:pt x="1096" y="628"/>
                    </a:lnTo>
                    <a:lnTo>
                      <a:pt x="1096" y="1882"/>
                    </a:lnTo>
                    <a:lnTo>
                      <a:pt x="3133" y="1882"/>
                    </a:lnTo>
                    <a:lnTo>
                      <a:pt x="3133" y="3136"/>
                    </a:lnTo>
                    <a:lnTo>
                      <a:pt x="3133" y="3919"/>
                    </a:lnTo>
                  </a:path>
                </a:pathLst>
              </a:cu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445" name="Group 99">
                <a:extLst>
                  <a:ext uri="{FF2B5EF4-FFF2-40B4-BE49-F238E27FC236}">
                    <a16:creationId xmlns:a16="http://schemas.microsoft.com/office/drawing/2014/main" id="{71B310DA-B9EE-41F9-A7D7-22180D344B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9" y="1807"/>
                <a:ext cx="219" cy="1"/>
                <a:chOff x="4329" y="1807"/>
                <a:chExt cx="219" cy="1"/>
              </a:xfrm>
            </p:grpSpPr>
            <p:sp>
              <p:nvSpPr>
                <p:cNvPr id="4446" name="Line 100">
                  <a:extLst>
                    <a:ext uri="{FF2B5EF4-FFF2-40B4-BE49-F238E27FC236}">
                      <a16:creationId xmlns:a16="http://schemas.microsoft.com/office/drawing/2014/main" id="{41D7CDFC-1D71-4A38-B3D5-6BA1E503F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89" y="1807"/>
                  <a:ext cx="39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7" name="Line 101">
                  <a:extLst>
                    <a:ext uri="{FF2B5EF4-FFF2-40B4-BE49-F238E27FC236}">
                      <a16:creationId xmlns:a16="http://schemas.microsoft.com/office/drawing/2014/main" id="{FC6D8071-33E1-4C58-9E0B-28E0BE6BDC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29" y="1807"/>
                  <a:ext cx="40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8" name="Line 102">
                  <a:extLst>
                    <a:ext uri="{FF2B5EF4-FFF2-40B4-BE49-F238E27FC236}">
                      <a16:creationId xmlns:a16="http://schemas.microsoft.com/office/drawing/2014/main" id="{A62D09ED-F328-4029-9DC2-9452CFB12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48" y="1807"/>
                  <a:ext cx="40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9" name="Line 103">
                  <a:extLst>
                    <a:ext uri="{FF2B5EF4-FFF2-40B4-BE49-F238E27FC236}">
                      <a16:creationId xmlns:a16="http://schemas.microsoft.com/office/drawing/2014/main" id="{369A118E-D0CF-445B-87C6-B472D475B3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08" y="1807"/>
                  <a:ext cx="40" cy="1"/>
                </a:xfrm>
                <a:prstGeom prst="line">
                  <a:avLst/>
                </a:prstGeom>
                <a:noFill/>
                <a:ln w="38100" cap="flat" algn="ctr">
                  <a:solidFill>
                    <a:srgbClr val="A500A5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50" name="Line 104">
                <a:extLst>
                  <a:ext uri="{FF2B5EF4-FFF2-40B4-BE49-F238E27FC236}">
                    <a16:creationId xmlns:a16="http://schemas.microsoft.com/office/drawing/2014/main" id="{DC4D6D09-0208-48FA-BC88-0DF8F3DB7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9" y="2309"/>
                <a:ext cx="626" cy="1"/>
              </a:xfrm>
              <a:prstGeom prst="line">
                <a:avLst/>
              </a:prstGeom>
              <a:noFill/>
              <a:ln w="38100" cap="flat" algn="ctr">
                <a:solidFill>
                  <a:srgbClr val="A500A5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51" name="Group 105">
            <a:extLst>
              <a:ext uri="{FF2B5EF4-FFF2-40B4-BE49-F238E27FC236}">
                <a16:creationId xmlns:a16="http://schemas.microsoft.com/office/drawing/2014/main" id="{4DD17633-CB74-4156-BD6B-FC38EAA880F0}"/>
              </a:ext>
            </a:extLst>
          </p:cNvPr>
          <p:cNvGrpSpPr>
            <a:grpSpLocks/>
          </p:cNvGrpSpPr>
          <p:nvPr/>
        </p:nvGrpSpPr>
        <p:grpSpPr bwMode="auto">
          <a:xfrm>
            <a:off x="2452688" y="5084763"/>
            <a:ext cx="3902075" cy="1406525"/>
            <a:chOff x="1545" y="3067"/>
            <a:chExt cx="2458" cy="886"/>
          </a:xfrm>
        </p:grpSpPr>
        <p:sp>
          <p:nvSpPr>
            <p:cNvPr id="4452" name="Line 106">
              <a:extLst>
                <a:ext uri="{FF2B5EF4-FFF2-40B4-BE49-F238E27FC236}">
                  <a16:creationId xmlns:a16="http://schemas.microsoft.com/office/drawing/2014/main" id="{83771F58-E815-42D1-87C7-BFBE98A42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3103"/>
              <a:ext cx="476" cy="518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triangle" w="sm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53" name="Line 107">
              <a:extLst>
                <a:ext uri="{FF2B5EF4-FFF2-40B4-BE49-F238E27FC236}">
                  <a16:creationId xmlns:a16="http://schemas.microsoft.com/office/drawing/2014/main" id="{54CE1ACF-BB25-45BB-B971-7FC1EB4FA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6" y="3067"/>
              <a:ext cx="987" cy="554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solid"/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54" name="AutoShape 108">
              <a:extLst>
                <a:ext uri="{FF2B5EF4-FFF2-40B4-BE49-F238E27FC236}">
                  <a16:creationId xmlns:a16="http://schemas.microsoft.com/office/drawing/2014/main" id="{C1C3CB05-8F42-4C65-BF5F-BFB766A8E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3387"/>
              <a:ext cx="1479" cy="566"/>
            </a:xfrm>
            <a:prstGeom prst="wave">
              <a:avLst>
                <a:gd name="adj1" fmla="val 12500"/>
                <a:gd name="adj2" fmla="val 0"/>
              </a:avLst>
            </a:prstGeom>
            <a:solidFill>
              <a:srgbClr val="FFCC00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圆柱轮廓素线</a:t>
              </a:r>
            </a:p>
          </p:txBody>
        </p:sp>
      </p:grpSp>
      <p:sp>
        <p:nvSpPr>
          <p:cNvPr id="4455" name="Text Box 109">
            <a:extLst>
              <a:ext uri="{FF2B5EF4-FFF2-40B4-BE49-F238E27FC236}">
                <a16:creationId xmlns:a16="http://schemas.microsoft.com/office/drawing/2014/main" id="{9852E870-119D-4812-9A95-74E2B400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6175375"/>
            <a:ext cx="113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456" name="Text Box 110">
            <a:extLst>
              <a:ext uri="{FF2B5EF4-FFF2-40B4-BE49-F238E27FC236}">
                <a16:creationId xmlns:a16="http://schemas.microsoft.com/office/drawing/2014/main" id="{B542DBEE-7498-46AE-B840-1F691A69C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690563"/>
            <a:ext cx="7127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dash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⒈ 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由已知视图看懂物体的形状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" dur="75"/>
                                        <p:tgtEl>
                                          <p:spTgt spid="44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3" dur="500"/>
                                        <p:tgtEl>
                                          <p:spTgt spid="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9" dur="500"/>
                                        <p:tgtEl>
                                          <p:spTgt spid="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25" dur="500"/>
                                        <p:tgtEl>
                                          <p:spTgt spid="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45" dur="500"/>
                                        <p:tgtEl>
                                          <p:spTgt spid="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 additive="base">
                                        <p:cTn id="51" dur="500"/>
                                        <p:tgtEl>
                                          <p:spTgt spid="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 additive="base">
                                        <p:cTn id="64" dur="500"/>
                                        <p:tgtEl>
                                          <p:spTgt spid="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8" grpId="0" animBg="1"/>
      <p:bldP spid="4359" grpId="0" animBg="1"/>
      <p:bldP spid="4360" grpId="0" animBg="1"/>
      <p:bldP spid="4361" grpId="0" animBg="1"/>
      <p:bldP spid="4362" grpId="0" animBg="1"/>
      <p:bldP spid="4363" grpId="0" animBg="1"/>
      <p:bldP spid="4364" grpId="0" animBg="1"/>
      <p:bldP spid="4456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oter Placeholder 2">
            <a:extLst>
              <a:ext uri="{FF2B5EF4-FFF2-40B4-BE49-F238E27FC236}">
                <a16:creationId xmlns:a16="http://schemas.microsoft.com/office/drawing/2014/main" id="{1DF4D0BA-B0F4-487B-9D93-0BABCC57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4459" name="Group 2">
            <a:extLst>
              <a:ext uri="{FF2B5EF4-FFF2-40B4-BE49-F238E27FC236}">
                <a16:creationId xmlns:a16="http://schemas.microsoft.com/office/drawing/2014/main" id="{D244993B-98AA-4843-8F2B-E39809BADDA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887538"/>
            <a:ext cx="7524750" cy="1095375"/>
            <a:chOff x="531" y="1351"/>
            <a:chExt cx="4737" cy="528"/>
          </a:xfrm>
        </p:grpSpPr>
        <p:sp>
          <p:nvSpPr>
            <p:cNvPr id="4460" name="Rectangle 3">
              <a:extLst>
                <a:ext uri="{FF2B5EF4-FFF2-40B4-BE49-F238E27FC236}">
                  <a16:creationId xmlns:a16="http://schemas.microsoft.com/office/drawing/2014/main" id="{7E3AFFC0-451F-4C4F-B3F8-D3B8E5C94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" y="1351"/>
              <a:ext cx="960" cy="528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1" name="Rectangle 4">
              <a:extLst>
                <a:ext uri="{FF2B5EF4-FFF2-40B4-BE49-F238E27FC236}">
                  <a16:creationId xmlns:a16="http://schemas.microsoft.com/office/drawing/2014/main" id="{E86F37F2-DCCA-402C-8B6D-5C3A1E642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1351"/>
              <a:ext cx="960" cy="528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2" name="Rectangle 5">
              <a:extLst>
                <a:ext uri="{FF2B5EF4-FFF2-40B4-BE49-F238E27FC236}">
                  <a16:creationId xmlns:a16="http://schemas.microsoft.com/office/drawing/2014/main" id="{96FB8A74-4DA9-464B-9CC2-DC1F2C330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" y="1351"/>
              <a:ext cx="960" cy="528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3" name="Rectangle 6">
              <a:extLst>
                <a:ext uri="{FF2B5EF4-FFF2-40B4-BE49-F238E27FC236}">
                  <a16:creationId xmlns:a16="http://schemas.microsoft.com/office/drawing/2014/main" id="{5F28F59B-F765-46CE-9A3A-715EC1037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" y="1495"/>
              <a:ext cx="624" cy="240"/>
            </a:xfrm>
            <a:prstGeom prst="rect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4" name="Rectangle 7">
              <a:extLst>
                <a:ext uri="{FF2B5EF4-FFF2-40B4-BE49-F238E27FC236}">
                  <a16:creationId xmlns:a16="http://schemas.microsoft.com/office/drawing/2014/main" id="{6B584ED2-0531-4607-ABE0-3533ED3E4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1495"/>
              <a:ext cx="624" cy="240"/>
            </a:xfrm>
            <a:prstGeom prst="rect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5" name="Rectangle 8">
              <a:extLst>
                <a:ext uri="{FF2B5EF4-FFF2-40B4-BE49-F238E27FC236}">
                  <a16:creationId xmlns:a16="http://schemas.microsoft.com/office/drawing/2014/main" id="{63EF67AD-6C01-400B-BFC3-AA76F9D2D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1495"/>
              <a:ext cx="624" cy="240"/>
            </a:xfrm>
            <a:prstGeom prst="rect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6" name="Rectangle 9">
              <a:extLst>
                <a:ext uri="{FF2B5EF4-FFF2-40B4-BE49-F238E27FC236}">
                  <a16:creationId xmlns:a16="http://schemas.microsoft.com/office/drawing/2014/main" id="{334B4FF7-E26B-4362-A329-8B706AE4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351"/>
              <a:ext cx="912" cy="528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67" name="Rectangle 10">
              <a:extLst>
                <a:ext uri="{FF2B5EF4-FFF2-40B4-BE49-F238E27FC236}">
                  <a16:creationId xmlns:a16="http://schemas.microsoft.com/office/drawing/2014/main" id="{DEDE9E08-82A0-4EFF-9B33-0AFFF80BB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1495"/>
              <a:ext cx="624" cy="240"/>
            </a:xfrm>
            <a:prstGeom prst="rect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  <p:grpSp>
        <p:nvGrpSpPr>
          <p:cNvPr id="4468" name="Group 11">
            <a:extLst>
              <a:ext uri="{FF2B5EF4-FFF2-40B4-BE49-F238E27FC236}">
                <a16:creationId xmlns:a16="http://schemas.microsoft.com/office/drawing/2014/main" id="{D359CED8-D6D3-4224-8C26-DD9EA2B7E053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106738"/>
            <a:ext cx="7524750" cy="1009650"/>
            <a:chOff x="531" y="2043"/>
            <a:chExt cx="4737" cy="487"/>
          </a:xfrm>
        </p:grpSpPr>
        <p:sp>
          <p:nvSpPr>
            <p:cNvPr id="4469" name="Rectangle 12">
              <a:extLst>
                <a:ext uri="{FF2B5EF4-FFF2-40B4-BE49-F238E27FC236}">
                  <a16:creationId xmlns:a16="http://schemas.microsoft.com/office/drawing/2014/main" id="{339AE907-17CD-4E41-9AE7-2CA5587C8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" y="2091"/>
              <a:ext cx="960" cy="24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70" name="Rectangle 13">
              <a:extLst>
                <a:ext uri="{FF2B5EF4-FFF2-40B4-BE49-F238E27FC236}">
                  <a16:creationId xmlns:a16="http://schemas.microsoft.com/office/drawing/2014/main" id="{1CB50E98-15F2-452C-AA00-98C13CD09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" y="2331"/>
              <a:ext cx="624" cy="144"/>
            </a:xfrm>
            <a:prstGeom prst="rect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71" name="Rectangle 14">
              <a:extLst>
                <a:ext uri="{FF2B5EF4-FFF2-40B4-BE49-F238E27FC236}">
                  <a16:creationId xmlns:a16="http://schemas.microsoft.com/office/drawing/2014/main" id="{0CE5728E-FEF0-423A-9C68-3D44F8F82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9" y="2043"/>
              <a:ext cx="960" cy="48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72" name="Rectangle 15">
              <a:extLst>
                <a:ext uri="{FF2B5EF4-FFF2-40B4-BE49-F238E27FC236}">
                  <a16:creationId xmlns:a16="http://schemas.microsoft.com/office/drawing/2014/main" id="{5B6F6D01-AFB5-450A-AF0C-C9B24FD58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043"/>
              <a:ext cx="960" cy="48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73" name="Line 16">
              <a:extLst>
                <a:ext uri="{FF2B5EF4-FFF2-40B4-BE49-F238E27FC236}">
                  <a16:creationId xmlns:a16="http://schemas.microsoft.com/office/drawing/2014/main" id="{51BB879C-AE9F-4FAE-8CA3-AA7476CF0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283"/>
              <a:ext cx="624" cy="0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74" name="Line 17">
              <a:extLst>
                <a:ext uri="{FF2B5EF4-FFF2-40B4-BE49-F238E27FC236}">
                  <a16:creationId xmlns:a16="http://schemas.microsoft.com/office/drawing/2014/main" id="{27DF5962-CFD6-4217-8AC4-AE8EFCE3E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" y="2283"/>
              <a:ext cx="0" cy="240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75" name="Line 18">
              <a:extLst>
                <a:ext uri="{FF2B5EF4-FFF2-40B4-BE49-F238E27FC236}">
                  <a16:creationId xmlns:a16="http://schemas.microsoft.com/office/drawing/2014/main" id="{E4378B69-2C0D-4B16-B569-4FE7D8D49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283"/>
              <a:ext cx="0" cy="240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76" name="Line 19">
              <a:extLst>
                <a:ext uri="{FF2B5EF4-FFF2-40B4-BE49-F238E27FC236}">
                  <a16:creationId xmlns:a16="http://schemas.microsoft.com/office/drawing/2014/main" id="{AEB689D9-6D47-4B68-B665-249B22162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3" y="2043"/>
              <a:ext cx="0" cy="480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77" name="Line 20">
              <a:extLst>
                <a:ext uri="{FF2B5EF4-FFF2-40B4-BE49-F238E27FC236}">
                  <a16:creationId xmlns:a16="http://schemas.microsoft.com/office/drawing/2014/main" id="{1FA71857-0E57-4DB6-B020-424E96090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" y="2043"/>
              <a:ext cx="0" cy="480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78" name="Rectangle 21">
              <a:extLst>
                <a:ext uri="{FF2B5EF4-FFF2-40B4-BE49-F238E27FC236}">
                  <a16:creationId xmlns:a16="http://schemas.microsoft.com/office/drawing/2014/main" id="{2C90F452-50CA-4DB0-8B48-19FB8595E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043"/>
              <a:ext cx="912" cy="48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79" name="Line 22">
              <a:extLst>
                <a:ext uri="{FF2B5EF4-FFF2-40B4-BE49-F238E27FC236}">
                  <a16:creationId xmlns:a16="http://schemas.microsoft.com/office/drawing/2014/main" id="{4597FB84-3796-400B-941B-2D93802446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0" y="2235"/>
              <a:ext cx="624" cy="288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80" name="Freeform 23">
              <a:extLst>
                <a:ext uri="{FF2B5EF4-FFF2-40B4-BE49-F238E27FC236}">
                  <a16:creationId xmlns:a16="http://schemas.microsoft.com/office/drawing/2014/main" id="{8C364959-CE24-4261-8299-B4ABA50BE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5" y="2235"/>
              <a:ext cx="1" cy="295"/>
            </a:xfrm>
            <a:custGeom>
              <a:avLst/>
              <a:gdLst>
                <a:gd name="T0" fmla="*/ 0 w 1"/>
                <a:gd name="T1" fmla="*/ 0 h 295"/>
                <a:gd name="T2" fmla="*/ 0 w 1"/>
                <a:gd name="T3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95">
                  <a:moveTo>
                    <a:pt x="0" y="0"/>
                  </a:moveTo>
                  <a:lnTo>
                    <a:pt x="0" y="295"/>
                  </a:lnTo>
                </a:path>
              </a:pathLst>
            </a:cu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81" name="Group 24">
            <a:extLst>
              <a:ext uri="{FF2B5EF4-FFF2-40B4-BE49-F238E27FC236}">
                <a16:creationId xmlns:a16="http://schemas.microsoft.com/office/drawing/2014/main" id="{EDA3340E-83FA-4653-9C3D-997B0A4470A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754563"/>
            <a:ext cx="6400800" cy="762000"/>
            <a:chOff x="864" y="2592"/>
            <a:chExt cx="4032" cy="480"/>
          </a:xfrm>
        </p:grpSpPr>
        <p:sp>
          <p:nvSpPr>
            <p:cNvPr id="4482" name="Rectangle 25">
              <a:extLst>
                <a:ext uri="{FF2B5EF4-FFF2-40B4-BE49-F238E27FC236}">
                  <a16:creationId xmlns:a16="http://schemas.microsoft.com/office/drawing/2014/main" id="{D830DB4C-0F04-443E-967E-3EC683C22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592"/>
              <a:ext cx="1008" cy="48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83" name="Line 26">
              <a:extLst>
                <a:ext uri="{FF2B5EF4-FFF2-40B4-BE49-F238E27FC236}">
                  <a16:creationId xmlns:a16="http://schemas.microsoft.com/office/drawing/2014/main" id="{977D1930-00E4-42F7-8A63-81C2F8687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592"/>
              <a:ext cx="0" cy="48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84" name="Rectangle 27">
              <a:extLst>
                <a:ext uri="{FF2B5EF4-FFF2-40B4-BE49-F238E27FC236}">
                  <a16:creationId xmlns:a16="http://schemas.microsoft.com/office/drawing/2014/main" id="{06B7A8A9-70E0-474B-B06C-9FCE7942E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592"/>
              <a:ext cx="1008" cy="48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85" name="Line 28">
              <a:extLst>
                <a:ext uri="{FF2B5EF4-FFF2-40B4-BE49-F238E27FC236}">
                  <a16:creationId xmlns:a16="http://schemas.microsoft.com/office/drawing/2014/main" id="{6924C584-681F-4EF8-B071-B011180B6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592"/>
              <a:ext cx="0" cy="48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86" name="Rectangle 29">
              <a:extLst>
                <a:ext uri="{FF2B5EF4-FFF2-40B4-BE49-F238E27FC236}">
                  <a16:creationId xmlns:a16="http://schemas.microsoft.com/office/drawing/2014/main" id="{3A2A3685-9FD3-4B4E-95E1-1A51D7514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1008" cy="480"/>
            </a:xfrm>
            <a:prstGeom prst="rect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487" name="Line 30">
              <a:extLst>
                <a:ext uri="{FF2B5EF4-FFF2-40B4-BE49-F238E27FC236}">
                  <a16:creationId xmlns:a16="http://schemas.microsoft.com/office/drawing/2014/main" id="{47C3A8C5-926D-4C27-9EBA-41B05780C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592"/>
              <a:ext cx="0" cy="48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88" name="Group 31">
            <a:extLst>
              <a:ext uri="{FF2B5EF4-FFF2-40B4-BE49-F238E27FC236}">
                <a16:creationId xmlns:a16="http://schemas.microsoft.com/office/drawing/2014/main" id="{49111898-A6B2-4AFA-AFDD-6304EB73904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657850"/>
            <a:ext cx="6400800" cy="569913"/>
            <a:chOff x="864" y="3161"/>
            <a:chExt cx="4032" cy="359"/>
          </a:xfrm>
        </p:grpSpPr>
        <p:sp>
          <p:nvSpPr>
            <p:cNvPr id="4489" name="Line 32">
              <a:extLst>
                <a:ext uri="{FF2B5EF4-FFF2-40B4-BE49-F238E27FC236}">
                  <a16:creationId xmlns:a16="http://schemas.microsoft.com/office/drawing/2014/main" id="{73833E07-0205-4B37-8993-A7990E212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168"/>
              <a:ext cx="1008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0" name="Freeform 33">
              <a:extLst>
                <a:ext uri="{FF2B5EF4-FFF2-40B4-BE49-F238E27FC236}">
                  <a16:creationId xmlns:a16="http://schemas.microsoft.com/office/drawing/2014/main" id="{9DDCADA4-239D-4889-8B0D-2D83A289F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3161"/>
              <a:ext cx="1" cy="359"/>
            </a:xfrm>
            <a:custGeom>
              <a:avLst/>
              <a:gdLst>
                <a:gd name="T0" fmla="*/ 0 w 1"/>
                <a:gd name="T1" fmla="*/ 0 h 359"/>
                <a:gd name="T2" fmla="*/ 1 w 1"/>
                <a:gd name="T3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59">
                  <a:moveTo>
                    <a:pt x="0" y="0"/>
                  </a:moveTo>
                  <a:lnTo>
                    <a:pt x="1" y="359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1" name="Freeform 34">
              <a:extLst>
                <a:ext uri="{FF2B5EF4-FFF2-40B4-BE49-F238E27FC236}">
                  <a16:creationId xmlns:a16="http://schemas.microsoft.com/office/drawing/2014/main" id="{D6E05B52-6A97-431D-AFC1-296D39000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3497"/>
              <a:ext cx="534" cy="7"/>
            </a:xfrm>
            <a:custGeom>
              <a:avLst/>
              <a:gdLst>
                <a:gd name="T0" fmla="*/ 0 w 534"/>
                <a:gd name="T1" fmla="*/ 7 h 7"/>
                <a:gd name="T2" fmla="*/ 534 w 534"/>
                <a:gd name="T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4" h="7">
                  <a:moveTo>
                    <a:pt x="0" y="7"/>
                  </a:moveTo>
                  <a:lnTo>
                    <a:pt x="534" y="0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2" name="Freeform 35">
              <a:extLst>
                <a:ext uri="{FF2B5EF4-FFF2-40B4-BE49-F238E27FC236}">
                  <a16:creationId xmlns:a16="http://schemas.microsoft.com/office/drawing/2014/main" id="{4339A0DE-382A-4514-8436-8565DEF51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3302"/>
              <a:ext cx="1" cy="218"/>
            </a:xfrm>
            <a:custGeom>
              <a:avLst/>
              <a:gdLst>
                <a:gd name="T0" fmla="*/ 0 w 1"/>
                <a:gd name="T1" fmla="*/ 218 h 218"/>
                <a:gd name="T2" fmla="*/ 0 w 1"/>
                <a:gd name="T3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8">
                  <a:moveTo>
                    <a:pt x="0" y="218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3" name="Line 36">
              <a:extLst>
                <a:ext uri="{FF2B5EF4-FFF2-40B4-BE49-F238E27FC236}">
                  <a16:creationId xmlns:a16="http://schemas.microsoft.com/office/drawing/2014/main" id="{1A6E838D-314F-4C52-9777-967B6F76E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312"/>
              <a:ext cx="480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4" name="Freeform 37">
              <a:extLst>
                <a:ext uri="{FF2B5EF4-FFF2-40B4-BE49-F238E27FC236}">
                  <a16:creationId xmlns:a16="http://schemas.microsoft.com/office/drawing/2014/main" id="{599F531F-6DE7-4E64-B24B-6BE351579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3161"/>
              <a:ext cx="4" cy="170"/>
            </a:xfrm>
            <a:custGeom>
              <a:avLst/>
              <a:gdLst>
                <a:gd name="T0" fmla="*/ 0 w 4"/>
                <a:gd name="T1" fmla="*/ 170 h 170"/>
                <a:gd name="T2" fmla="*/ 4 w 4"/>
                <a:gd name="T3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170">
                  <a:moveTo>
                    <a:pt x="0" y="170"/>
                  </a:moveTo>
                  <a:lnTo>
                    <a:pt x="4" y="0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5" name="Line 38">
              <a:extLst>
                <a:ext uri="{FF2B5EF4-FFF2-40B4-BE49-F238E27FC236}">
                  <a16:creationId xmlns:a16="http://schemas.microsoft.com/office/drawing/2014/main" id="{D6C351E1-438A-4E5F-B8BF-867A006F6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168"/>
              <a:ext cx="1008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6" name="Line 39">
              <a:extLst>
                <a:ext uri="{FF2B5EF4-FFF2-40B4-BE49-F238E27FC236}">
                  <a16:creationId xmlns:a16="http://schemas.microsoft.com/office/drawing/2014/main" id="{320CFAAD-F76A-42F2-B4BB-233675407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360"/>
              <a:ext cx="528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7" name="Line 40">
              <a:extLst>
                <a:ext uri="{FF2B5EF4-FFF2-40B4-BE49-F238E27FC236}">
                  <a16:creationId xmlns:a16="http://schemas.microsoft.com/office/drawing/2014/main" id="{DFC8116A-39CE-4942-AE6A-D37DDF823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168"/>
              <a:ext cx="0" cy="33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8" name="Freeform 41">
              <a:extLst>
                <a:ext uri="{FF2B5EF4-FFF2-40B4-BE49-F238E27FC236}">
                  <a16:creationId xmlns:a16="http://schemas.microsoft.com/office/drawing/2014/main" id="{F2A64071-B2D8-4FCB-AFDA-00E0B9170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357"/>
              <a:ext cx="496" cy="147"/>
            </a:xfrm>
            <a:custGeom>
              <a:avLst/>
              <a:gdLst>
                <a:gd name="T0" fmla="*/ 0 w 496"/>
                <a:gd name="T1" fmla="*/ 0 h 147"/>
                <a:gd name="T2" fmla="*/ 496 w 496"/>
                <a:gd name="T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6" h="147">
                  <a:moveTo>
                    <a:pt x="0" y="0"/>
                  </a:moveTo>
                  <a:lnTo>
                    <a:pt x="496" y="147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99" name="Line 42">
              <a:extLst>
                <a:ext uri="{FF2B5EF4-FFF2-40B4-BE49-F238E27FC236}">
                  <a16:creationId xmlns:a16="http://schemas.microsoft.com/office/drawing/2014/main" id="{C2FD8AC5-4DDA-4E15-BE8F-841B241B3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168"/>
              <a:ext cx="1008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0" name="Line 43">
              <a:extLst>
                <a:ext uri="{FF2B5EF4-FFF2-40B4-BE49-F238E27FC236}">
                  <a16:creationId xmlns:a16="http://schemas.microsoft.com/office/drawing/2014/main" id="{4366320C-6C65-49C3-852F-1FAE1755A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168"/>
              <a:ext cx="0" cy="33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1" name="Line 44">
              <a:extLst>
                <a:ext uri="{FF2B5EF4-FFF2-40B4-BE49-F238E27FC236}">
                  <a16:creationId xmlns:a16="http://schemas.microsoft.com/office/drawing/2014/main" id="{FC1E853C-6C1C-4310-A7EE-680CA5B0C0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6" y="3312"/>
              <a:ext cx="480" cy="192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2" name="Freeform 45">
              <a:extLst>
                <a:ext uri="{FF2B5EF4-FFF2-40B4-BE49-F238E27FC236}">
                  <a16:creationId xmlns:a16="http://schemas.microsoft.com/office/drawing/2014/main" id="{5A023B78-9F5D-49A6-8F9B-72AABBF83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312"/>
              <a:ext cx="528" cy="192"/>
            </a:xfrm>
            <a:custGeom>
              <a:avLst/>
              <a:gdLst>
                <a:gd name="T0" fmla="*/ 528 w 528"/>
                <a:gd name="T1" fmla="*/ 0 h 192"/>
                <a:gd name="T2" fmla="*/ 9 w 528"/>
                <a:gd name="T3" fmla="*/ 185 h 192"/>
                <a:gd name="T4" fmla="*/ 0 w 528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92">
                  <a:moveTo>
                    <a:pt x="528" y="0"/>
                  </a:moveTo>
                  <a:lnTo>
                    <a:pt x="9" y="185"/>
                  </a:lnTo>
                  <a:lnTo>
                    <a:pt x="0" y="192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3" name="Line 46">
              <a:extLst>
                <a:ext uri="{FF2B5EF4-FFF2-40B4-BE49-F238E27FC236}">
                  <a16:creationId xmlns:a16="http://schemas.microsoft.com/office/drawing/2014/main" id="{3AC6F435-66A8-4439-BD51-9F412788B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168"/>
              <a:ext cx="0" cy="33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4" name="Freeform 47">
              <a:extLst>
                <a:ext uri="{FF2B5EF4-FFF2-40B4-BE49-F238E27FC236}">
                  <a16:creationId xmlns:a16="http://schemas.microsoft.com/office/drawing/2014/main" id="{9BEF0331-982D-420D-BC48-DBE5E1FE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161"/>
              <a:ext cx="2" cy="214"/>
            </a:xfrm>
            <a:custGeom>
              <a:avLst/>
              <a:gdLst>
                <a:gd name="T0" fmla="*/ 2 w 2"/>
                <a:gd name="T1" fmla="*/ 0 h 214"/>
                <a:gd name="T2" fmla="*/ 0 w 2"/>
                <a:gd name="T3" fmla="*/ 2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214">
                  <a:moveTo>
                    <a:pt x="2" y="0"/>
                  </a:moveTo>
                  <a:lnTo>
                    <a:pt x="0" y="214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505" name="Text Box 48">
            <a:extLst>
              <a:ext uri="{FF2B5EF4-FFF2-40B4-BE49-F238E27FC236}">
                <a16:creationId xmlns:a16="http://schemas.microsoft.com/office/drawing/2014/main" id="{9230CFF9-E531-4B87-B967-9D881F2FE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2" y="5537"/>
            <a:ext cx="846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⒉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利用线框，分析表面相对位置关系。</a:t>
            </a:r>
          </a:p>
        </p:txBody>
      </p:sp>
      <p:sp>
        <p:nvSpPr>
          <p:cNvPr id="4506" name="Text Box 49">
            <a:extLst>
              <a:ext uri="{FF2B5EF4-FFF2-40B4-BE49-F238E27FC236}">
                <a16:creationId xmlns:a16="http://schemas.microsoft.com/office/drawing/2014/main" id="{5C86FC05-2D9A-4E59-A032-AD7C6B50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650875"/>
            <a:ext cx="805338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视图中一个封闭线框一般情况下表示一个面的投影，线框套线框，则可能有一个面是凸出的、凹下的、倾斜的，或者是具有打通的孔。</a:t>
            </a:r>
          </a:p>
        </p:txBody>
      </p:sp>
      <p:sp>
        <p:nvSpPr>
          <p:cNvPr id="4507" name="Text Box 50">
            <a:extLst>
              <a:ext uri="{FF2B5EF4-FFF2-40B4-BE49-F238E27FC236}">
                <a16:creationId xmlns:a16="http://schemas.microsoft.com/office/drawing/2014/main" id="{24EA246A-038C-44C2-AB9C-49B531973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08450"/>
            <a:ext cx="8313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两个线框相连，表示两个面高低不平或相交。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7" dur="500"/>
                                        <p:tgtEl>
                                          <p:spTgt spid="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0" dur="500"/>
                                        <p:tgtEl>
                                          <p:spTgt spid="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6" dur="500"/>
                                        <p:tgtEl>
                                          <p:spTgt spid="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base">
                                        <p:cTn id="32" dur="500"/>
                                        <p:tgtEl>
                                          <p:spTgt spid="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" grpId="0" animBg="1"/>
      <p:bldP spid="450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2">
            <a:extLst>
              <a:ext uri="{FF2B5EF4-FFF2-40B4-BE49-F238E27FC236}">
                <a16:creationId xmlns:a16="http://schemas.microsoft.com/office/drawing/2014/main" id="{E7377887-95B8-4B0C-878A-06EC510F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4510" name="Group 2">
            <a:extLst>
              <a:ext uri="{FF2B5EF4-FFF2-40B4-BE49-F238E27FC236}">
                <a16:creationId xmlns:a16="http://schemas.microsoft.com/office/drawing/2014/main" id="{64EE5C94-5EC5-41F2-8D0E-1D4C342657FF}"/>
              </a:ext>
            </a:extLst>
          </p:cNvPr>
          <p:cNvGrpSpPr>
            <a:grpSpLocks/>
          </p:cNvGrpSpPr>
          <p:nvPr/>
        </p:nvGrpSpPr>
        <p:grpSpPr bwMode="auto">
          <a:xfrm>
            <a:off x="1131888" y="1000906"/>
            <a:ext cx="7239000" cy="4432300"/>
            <a:chOff x="713" y="417"/>
            <a:chExt cx="4560" cy="2792"/>
          </a:xfrm>
        </p:grpSpPr>
        <p:grpSp>
          <p:nvGrpSpPr>
            <p:cNvPr id="4511" name="Group 3">
              <a:extLst>
                <a:ext uri="{FF2B5EF4-FFF2-40B4-BE49-F238E27FC236}">
                  <a16:creationId xmlns:a16="http://schemas.microsoft.com/office/drawing/2014/main" id="{85849808-0E5D-47FA-BE8B-AD984C3F5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" y="561"/>
              <a:ext cx="1872" cy="731"/>
              <a:chOff x="713" y="561"/>
              <a:chExt cx="1872" cy="582"/>
            </a:xfrm>
          </p:grpSpPr>
          <p:sp>
            <p:nvSpPr>
              <p:cNvPr id="4512" name="Rectangle 4">
                <a:extLst>
                  <a:ext uri="{FF2B5EF4-FFF2-40B4-BE49-F238E27FC236}">
                    <a16:creationId xmlns:a16="http://schemas.microsoft.com/office/drawing/2014/main" id="{B0F28074-34AD-45CC-8F80-8680F2A3C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567"/>
                <a:ext cx="1056" cy="576"/>
              </a:xfrm>
              <a:prstGeom prst="rect">
                <a:avLst/>
              </a:prstGeom>
              <a:solidFill>
                <a:srgbClr val="FFFF99"/>
              </a:solidFill>
              <a:ln w="38100" cap="flat" algn="ctr">
                <a:solidFill>
                  <a:srgbClr val="80008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513" name="Rectangle 5">
                <a:extLst>
                  <a:ext uri="{FF2B5EF4-FFF2-40B4-BE49-F238E27FC236}">
                    <a16:creationId xmlns:a16="http://schemas.microsoft.com/office/drawing/2014/main" id="{DC42366B-E63E-476A-8C5D-899C34484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7" y="567"/>
                <a:ext cx="528" cy="576"/>
              </a:xfrm>
              <a:prstGeom prst="rect">
                <a:avLst/>
              </a:prstGeom>
              <a:solidFill>
                <a:srgbClr val="FFFF99"/>
              </a:solidFill>
              <a:ln w="38100" cap="flat" algn="ctr">
                <a:solidFill>
                  <a:srgbClr val="80008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514" name="Line 6">
                <a:extLst>
                  <a:ext uri="{FF2B5EF4-FFF2-40B4-BE49-F238E27FC236}">
                    <a16:creationId xmlns:a16="http://schemas.microsoft.com/office/drawing/2014/main" id="{D2EA4F1F-AA6D-4DB1-9BFD-914852175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9" y="567"/>
                <a:ext cx="0" cy="576"/>
              </a:xfrm>
              <a:prstGeom prst="line">
                <a:avLst/>
              </a:prstGeom>
              <a:noFill/>
              <a:ln w="38100" cap="flat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15" name="Freeform 7">
                <a:extLst>
                  <a:ext uri="{FF2B5EF4-FFF2-40B4-BE49-F238E27FC236}">
                    <a16:creationId xmlns:a16="http://schemas.microsoft.com/office/drawing/2014/main" id="{E1595CC9-6DD3-492F-B056-64738FAF3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3" y="561"/>
                <a:ext cx="3" cy="582"/>
              </a:xfrm>
              <a:custGeom>
                <a:avLst/>
                <a:gdLst>
                  <a:gd name="T0" fmla="*/ 0 w 3"/>
                  <a:gd name="T1" fmla="*/ 582 h 582"/>
                  <a:gd name="T2" fmla="*/ 3 w 3"/>
                  <a:gd name="T3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582">
                    <a:moveTo>
                      <a:pt x="0" y="582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16" name="Line 8">
                <a:extLst>
                  <a:ext uri="{FF2B5EF4-FFF2-40B4-BE49-F238E27FC236}">
                    <a16:creationId xmlns:a16="http://schemas.microsoft.com/office/drawing/2014/main" id="{11DD5C05-92E7-4F2D-8A3E-D735148BD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7" y="567"/>
                <a:ext cx="0" cy="576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517" name="Group 9">
              <a:extLst>
                <a:ext uri="{FF2B5EF4-FFF2-40B4-BE49-F238E27FC236}">
                  <a16:creationId xmlns:a16="http://schemas.microsoft.com/office/drawing/2014/main" id="{5BD44BF3-8803-48CE-B0F5-F16F638423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284"/>
              <a:ext cx="1872" cy="925"/>
              <a:chOff x="1721" y="1872"/>
              <a:chExt cx="1872" cy="700"/>
            </a:xfrm>
          </p:grpSpPr>
          <p:sp>
            <p:nvSpPr>
              <p:cNvPr id="4518" name="Rectangle 10">
                <a:extLst>
                  <a:ext uri="{FF2B5EF4-FFF2-40B4-BE49-F238E27FC236}">
                    <a16:creationId xmlns:a16="http://schemas.microsoft.com/office/drawing/2014/main" id="{25303081-B9C8-40AB-8BB1-53F0438C4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1" y="1959"/>
                <a:ext cx="1056" cy="576"/>
              </a:xfrm>
              <a:prstGeom prst="rect">
                <a:avLst/>
              </a:prstGeom>
              <a:solidFill>
                <a:srgbClr val="FFFF99"/>
              </a:solidFill>
              <a:ln w="38100" cap="flat" algn="ctr">
                <a:solidFill>
                  <a:srgbClr val="80008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519" name="Rectangle 11">
                <a:extLst>
                  <a:ext uri="{FF2B5EF4-FFF2-40B4-BE49-F238E27FC236}">
                    <a16:creationId xmlns:a16="http://schemas.microsoft.com/office/drawing/2014/main" id="{34D47F98-6C7A-4438-BFC4-129128319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5" y="1959"/>
                <a:ext cx="528" cy="576"/>
              </a:xfrm>
              <a:prstGeom prst="rect">
                <a:avLst/>
              </a:prstGeom>
              <a:solidFill>
                <a:srgbClr val="FFFF99"/>
              </a:solidFill>
              <a:ln w="38100" cap="flat" algn="ctr">
                <a:solidFill>
                  <a:srgbClr val="80008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520" name="Line 12">
                <a:extLst>
                  <a:ext uri="{FF2B5EF4-FFF2-40B4-BE49-F238E27FC236}">
                    <a16:creationId xmlns:a16="http://schemas.microsoft.com/office/drawing/2014/main" id="{E76DB500-D9BD-4EE0-87D6-B6DD2CA3D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9" y="1959"/>
                <a:ext cx="0" cy="576"/>
              </a:xfrm>
              <a:prstGeom prst="line">
                <a:avLst/>
              </a:prstGeom>
              <a:noFill/>
              <a:ln w="38100" cap="flat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21" name="Line 13">
                <a:extLst>
                  <a:ext uri="{FF2B5EF4-FFF2-40B4-BE49-F238E27FC236}">
                    <a16:creationId xmlns:a16="http://schemas.microsoft.com/office/drawing/2014/main" id="{D95A181F-B54A-4711-9F3F-E5AFF3F14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9" y="1959"/>
                <a:ext cx="0" cy="576"/>
              </a:xfrm>
              <a:prstGeom prst="line">
                <a:avLst/>
              </a:prstGeom>
              <a:noFill/>
              <a:ln w="38100" cap="flat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22" name="Line 14">
                <a:extLst>
                  <a:ext uri="{FF2B5EF4-FFF2-40B4-BE49-F238E27FC236}">
                    <a16:creationId xmlns:a16="http://schemas.microsoft.com/office/drawing/2014/main" id="{6338C7B9-6539-4C22-84AF-939891D21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3" y="1959"/>
                <a:ext cx="0" cy="576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23" name="Freeform 15">
                <a:extLst>
                  <a:ext uri="{FF2B5EF4-FFF2-40B4-BE49-F238E27FC236}">
                    <a16:creationId xmlns:a16="http://schemas.microsoft.com/office/drawing/2014/main" id="{7AE0D77E-AA7B-4788-B94A-295B796FA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2" y="1872"/>
                <a:ext cx="1" cy="700"/>
              </a:xfrm>
              <a:custGeom>
                <a:avLst/>
                <a:gdLst>
                  <a:gd name="T0" fmla="*/ 0 w 1"/>
                  <a:gd name="T1" fmla="*/ 0 h 700"/>
                  <a:gd name="T2" fmla="*/ 0 w 1"/>
                  <a:gd name="T3" fmla="*/ 70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00">
                    <a:moveTo>
                      <a:pt x="0" y="0"/>
                    </a:moveTo>
                    <a:lnTo>
                      <a:pt x="0" y="700"/>
                    </a:lnTo>
                  </a:path>
                </a:pathLst>
              </a:custGeom>
              <a:noFill/>
              <a:ln w="1270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524" name="Group 16">
              <a:extLst>
                <a:ext uri="{FF2B5EF4-FFF2-40B4-BE49-F238E27FC236}">
                  <a16:creationId xmlns:a16="http://schemas.microsoft.com/office/drawing/2014/main" id="{A84C1100-1AD1-4231-B97E-F5AF84AEC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5" y="417"/>
              <a:ext cx="1728" cy="976"/>
              <a:chOff x="3545" y="417"/>
              <a:chExt cx="1728" cy="741"/>
            </a:xfrm>
          </p:grpSpPr>
          <p:sp>
            <p:nvSpPr>
              <p:cNvPr id="4525" name="Rectangle 17">
                <a:extLst>
                  <a:ext uri="{FF2B5EF4-FFF2-40B4-BE49-F238E27FC236}">
                    <a16:creationId xmlns:a16="http://schemas.microsoft.com/office/drawing/2014/main" id="{E465D7F3-56E9-47FE-B4C3-523EB54A3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5" y="519"/>
                <a:ext cx="1056" cy="576"/>
              </a:xfrm>
              <a:prstGeom prst="rect">
                <a:avLst/>
              </a:prstGeom>
              <a:solidFill>
                <a:srgbClr val="FFFF99"/>
              </a:solidFill>
              <a:ln w="38100" cap="flat" algn="ctr">
                <a:solidFill>
                  <a:srgbClr val="80008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526" name="Rectangle 18">
                <a:extLst>
                  <a:ext uri="{FF2B5EF4-FFF2-40B4-BE49-F238E27FC236}">
                    <a16:creationId xmlns:a16="http://schemas.microsoft.com/office/drawing/2014/main" id="{EAB26653-92CA-4493-83B5-098B2BD35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5" y="519"/>
                <a:ext cx="528" cy="576"/>
              </a:xfrm>
              <a:prstGeom prst="rect">
                <a:avLst/>
              </a:prstGeom>
              <a:solidFill>
                <a:srgbClr val="FFFF99"/>
              </a:solidFill>
              <a:ln w="38100" cap="flat" algn="ctr">
                <a:solidFill>
                  <a:srgbClr val="80008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527" name="Line 19">
                <a:extLst>
                  <a:ext uri="{FF2B5EF4-FFF2-40B4-BE49-F238E27FC236}">
                    <a16:creationId xmlns:a16="http://schemas.microsoft.com/office/drawing/2014/main" id="{BD979B32-D0F7-4D89-9600-83CBE8041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519"/>
                <a:ext cx="0" cy="576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28" name="Line 20">
                <a:extLst>
                  <a:ext uri="{FF2B5EF4-FFF2-40B4-BE49-F238E27FC236}">
                    <a16:creationId xmlns:a16="http://schemas.microsoft.com/office/drawing/2014/main" id="{9DBDC317-F054-474D-8CB0-D59D81471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5" y="519"/>
                <a:ext cx="0" cy="576"/>
              </a:xfrm>
              <a:prstGeom prst="line">
                <a:avLst/>
              </a:prstGeom>
              <a:noFill/>
              <a:ln w="38100" cap="flat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29" name="Line 21">
                <a:extLst>
                  <a:ext uri="{FF2B5EF4-FFF2-40B4-BE49-F238E27FC236}">
                    <a16:creationId xmlns:a16="http://schemas.microsoft.com/office/drawing/2014/main" id="{477D2A29-E4D9-4101-B95C-3A7F54551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1" y="519"/>
                <a:ext cx="0" cy="576"/>
              </a:xfrm>
              <a:prstGeom prst="line">
                <a:avLst/>
              </a:prstGeom>
              <a:noFill/>
              <a:ln w="38100" cap="flat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30" name="Line 22">
                <a:extLst>
                  <a:ext uri="{FF2B5EF4-FFF2-40B4-BE49-F238E27FC236}">
                    <a16:creationId xmlns:a16="http://schemas.microsoft.com/office/drawing/2014/main" id="{A5A633E4-148E-4934-8B3F-D2F38C864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417"/>
                <a:ext cx="0" cy="74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4531" name="Text Box 23">
            <a:extLst>
              <a:ext uri="{FF2B5EF4-FFF2-40B4-BE49-F238E27FC236}">
                <a16:creationId xmlns:a16="http://schemas.microsoft.com/office/drawing/2014/main" id="{1BE1F621-B3A7-4951-A0D3-9C1481C12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56" y="488139"/>
            <a:ext cx="84455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⒊ 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将几个视图联系起来看，确定物体的形状。</a:t>
            </a:r>
          </a:p>
        </p:txBody>
      </p:sp>
      <p:sp>
        <p:nvSpPr>
          <p:cNvPr id="4532" name="Text Box 24">
            <a:extLst>
              <a:ext uri="{FF2B5EF4-FFF2-40B4-BE49-F238E27FC236}">
                <a16:creationId xmlns:a16="http://schemas.microsoft.com/office/drawing/2014/main" id="{E32C366C-600B-4006-B8B9-ECC2F4AFF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4318781"/>
            <a:ext cx="3560763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   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一个视图不能唯一确定物体的形状，往往需要两个或两个以上的视图才能唯一确定物体的形状。</a:t>
            </a:r>
          </a:p>
        </p:txBody>
      </p:sp>
      <p:grpSp>
        <p:nvGrpSpPr>
          <p:cNvPr id="4533" name="Group 25">
            <a:extLst>
              <a:ext uri="{FF2B5EF4-FFF2-40B4-BE49-F238E27FC236}">
                <a16:creationId xmlns:a16="http://schemas.microsoft.com/office/drawing/2014/main" id="{5F5CCC0F-DC0B-4917-8857-9FF6530EF8F9}"/>
              </a:ext>
            </a:extLst>
          </p:cNvPr>
          <p:cNvGrpSpPr>
            <a:grpSpLocks/>
          </p:cNvGrpSpPr>
          <p:nvPr/>
        </p:nvGrpSpPr>
        <p:grpSpPr bwMode="auto">
          <a:xfrm>
            <a:off x="1125538" y="2694768"/>
            <a:ext cx="6216650" cy="3938588"/>
            <a:chOff x="709" y="1484"/>
            <a:chExt cx="3916" cy="2481"/>
          </a:xfrm>
        </p:grpSpPr>
        <p:grpSp>
          <p:nvGrpSpPr>
            <p:cNvPr id="4534" name="Group 26">
              <a:extLst>
                <a:ext uri="{FF2B5EF4-FFF2-40B4-BE49-F238E27FC236}">
                  <a16:creationId xmlns:a16="http://schemas.microsoft.com/office/drawing/2014/main" id="{D37981FB-42D1-4340-84E1-9F00DC74A3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" y="1484"/>
              <a:ext cx="1047" cy="527"/>
              <a:chOff x="713" y="1282"/>
              <a:chExt cx="1070" cy="556"/>
            </a:xfrm>
          </p:grpSpPr>
          <p:sp>
            <p:nvSpPr>
              <p:cNvPr id="4535" name="Freeform 27">
                <a:extLst>
                  <a:ext uri="{FF2B5EF4-FFF2-40B4-BE49-F238E27FC236}">
                    <a16:creationId xmlns:a16="http://schemas.microsoft.com/office/drawing/2014/main" id="{DCC67FCD-FB9A-4F34-BF53-88AC2548A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1285"/>
                <a:ext cx="1069" cy="4"/>
              </a:xfrm>
              <a:custGeom>
                <a:avLst/>
                <a:gdLst>
                  <a:gd name="T0" fmla="*/ 0 w 1069"/>
                  <a:gd name="T1" fmla="*/ 4 h 4"/>
                  <a:gd name="T2" fmla="*/ 1069 w 1069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69" h="4">
                    <a:moveTo>
                      <a:pt x="0" y="4"/>
                    </a:moveTo>
                    <a:lnTo>
                      <a:pt x="1069" y="0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36" name="Line 28">
                <a:extLst>
                  <a:ext uri="{FF2B5EF4-FFF2-40B4-BE49-F238E27FC236}">
                    <a16:creationId xmlns:a16="http://schemas.microsoft.com/office/drawing/2014/main" id="{BC31CD9F-0718-45D4-9AFB-F2EC33816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289"/>
                <a:ext cx="0" cy="528"/>
              </a:xfrm>
              <a:prstGeom prst="line">
                <a:avLst/>
              </a:pr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37" name="Freeform 29">
                <a:extLst>
                  <a:ext uri="{FF2B5EF4-FFF2-40B4-BE49-F238E27FC236}">
                    <a16:creationId xmlns:a16="http://schemas.microsoft.com/office/drawing/2014/main" id="{49706CD3-F1B5-41BE-AF8D-8A680E891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1816"/>
                <a:ext cx="269" cy="1"/>
              </a:xfrm>
              <a:custGeom>
                <a:avLst/>
                <a:gdLst>
                  <a:gd name="T0" fmla="*/ 0 w 269"/>
                  <a:gd name="T1" fmla="*/ 0 h 1"/>
                  <a:gd name="T2" fmla="*/ 269 w 26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9" h="1">
                    <a:moveTo>
                      <a:pt x="0" y="0"/>
                    </a:moveTo>
                    <a:lnTo>
                      <a:pt x="269" y="0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38" name="Line 30">
                <a:extLst>
                  <a:ext uri="{FF2B5EF4-FFF2-40B4-BE49-F238E27FC236}">
                    <a16:creationId xmlns:a16="http://schemas.microsoft.com/office/drawing/2014/main" id="{76C8CB7A-2344-4854-8923-BEC7AD1A3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0" y="1529"/>
                <a:ext cx="576" cy="288"/>
              </a:xfrm>
              <a:prstGeom prst="line">
                <a:avLst/>
              </a:pr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39" name="Line 31">
                <a:extLst>
                  <a:ext uri="{FF2B5EF4-FFF2-40B4-BE49-F238E27FC236}">
                    <a16:creationId xmlns:a16="http://schemas.microsoft.com/office/drawing/2014/main" id="{47031C9D-A083-481F-AC67-73C1885D4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529"/>
                <a:ext cx="0" cy="288"/>
              </a:xfrm>
              <a:prstGeom prst="line">
                <a:avLst/>
              </a:pr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0" name="Freeform 32">
                <a:extLst>
                  <a:ext uri="{FF2B5EF4-FFF2-40B4-BE49-F238E27FC236}">
                    <a16:creationId xmlns:a16="http://schemas.microsoft.com/office/drawing/2014/main" id="{79068864-C86C-4D1B-8FC5-E88ED34C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1816"/>
                <a:ext cx="256" cy="2"/>
              </a:xfrm>
              <a:custGeom>
                <a:avLst/>
                <a:gdLst>
                  <a:gd name="T0" fmla="*/ 0 w 256"/>
                  <a:gd name="T1" fmla="*/ 0 h 2"/>
                  <a:gd name="T2" fmla="*/ 256 w 25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6" h="2">
                    <a:moveTo>
                      <a:pt x="0" y="0"/>
                    </a:moveTo>
                    <a:lnTo>
                      <a:pt x="256" y="2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1" name="Freeform 33">
                <a:extLst>
                  <a:ext uri="{FF2B5EF4-FFF2-40B4-BE49-F238E27FC236}">
                    <a16:creationId xmlns:a16="http://schemas.microsoft.com/office/drawing/2014/main" id="{A655C2E5-5A89-4372-AD55-B5AB8443F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" y="1282"/>
                <a:ext cx="2" cy="556"/>
              </a:xfrm>
              <a:custGeom>
                <a:avLst/>
                <a:gdLst>
                  <a:gd name="T0" fmla="*/ 2 w 2"/>
                  <a:gd name="T1" fmla="*/ 0 h 556"/>
                  <a:gd name="T2" fmla="*/ 0 w 2"/>
                  <a:gd name="T3" fmla="*/ 556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556">
                    <a:moveTo>
                      <a:pt x="2" y="0"/>
                    </a:moveTo>
                    <a:lnTo>
                      <a:pt x="0" y="556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542" name="Group 34">
              <a:extLst>
                <a:ext uri="{FF2B5EF4-FFF2-40B4-BE49-F238E27FC236}">
                  <a16:creationId xmlns:a16="http://schemas.microsoft.com/office/drawing/2014/main" id="{AE9AA73E-06E8-4A63-8557-7604C9411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5" y="1533"/>
              <a:ext cx="1080" cy="595"/>
              <a:chOff x="3545" y="1236"/>
              <a:chExt cx="1080" cy="595"/>
            </a:xfrm>
          </p:grpSpPr>
          <p:sp>
            <p:nvSpPr>
              <p:cNvPr id="4543" name="Freeform 35">
                <a:extLst>
                  <a:ext uri="{FF2B5EF4-FFF2-40B4-BE49-F238E27FC236}">
                    <a16:creationId xmlns:a16="http://schemas.microsoft.com/office/drawing/2014/main" id="{DF905C9B-7D90-4442-9067-25C46A6EC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1282"/>
                <a:ext cx="3" cy="549"/>
              </a:xfrm>
              <a:custGeom>
                <a:avLst/>
                <a:gdLst>
                  <a:gd name="T0" fmla="*/ 3 w 3"/>
                  <a:gd name="T1" fmla="*/ 0 h 549"/>
                  <a:gd name="T2" fmla="*/ 0 w 3"/>
                  <a:gd name="T3" fmla="*/ 549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549">
                    <a:moveTo>
                      <a:pt x="3" y="0"/>
                    </a:moveTo>
                    <a:lnTo>
                      <a:pt x="0" y="549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4" name="Freeform 36">
                <a:extLst>
                  <a:ext uri="{FF2B5EF4-FFF2-40B4-BE49-F238E27FC236}">
                    <a16:creationId xmlns:a16="http://schemas.microsoft.com/office/drawing/2014/main" id="{598D59DA-D6C9-4CFC-AAEF-F2C50D5BC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1290"/>
                <a:ext cx="1066" cy="2"/>
              </a:xfrm>
              <a:custGeom>
                <a:avLst/>
                <a:gdLst>
                  <a:gd name="T0" fmla="*/ 0 w 1066"/>
                  <a:gd name="T1" fmla="*/ 2 h 2"/>
                  <a:gd name="T2" fmla="*/ 1066 w 1066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66" h="2">
                    <a:moveTo>
                      <a:pt x="0" y="2"/>
                    </a:moveTo>
                    <a:lnTo>
                      <a:pt x="1066" y="0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5" name="Line 37">
                <a:extLst>
                  <a:ext uri="{FF2B5EF4-FFF2-40B4-BE49-F238E27FC236}">
                    <a16:creationId xmlns:a16="http://schemas.microsoft.com/office/drawing/2014/main" id="{197F8FCD-D45D-4886-A3C3-8EC40AED3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289"/>
                <a:ext cx="0" cy="528"/>
              </a:xfrm>
              <a:prstGeom prst="line">
                <a:avLst/>
              </a:pr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6" name="Freeform 38">
                <a:extLst>
                  <a:ext uri="{FF2B5EF4-FFF2-40B4-BE49-F238E27FC236}">
                    <a16:creationId xmlns:a16="http://schemas.microsoft.com/office/drawing/2014/main" id="{BF684F6E-B426-4F48-A99D-BF77D2D06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1816"/>
                <a:ext cx="258" cy="1"/>
              </a:xfrm>
              <a:custGeom>
                <a:avLst/>
                <a:gdLst>
                  <a:gd name="T0" fmla="*/ 0 w 258"/>
                  <a:gd name="T1" fmla="*/ 1 h 1"/>
                  <a:gd name="T2" fmla="*/ 258 w 25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8" h="1">
                    <a:moveTo>
                      <a:pt x="0" y="1"/>
                    </a:moveTo>
                    <a:lnTo>
                      <a:pt x="258" y="0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7" name="Freeform 39">
                <a:extLst>
                  <a:ext uri="{FF2B5EF4-FFF2-40B4-BE49-F238E27FC236}">
                    <a16:creationId xmlns:a16="http://schemas.microsoft.com/office/drawing/2014/main" id="{E4174405-CD23-4E6A-87B8-778C82396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1816"/>
                <a:ext cx="264" cy="1"/>
              </a:xfrm>
              <a:custGeom>
                <a:avLst/>
                <a:gdLst>
                  <a:gd name="T0" fmla="*/ 0 w 264"/>
                  <a:gd name="T1" fmla="*/ 1 h 1"/>
                  <a:gd name="T2" fmla="*/ 264 w 26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4" h="1">
                    <a:moveTo>
                      <a:pt x="0" y="1"/>
                    </a:moveTo>
                    <a:lnTo>
                      <a:pt x="264" y="0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8" name="Line 40">
                <a:extLst>
                  <a:ext uri="{FF2B5EF4-FFF2-40B4-BE49-F238E27FC236}">
                    <a16:creationId xmlns:a16="http://schemas.microsoft.com/office/drawing/2014/main" id="{C1054CFF-9404-4205-8351-893982DEED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1529"/>
                <a:ext cx="0" cy="288"/>
              </a:xfrm>
              <a:prstGeom prst="line">
                <a:avLst/>
              </a:pr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49" name="Freeform 41">
                <a:extLst>
                  <a:ext uri="{FF2B5EF4-FFF2-40B4-BE49-F238E27FC236}">
                    <a16:creationId xmlns:a16="http://schemas.microsoft.com/office/drawing/2014/main" id="{0D1D5065-A82F-4776-A3AD-19BC2699F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3" y="1529"/>
                <a:ext cx="3" cy="294"/>
              </a:xfrm>
              <a:custGeom>
                <a:avLst/>
                <a:gdLst>
                  <a:gd name="T0" fmla="*/ 3 w 3"/>
                  <a:gd name="T1" fmla="*/ 294 h 294"/>
                  <a:gd name="T2" fmla="*/ 0 w 3"/>
                  <a:gd name="T3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94">
                    <a:moveTo>
                      <a:pt x="3" y="29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50" name="Freeform 42">
                <a:extLst>
                  <a:ext uri="{FF2B5EF4-FFF2-40B4-BE49-F238E27FC236}">
                    <a16:creationId xmlns:a16="http://schemas.microsoft.com/office/drawing/2014/main" id="{E72E9C6A-E848-4161-BDCB-5A757A226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5" y="1529"/>
                <a:ext cx="593" cy="3"/>
              </a:xfrm>
              <a:custGeom>
                <a:avLst/>
                <a:gdLst>
                  <a:gd name="T0" fmla="*/ 0 w 593"/>
                  <a:gd name="T1" fmla="*/ 0 h 3"/>
                  <a:gd name="T2" fmla="*/ 593 w 593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93" h="3">
                    <a:moveTo>
                      <a:pt x="0" y="0"/>
                    </a:moveTo>
                    <a:lnTo>
                      <a:pt x="593" y="3"/>
                    </a:lnTo>
                  </a:path>
                </a:pathLst>
              </a:custGeom>
              <a:noFill/>
              <a:ln w="38100" cap="flat" algn="ctr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51" name="Line 43">
                <a:extLst>
                  <a:ext uri="{FF2B5EF4-FFF2-40B4-BE49-F238E27FC236}">
                    <a16:creationId xmlns:a16="http://schemas.microsoft.com/office/drawing/2014/main" id="{2C56E959-B555-4498-8602-3B32CDCC46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1236"/>
                <a:ext cx="0" cy="590"/>
              </a:xfrm>
              <a:prstGeom prst="line">
                <a:avLst/>
              </a:prstGeom>
              <a:noFill/>
              <a:ln w="12700" cap="flat" algn="ctr">
                <a:solidFill>
                  <a:srgbClr val="3333CC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4552" name="Line 44">
              <a:extLst>
                <a:ext uri="{FF2B5EF4-FFF2-40B4-BE49-F238E27FC236}">
                  <a16:creationId xmlns:a16="http://schemas.microsoft.com/office/drawing/2014/main" id="{FE9BA72B-3001-4724-B329-56B22F341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0" y="3934"/>
              <a:ext cx="381" cy="0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53" name="Line 45">
              <a:extLst>
                <a:ext uri="{FF2B5EF4-FFF2-40B4-BE49-F238E27FC236}">
                  <a16:creationId xmlns:a16="http://schemas.microsoft.com/office/drawing/2014/main" id="{4C140DA5-0FEF-4128-80C6-D35AE78E7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4" y="3320"/>
              <a:ext cx="0" cy="645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aphicFrame>
          <p:nvGraphicFramePr>
            <p:cNvPr id="4554" name="Object 46">
              <a:extLst>
                <a:ext uri="{FF2B5EF4-FFF2-40B4-BE49-F238E27FC236}">
                  <a16:creationId xmlns:a16="http://schemas.microsoft.com/office/drawing/2014/main" id="{57ED3E4C-FC1D-45C9-93D8-9433487D94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82" y="3709"/>
            <a:ext cx="508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Flash Document" r:id="rId4" imgW="1294920" imgH="563760" progId="Flash.Movie">
                    <p:embed/>
                  </p:oleObj>
                </mc:Choice>
                <mc:Fallback>
                  <p:oleObj name="Flash Document" r:id="rId4" imgW="1294920" imgH="563760" progId="Flash.Movie">
                    <p:embed/>
                    <p:pic>
                      <p:nvPicPr>
                        <p:cNvPr id="4554" name="Object 46">
                          <a:extLst>
                            <a:ext uri="{FF2B5EF4-FFF2-40B4-BE49-F238E27FC236}">
                              <a16:creationId xmlns:a16="http://schemas.microsoft.com/office/drawing/2014/main" id="{57ED3E4C-FC1D-45C9-93D8-9433487D94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2" y="3709"/>
                          <a:ext cx="508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55" name="Line 47">
              <a:extLst>
                <a:ext uri="{FF2B5EF4-FFF2-40B4-BE49-F238E27FC236}">
                  <a16:creationId xmlns:a16="http://schemas.microsoft.com/office/drawing/2014/main" id="{1BB90CA7-B4BC-42BB-A3A5-B7826CEA1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3402"/>
              <a:ext cx="0" cy="529"/>
            </a:xfrm>
            <a:prstGeom prst="line">
              <a:avLst/>
            </a:prstGeom>
            <a:noFill/>
            <a:ln w="38100" cap="flat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56" name="Line 48">
              <a:extLst>
                <a:ext uri="{FF2B5EF4-FFF2-40B4-BE49-F238E27FC236}">
                  <a16:creationId xmlns:a16="http://schemas.microsoft.com/office/drawing/2014/main" id="{ABA3C0A1-068A-4FFF-BA4B-95AA4F327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3402"/>
              <a:ext cx="1043" cy="0"/>
            </a:xfrm>
            <a:prstGeom prst="line">
              <a:avLst/>
            </a:prstGeom>
            <a:noFill/>
            <a:ln w="38100" cap="flat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57" name="Line 49">
              <a:extLst>
                <a:ext uri="{FF2B5EF4-FFF2-40B4-BE49-F238E27FC236}">
                  <a16:creationId xmlns:a16="http://schemas.microsoft.com/office/drawing/2014/main" id="{F3B2DEF5-8A89-4C72-8FF4-4D744742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2" y="3402"/>
              <a:ext cx="0" cy="529"/>
            </a:xfrm>
            <a:prstGeom prst="line">
              <a:avLst/>
            </a:prstGeom>
            <a:noFill/>
            <a:ln w="38100" cap="flat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58" name="Line 50">
              <a:extLst>
                <a:ext uri="{FF2B5EF4-FFF2-40B4-BE49-F238E27FC236}">
                  <a16:creationId xmlns:a16="http://schemas.microsoft.com/office/drawing/2014/main" id="{CE57A43C-69E1-40EF-9FF5-2504E6F3C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3" y="3923"/>
              <a:ext cx="279" cy="0"/>
            </a:xfrm>
            <a:prstGeom prst="line">
              <a:avLst/>
            </a:prstGeom>
            <a:noFill/>
            <a:ln w="38100" cap="flat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59" name="Line 51">
              <a:extLst>
                <a:ext uri="{FF2B5EF4-FFF2-40B4-BE49-F238E27FC236}">
                  <a16:creationId xmlns:a16="http://schemas.microsoft.com/office/drawing/2014/main" id="{2AA3F562-7BF0-4D94-BB19-0C58D885B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3923"/>
              <a:ext cx="280" cy="0"/>
            </a:xfrm>
            <a:prstGeom prst="line">
              <a:avLst/>
            </a:prstGeom>
            <a:noFill/>
            <a:ln w="38100" cap="flat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3" dur="500"/>
                                        <p:tgtEl>
                                          <p:spTgt spid="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19" dur="500"/>
                                        <p:tgtEl>
                                          <p:spTgt spid="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 additive="base">
                                        <p:cTn id="25" dur="500"/>
                                        <p:tgtEl>
                                          <p:spTgt spid="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1" grpId="0" animBg="1"/>
      <p:bldP spid="45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ooter Placeholder 2">
            <a:extLst>
              <a:ext uri="{FF2B5EF4-FFF2-40B4-BE49-F238E27FC236}">
                <a16:creationId xmlns:a16="http://schemas.microsoft.com/office/drawing/2014/main" id="{E6ED5EAB-974D-4756-B528-4C9B2363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sp>
        <p:nvSpPr>
          <p:cNvPr id="4562" name="Text Box 2">
            <a:extLst>
              <a:ext uri="{FF2B5EF4-FFF2-40B4-BE49-F238E27FC236}">
                <a16:creationId xmlns:a16="http://schemas.microsoft.com/office/drawing/2014/main" id="{82C4681F-6F24-464D-A718-943DBD330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" y="593783"/>
            <a:ext cx="7629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⒋ 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注意图中虚实线变化，区分不同形体。</a:t>
            </a:r>
          </a:p>
        </p:txBody>
      </p:sp>
      <p:grpSp>
        <p:nvGrpSpPr>
          <p:cNvPr id="4563" name="Group 3">
            <a:extLst>
              <a:ext uri="{FF2B5EF4-FFF2-40B4-BE49-F238E27FC236}">
                <a16:creationId xmlns:a16="http://schemas.microsoft.com/office/drawing/2014/main" id="{F7F509D2-D536-40BC-BE83-7091648345B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181052"/>
            <a:ext cx="1828800" cy="2133600"/>
            <a:chOff x="1680" y="1767"/>
            <a:chExt cx="1152" cy="1344"/>
          </a:xfrm>
        </p:grpSpPr>
        <p:sp>
          <p:nvSpPr>
            <p:cNvPr id="4564" name="Freeform 4">
              <a:extLst>
                <a:ext uri="{FF2B5EF4-FFF2-40B4-BE49-F238E27FC236}">
                  <a16:creationId xmlns:a16="http://schemas.microsoft.com/office/drawing/2014/main" id="{BE02C359-4ADB-42F9-84BB-679DCD8BC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775"/>
              <a:ext cx="1142" cy="1331"/>
            </a:xfrm>
            <a:custGeom>
              <a:avLst/>
              <a:gdLst>
                <a:gd name="T0" fmla="*/ 451 w 1142"/>
                <a:gd name="T1" fmla="*/ 94 h 1331"/>
                <a:gd name="T2" fmla="*/ 618 w 1142"/>
                <a:gd name="T3" fmla="*/ 0 h 1331"/>
                <a:gd name="T4" fmla="*/ 1140 w 1142"/>
                <a:gd name="T5" fmla="*/ 311 h 1331"/>
                <a:gd name="T6" fmla="*/ 1142 w 1142"/>
                <a:gd name="T7" fmla="*/ 982 h 1331"/>
                <a:gd name="T8" fmla="*/ 545 w 1142"/>
                <a:gd name="T9" fmla="*/ 1331 h 1331"/>
                <a:gd name="T10" fmla="*/ 0 w 1142"/>
                <a:gd name="T11" fmla="*/ 1016 h 1331"/>
                <a:gd name="T12" fmla="*/ 0 w 1142"/>
                <a:gd name="T13" fmla="*/ 821 h 1331"/>
                <a:gd name="T14" fmla="*/ 342 w 1142"/>
                <a:gd name="T15" fmla="*/ 611 h 1331"/>
                <a:gd name="T16" fmla="*/ 450 w 1142"/>
                <a:gd name="T17" fmla="*/ 483 h 1331"/>
                <a:gd name="T18" fmla="*/ 451 w 1142"/>
                <a:gd name="T19" fmla="*/ 94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2" h="1331">
                  <a:moveTo>
                    <a:pt x="451" y="94"/>
                  </a:moveTo>
                  <a:lnTo>
                    <a:pt x="618" y="0"/>
                  </a:lnTo>
                  <a:lnTo>
                    <a:pt x="1140" y="311"/>
                  </a:lnTo>
                  <a:lnTo>
                    <a:pt x="1142" y="982"/>
                  </a:lnTo>
                  <a:lnTo>
                    <a:pt x="545" y="1331"/>
                  </a:lnTo>
                  <a:lnTo>
                    <a:pt x="0" y="1016"/>
                  </a:lnTo>
                  <a:lnTo>
                    <a:pt x="0" y="821"/>
                  </a:lnTo>
                  <a:lnTo>
                    <a:pt x="342" y="611"/>
                  </a:lnTo>
                  <a:lnTo>
                    <a:pt x="450" y="483"/>
                  </a:lnTo>
                  <a:lnTo>
                    <a:pt x="451" y="94"/>
                  </a:lnTo>
                  <a:close/>
                </a:path>
              </a:pathLst>
            </a:custGeom>
            <a:solidFill>
              <a:srgbClr val="FF66FF"/>
            </a:solidFill>
            <a:ln w="12700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4565" name="Group 5">
              <a:extLst>
                <a:ext uri="{FF2B5EF4-FFF2-40B4-BE49-F238E27FC236}">
                  <a16:creationId xmlns:a16="http://schemas.microsoft.com/office/drawing/2014/main" id="{AB5417E9-DC74-48E7-9636-D88B5EC3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767"/>
              <a:ext cx="1152" cy="1344"/>
              <a:chOff x="1680" y="1767"/>
              <a:chExt cx="1152" cy="1344"/>
            </a:xfrm>
          </p:grpSpPr>
          <p:sp>
            <p:nvSpPr>
              <p:cNvPr id="4566" name="Line 6">
                <a:extLst>
                  <a:ext uri="{FF2B5EF4-FFF2-40B4-BE49-F238E27FC236}">
                    <a16:creationId xmlns:a16="http://schemas.microsoft.com/office/drawing/2014/main" id="{B5D85738-45EB-493A-9408-8733AA337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2" y="2191"/>
                <a:ext cx="0" cy="46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67" name="Line 7">
                <a:extLst>
                  <a:ext uri="{FF2B5EF4-FFF2-40B4-BE49-F238E27FC236}">
                    <a16:creationId xmlns:a16="http://schemas.microsoft.com/office/drawing/2014/main" id="{9E643B2B-CEAE-4698-BC58-940A096DD9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2" y="2096"/>
                <a:ext cx="160" cy="95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68" name="Freeform 8">
                <a:extLst>
                  <a:ext uri="{FF2B5EF4-FFF2-40B4-BE49-F238E27FC236}">
                    <a16:creationId xmlns:a16="http://schemas.microsoft.com/office/drawing/2014/main" id="{5A116E54-B8E6-47BE-AC18-AB2CF8DC5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092"/>
                <a:ext cx="3" cy="665"/>
              </a:xfrm>
              <a:custGeom>
                <a:avLst/>
                <a:gdLst>
                  <a:gd name="T0" fmla="*/ 3 w 3"/>
                  <a:gd name="T1" fmla="*/ 0 h 665"/>
                  <a:gd name="T2" fmla="*/ 0 w 3"/>
                  <a:gd name="T3" fmla="*/ 665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665">
                    <a:moveTo>
                      <a:pt x="3" y="0"/>
                    </a:moveTo>
                    <a:lnTo>
                      <a:pt x="0" y="665"/>
                    </a:lnTo>
                  </a:path>
                </a:pathLst>
              </a:custGeom>
              <a:solidFill>
                <a:srgbClr val="FF66FF"/>
              </a:soli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69" name="Line 9">
                <a:extLst>
                  <a:ext uri="{FF2B5EF4-FFF2-40B4-BE49-F238E27FC236}">
                    <a16:creationId xmlns:a16="http://schemas.microsoft.com/office/drawing/2014/main" id="{8D082245-D570-448E-91CA-D8C94E00D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4" y="2651"/>
                <a:ext cx="448" cy="26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0" name="Line 10">
                <a:extLst>
                  <a:ext uri="{FF2B5EF4-FFF2-40B4-BE49-F238E27FC236}">
                    <a16:creationId xmlns:a16="http://schemas.microsoft.com/office/drawing/2014/main" id="{4074CD9E-FF4C-4D05-8DA9-438CD5CE9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2914"/>
                <a:ext cx="0" cy="197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1" name="Freeform 11">
                <a:extLst>
                  <a:ext uri="{FF2B5EF4-FFF2-40B4-BE49-F238E27FC236}">
                    <a16:creationId xmlns:a16="http://schemas.microsoft.com/office/drawing/2014/main" id="{6C0DD426-7F02-4467-904E-557410450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5" y="2749"/>
                <a:ext cx="617" cy="362"/>
              </a:xfrm>
              <a:custGeom>
                <a:avLst/>
                <a:gdLst>
                  <a:gd name="T0" fmla="*/ 926 w 926"/>
                  <a:gd name="T1" fmla="*/ 0 h 528"/>
                  <a:gd name="T2" fmla="*/ 0 w 926"/>
                  <a:gd name="T3" fmla="*/ 528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6" h="528">
                    <a:moveTo>
                      <a:pt x="926" y="0"/>
                    </a:moveTo>
                    <a:lnTo>
                      <a:pt x="0" y="528"/>
                    </a:lnTo>
                  </a:path>
                </a:pathLst>
              </a:custGeom>
              <a:solidFill>
                <a:srgbClr val="FF66FF"/>
              </a:soli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2" name="Line 12">
                <a:extLst>
                  <a:ext uri="{FF2B5EF4-FFF2-40B4-BE49-F238E27FC236}">
                    <a16:creationId xmlns:a16="http://schemas.microsoft.com/office/drawing/2014/main" id="{ABA38191-9BF6-4DD4-B4FB-C9041DD0D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28" y="1868"/>
                <a:ext cx="544" cy="323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3" name="Line 13">
                <a:extLst>
                  <a:ext uri="{FF2B5EF4-FFF2-40B4-BE49-F238E27FC236}">
                    <a16:creationId xmlns:a16="http://schemas.microsoft.com/office/drawing/2014/main" id="{26D7CA5C-26D3-400F-AD98-CF7160DBC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" y="1767"/>
                <a:ext cx="160" cy="95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4" name="Line 14">
                <a:extLst>
                  <a:ext uri="{FF2B5EF4-FFF2-40B4-BE49-F238E27FC236}">
                    <a16:creationId xmlns:a16="http://schemas.microsoft.com/office/drawing/2014/main" id="{1B477DC0-FA43-4EB1-87D5-CC8DE0E1B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88" y="1770"/>
                <a:ext cx="544" cy="322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5" name="Line 15">
                <a:extLst>
                  <a:ext uri="{FF2B5EF4-FFF2-40B4-BE49-F238E27FC236}">
                    <a16:creationId xmlns:a16="http://schemas.microsoft.com/office/drawing/2014/main" id="{B6752D86-A0BE-4670-961C-AFE65EFBA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80" y="2789"/>
                <a:ext cx="544" cy="322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6" name="Line 16">
                <a:extLst>
                  <a:ext uri="{FF2B5EF4-FFF2-40B4-BE49-F238E27FC236}">
                    <a16:creationId xmlns:a16="http://schemas.microsoft.com/office/drawing/2014/main" id="{0E9FBB65-79C8-4DF6-B038-AF1218F7D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80" y="2591"/>
                <a:ext cx="544" cy="323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7" name="Freeform 17">
                <a:extLst>
                  <a:ext uri="{FF2B5EF4-FFF2-40B4-BE49-F238E27FC236}">
                    <a16:creationId xmlns:a16="http://schemas.microsoft.com/office/drawing/2014/main" id="{89120C24-FE75-40AB-B7A6-087CCB19E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2585"/>
                <a:ext cx="2" cy="207"/>
              </a:xfrm>
              <a:custGeom>
                <a:avLst/>
                <a:gdLst>
                  <a:gd name="T0" fmla="*/ 0 w 3"/>
                  <a:gd name="T1" fmla="*/ 0 h 302"/>
                  <a:gd name="T2" fmla="*/ 3 w 3"/>
                  <a:gd name="T3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302">
                    <a:moveTo>
                      <a:pt x="0" y="0"/>
                    </a:moveTo>
                    <a:lnTo>
                      <a:pt x="3" y="302"/>
                    </a:lnTo>
                  </a:path>
                </a:pathLst>
              </a:custGeom>
              <a:solidFill>
                <a:srgbClr val="FF66FF"/>
              </a:soli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8" name="Freeform 18">
                <a:extLst>
                  <a:ext uri="{FF2B5EF4-FFF2-40B4-BE49-F238E27FC236}">
                    <a16:creationId xmlns:a16="http://schemas.microsoft.com/office/drawing/2014/main" id="{18DE0DA3-F8FD-4F78-AF27-2792ED34F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1980"/>
                <a:ext cx="463" cy="704"/>
              </a:xfrm>
              <a:custGeom>
                <a:avLst/>
                <a:gdLst>
                  <a:gd name="T0" fmla="*/ 695 w 695"/>
                  <a:gd name="T1" fmla="*/ 0 h 1028"/>
                  <a:gd name="T2" fmla="*/ 0 w 695"/>
                  <a:gd name="T3" fmla="*/ 1028 h 10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95" h="1028">
                    <a:moveTo>
                      <a:pt x="695" y="0"/>
                    </a:moveTo>
                    <a:lnTo>
                      <a:pt x="0" y="1028"/>
                    </a:lnTo>
                  </a:path>
                </a:pathLst>
              </a:custGeom>
              <a:solidFill>
                <a:srgbClr val="FF66FF"/>
              </a:soli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79" name="Freeform 19">
                <a:extLst>
                  <a:ext uri="{FF2B5EF4-FFF2-40B4-BE49-F238E27FC236}">
                    <a16:creationId xmlns:a16="http://schemas.microsoft.com/office/drawing/2014/main" id="{ECDAB3CA-72B2-476B-8DD5-B286D2953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2079"/>
                <a:ext cx="463" cy="703"/>
              </a:xfrm>
              <a:custGeom>
                <a:avLst/>
                <a:gdLst>
                  <a:gd name="T0" fmla="*/ 695 w 695"/>
                  <a:gd name="T1" fmla="*/ 0 h 1028"/>
                  <a:gd name="T2" fmla="*/ 0 w 695"/>
                  <a:gd name="T3" fmla="*/ 1028 h 10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95" h="1028">
                    <a:moveTo>
                      <a:pt x="695" y="0"/>
                    </a:moveTo>
                    <a:lnTo>
                      <a:pt x="0" y="1028"/>
                    </a:lnTo>
                  </a:path>
                </a:pathLst>
              </a:custGeom>
              <a:solidFill>
                <a:srgbClr val="FF66FF"/>
              </a:soli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80" name="Line 20">
                <a:extLst>
                  <a:ext uri="{FF2B5EF4-FFF2-40B4-BE49-F238E27FC236}">
                    <a16:creationId xmlns:a16="http://schemas.microsoft.com/office/drawing/2014/main" id="{469A7807-5CAE-4519-825D-63C26BDD5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32" y="2519"/>
                <a:ext cx="448" cy="26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81" name="Line 21">
                <a:extLst>
                  <a:ext uri="{FF2B5EF4-FFF2-40B4-BE49-F238E27FC236}">
                    <a16:creationId xmlns:a16="http://schemas.microsoft.com/office/drawing/2014/main" id="{AF406DC6-4DC1-4FC2-8DFE-293509E31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80" y="2537"/>
                <a:ext cx="192" cy="11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82" name="Line 22">
                <a:extLst>
                  <a:ext uri="{FF2B5EF4-FFF2-40B4-BE49-F238E27FC236}">
                    <a16:creationId xmlns:a16="http://schemas.microsoft.com/office/drawing/2014/main" id="{3A990BEE-4A76-4DEB-9822-BAECE15F2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0" y="2092"/>
                <a:ext cx="0" cy="46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83" name="Line 23">
                <a:extLst>
                  <a:ext uri="{FF2B5EF4-FFF2-40B4-BE49-F238E27FC236}">
                    <a16:creationId xmlns:a16="http://schemas.microsoft.com/office/drawing/2014/main" id="{3D75E4C6-E08D-4171-89E2-2AEF2F35E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2357"/>
                <a:ext cx="384" cy="22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84" name="Line 24">
                <a:extLst>
                  <a:ext uri="{FF2B5EF4-FFF2-40B4-BE49-F238E27FC236}">
                    <a16:creationId xmlns:a16="http://schemas.microsoft.com/office/drawing/2014/main" id="{E1BD35FB-F073-4FDB-A349-9CB153FEC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8" y="1862"/>
                <a:ext cx="0" cy="395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4585" name="Freeform 25">
            <a:extLst>
              <a:ext uri="{FF2B5EF4-FFF2-40B4-BE49-F238E27FC236}">
                <a16:creationId xmlns:a16="http://schemas.microsoft.com/office/drawing/2014/main" id="{04814519-118D-4846-9E9A-3E68FA218D8C}"/>
              </a:ext>
            </a:extLst>
          </p:cNvPr>
          <p:cNvSpPr>
            <a:spLocks/>
          </p:cNvSpPr>
          <p:nvPr/>
        </p:nvSpPr>
        <p:spPr bwMode="auto">
          <a:xfrm>
            <a:off x="6858000" y="3031827"/>
            <a:ext cx="1835150" cy="2133600"/>
          </a:xfrm>
          <a:custGeom>
            <a:avLst/>
            <a:gdLst>
              <a:gd name="T0" fmla="*/ 610 w 1156"/>
              <a:gd name="T1" fmla="*/ 0 h 1344"/>
              <a:gd name="T2" fmla="*/ 1141 w 1156"/>
              <a:gd name="T3" fmla="*/ 320 h 1344"/>
              <a:gd name="T4" fmla="*/ 1156 w 1156"/>
              <a:gd name="T5" fmla="*/ 989 h 1344"/>
              <a:gd name="T6" fmla="*/ 547 w 1156"/>
              <a:gd name="T7" fmla="*/ 1344 h 1344"/>
              <a:gd name="T8" fmla="*/ 0 w 1156"/>
              <a:gd name="T9" fmla="*/ 1025 h 1344"/>
              <a:gd name="T10" fmla="*/ 7 w 1156"/>
              <a:gd name="T11" fmla="*/ 822 h 1344"/>
              <a:gd name="T12" fmla="*/ 458 w 1156"/>
              <a:gd name="T13" fmla="*/ 94 h 1344"/>
              <a:gd name="T14" fmla="*/ 610 w 1156"/>
              <a:gd name="T15" fmla="*/ 0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6" h="1344">
                <a:moveTo>
                  <a:pt x="610" y="0"/>
                </a:moveTo>
                <a:lnTo>
                  <a:pt x="1141" y="320"/>
                </a:lnTo>
                <a:lnTo>
                  <a:pt x="1156" y="989"/>
                </a:lnTo>
                <a:lnTo>
                  <a:pt x="547" y="1344"/>
                </a:lnTo>
                <a:lnTo>
                  <a:pt x="0" y="1025"/>
                </a:lnTo>
                <a:lnTo>
                  <a:pt x="7" y="822"/>
                </a:lnTo>
                <a:lnTo>
                  <a:pt x="458" y="94"/>
                </a:lnTo>
                <a:lnTo>
                  <a:pt x="610" y="0"/>
                </a:lnTo>
                <a:close/>
              </a:path>
            </a:pathLst>
          </a:custGeom>
          <a:solidFill>
            <a:srgbClr val="9999FF"/>
          </a:solidFill>
          <a:ln w="9525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4586" name="Group 26">
            <a:extLst>
              <a:ext uri="{FF2B5EF4-FFF2-40B4-BE49-F238E27FC236}">
                <a16:creationId xmlns:a16="http://schemas.microsoft.com/office/drawing/2014/main" id="{CBFEF619-06BB-45FF-BF53-76C76BF29DC4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028652"/>
            <a:ext cx="1828800" cy="2133600"/>
            <a:chOff x="4320" y="1671"/>
            <a:chExt cx="1152" cy="1344"/>
          </a:xfrm>
        </p:grpSpPr>
        <p:sp>
          <p:nvSpPr>
            <p:cNvPr id="4587" name="Line 27">
              <a:extLst>
                <a:ext uri="{FF2B5EF4-FFF2-40B4-BE49-F238E27FC236}">
                  <a16:creationId xmlns:a16="http://schemas.microsoft.com/office/drawing/2014/main" id="{C300D8DD-D74A-4F00-BD93-E9D758E9F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" y="2000"/>
              <a:ext cx="160" cy="9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88" name="Freeform 28">
              <a:extLst>
                <a:ext uri="{FF2B5EF4-FFF2-40B4-BE49-F238E27FC236}">
                  <a16:creationId xmlns:a16="http://schemas.microsoft.com/office/drawing/2014/main" id="{CAF06C46-E5C9-4C3B-9A1F-2B0885EF4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1996"/>
              <a:ext cx="3" cy="673"/>
            </a:xfrm>
            <a:custGeom>
              <a:avLst/>
              <a:gdLst>
                <a:gd name="T0" fmla="*/ 3 w 3"/>
                <a:gd name="T1" fmla="*/ 0 h 673"/>
                <a:gd name="T2" fmla="*/ 0 w 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673">
                  <a:moveTo>
                    <a:pt x="3" y="0"/>
                  </a:moveTo>
                  <a:lnTo>
                    <a:pt x="0" y="673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89" name="Line 29">
              <a:extLst>
                <a:ext uri="{FF2B5EF4-FFF2-40B4-BE49-F238E27FC236}">
                  <a16:creationId xmlns:a16="http://schemas.microsoft.com/office/drawing/2014/main" id="{604DD8D3-3C9D-48C8-8586-DAF2C5240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4" y="2818"/>
              <a:ext cx="0" cy="19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0" name="Freeform 30">
              <a:extLst>
                <a:ext uri="{FF2B5EF4-FFF2-40B4-BE49-F238E27FC236}">
                  <a16:creationId xmlns:a16="http://schemas.microsoft.com/office/drawing/2014/main" id="{61B602A1-D40C-479C-A763-3A21F22D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5" y="2653"/>
              <a:ext cx="617" cy="362"/>
            </a:xfrm>
            <a:custGeom>
              <a:avLst/>
              <a:gdLst>
                <a:gd name="T0" fmla="*/ 926 w 926"/>
                <a:gd name="T1" fmla="*/ 0 h 528"/>
                <a:gd name="T2" fmla="*/ 0 w 926"/>
                <a:gd name="T3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6" h="528">
                  <a:moveTo>
                    <a:pt x="926" y="0"/>
                  </a:moveTo>
                  <a:lnTo>
                    <a:pt x="0" y="528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1" name="Line 31">
              <a:extLst>
                <a:ext uri="{FF2B5EF4-FFF2-40B4-BE49-F238E27FC236}">
                  <a16:creationId xmlns:a16="http://schemas.microsoft.com/office/drawing/2014/main" id="{95504301-16FD-4018-8667-098BD3734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68" y="1772"/>
              <a:ext cx="544" cy="32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2" name="Line 32">
              <a:extLst>
                <a:ext uri="{FF2B5EF4-FFF2-40B4-BE49-F238E27FC236}">
                  <a16:creationId xmlns:a16="http://schemas.microsoft.com/office/drawing/2014/main" id="{6F89EAEB-B560-44A0-8439-C096AD6A3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8" y="1671"/>
              <a:ext cx="160" cy="9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3" name="Line 33">
              <a:extLst>
                <a:ext uri="{FF2B5EF4-FFF2-40B4-BE49-F238E27FC236}">
                  <a16:creationId xmlns:a16="http://schemas.microsoft.com/office/drawing/2014/main" id="{1BB6C8D0-1920-46C7-90CC-52BA69D2D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8" y="1674"/>
              <a:ext cx="544" cy="32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4" name="Line 34">
              <a:extLst>
                <a:ext uri="{FF2B5EF4-FFF2-40B4-BE49-F238E27FC236}">
                  <a16:creationId xmlns:a16="http://schemas.microsoft.com/office/drawing/2014/main" id="{3F105FB5-F5C7-4F34-8A11-916477D9C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693"/>
              <a:ext cx="544" cy="32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5" name="Line 35">
              <a:extLst>
                <a:ext uri="{FF2B5EF4-FFF2-40B4-BE49-F238E27FC236}">
                  <a16:creationId xmlns:a16="http://schemas.microsoft.com/office/drawing/2014/main" id="{9C0E1B58-9DC0-41E3-9A21-69982DCD6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495"/>
              <a:ext cx="544" cy="32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6" name="Freeform 36">
              <a:extLst>
                <a:ext uri="{FF2B5EF4-FFF2-40B4-BE49-F238E27FC236}">
                  <a16:creationId xmlns:a16="http://schemas.microsoft.com/office/drawing/2014/main" id="{0573C1D2-A0D9-42F4-9C33-2CA1583D8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489"/>
              <a:ext cx="2" cy="207"/>
            </a:xfrm>
            <a:custGeom>
              <a:avLst/>
              <a:gdLst>
                <a:gd name="T0" fmla="*/ 0 w 3"/>
                <a:gd name="T1" fmla="*/ 0 h 302"/>
                <a:gd name="T2" fmla="*/ 3 w 3"/>
                <a:gd name="T3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02">
                  <a:moveTo>
                    <a:pt x="0" y="0"/>
                  </a:moveTo>
                  <a:lnTo>
                    <a:pt x="3" y="302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7" name="Freeform 37">
              <a:extLst>
                <a:ext uri="{FF2B5EF4-FFF2-40B4-BE49-F238E27FC236}">
                  <a16:creationId xmlns:a16="http://schemas.microsoft.com/office/drawing/2014/main" id="{C2325002-A8B9-4D69-92DD-B260C43E9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1761"/>
              <a:ext cx="456" cy="733"/>
            </a:xfrm>
            <a:custGeom>
              <a:avLst/>
              <a:gdLst>
                <a:gd name="T0" fmla="*/ 1311 w 1311"/>
                <a:gd name="T1" fmla="*/ 0 h 1466"/>
                <a:gd name="T2" fmla="*/ 0 w 1311"/>
                <a:gd name="T3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1" h="1466">
                  <a:moveTo>
                    <a:pt x="1311" y="0"/>
                  </a:moveTo>
                  <a:lnTo>
                    <a:pt x="0" y="1466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8" name="Freeform 38">
              <a:extLst>
                <a:ext uri="{FF2B5EF4-FFF2-40B4-BE49-F238E27FC236}">
                  <a16:creationId xmlns:a16="http://schemas.microsoft.com/office/drawing/2014/main" id="{BDA9477E-0DF7-42DD-87C1-4751B42E8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1888"/>
              <a:ext cx="452" cy="719"/>
            </a:xfrm>
            <a:custGeom>
              <a:avLst/>
              <a:gdLst>
                <a:gd name="T0" fmla="*/ 1301 w 1301"/>
                <a:gd name="T1" fmla="*/ 0 h 1438"/>
                <a:gd name="T2" fmla="*/ 0 w 1301"/>
                <a:gd name="T3" fmla="*/ 1438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01" h="1438">
                  <a:moveTo>
                    <a:pt x="1301" y="0"/>
                  </a:moveTo>
                  <a:lnTo>
                    <a:pt x="0" y="1438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99" name="Freeform 39">
              <a:extLst>
                <a:ext uri="{FF2B5EF4-FFF2-40B4-BE49-F238E27FC236}">
                  <a16:creationId xmlns:a16="http://schemas.microsoft.com/office/drawing/2014/main" id="{99C3EC2C-B084-4927-9F15-5C790647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325"/>
              <a:ext cx="422" cy="282"/>
            </a:xfrm>
            <a:custGeom>
              <a:avLst/>
              <a:gdLst>
                <a:gd name="T0" fmla="*/ 1214 w 1214"/>
                <a:gd name="T1" fmla="*/ 0 h 565"/>
                <a:gd name="T2" fmla="*/ 0 w 1214"/>
                <a:gd name="T3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14" h="565">
                  <a:moveTo>
                    <a:pt x="1214" y="0"/>
                  </a:moveTo>
                  <a:lnTo>
                    <a:pt x="0" y="565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0" name="Freeform 40">
              <a:extLst>
                <a:ext uri="{FF2B5EF4-FFF2-40B4-BE49-F238E27FC236}">
                  <a16:creationId xmlns:a16="http://schemas.microsoft.com/office/drawing/2014/main" id="{B44E1D0C-2D3C-4428-BBD3-E0829EAB5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1884"/>
              <a:ext cx="1" cy="398"/>
            </a:xfrm>
            <a:custGeom>
              <a:avLst/>
              <a:gdLst>
                <a:gd name="T0" fmla="*/ 1 w 1"/>
                <a:gd name="T1" fmla="*/ 0 h 398"/>
                <a:gd name="T2" fmla="*/ 0 w 1"/>
                <a:gd name="T3" fmla="*/ 39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98">
                  <a:moveTo>
                    <a:pt x="1" y="0"/>
                  </a:moveTo>
                  <a:lnTo>
                    <a:pt x="0" y="398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1" name="Freeform 41">
              <a:extLst>
                <a:ext uri="{FF2B5EF4-FFF2-40B4-BE49-F238E27FC236}">
                  <a16:creationId xmlns:a16="http://schemas.microsoft.com/office/drawing/2014/main" id="{69CC099A-92A5-44BC-B7EC-43F1E49C8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2092"/>
              <a:ext cx="452" cy="727"/>
            </a:xfrm>
            <a:custGeom>
              <a:avLst/>
              <a:gdLst>
                <a:gd name="T0" fmla="*/ 1299 w 1299"/>
                <a:gd name="T1" fmla="*/ 0 h 1454"/>
                <a:gd name="T2" fmla="*/ 0 w 1299"/>
                <a:gd name="T3" fmla="*/ 1454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99" h="1454">
                  <a:moveTo>
                    <a:pt x="1299" y="0"/>
                  </a:moveTo>
                  <a:lnTo>
                    <a:pt x="0" y="1454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2" name="Freeform 42">
              <a:extLst>
                <a:ext uri="{FF2B5EF4-FFF2-40B4-BE49-F238E27FC236}">
                  <a16:creationId xmlns:a16="http://schemas.microsoft.com/office/drawing/2014/main" id="{9686C8D7-FB4B-4E92-A759-EC73A01D1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1986"/>
              <a:ext cx="447" cy="727"/>
            </a:xfrm>
            <a:custGeom>
              <a:avLst/>
              <a:gdLst>
                <a:gd name="T0" fmla="*/ 1285 w 1285"/>
                <a:gd name="T1" fmla="*/ 0 h 1454"/>
                <a:gd name="T2" fmla="*/ 0 w 1285"/>
                <a:gd name="T3" fmla="*/ 1454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85" h="1454">
                  <a:moveTo>
                    <a:pt x="1285" y="0"/>
                  </a:moveTo>
                  <a:lnTo>
                    <a:pt x="0" y="1454"/>
                  </a:lnTo>
                </a:path>
              </a:pathLst>
            </a:custGeom>
            <a:solidFill>
              <a:srgbClr val="99FF99"/>
            </a:solidFill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03" name="Group 43">
            <a:extLst>
              <a:ext uri="{FF2B5EF4-FFF2-40B4-BE49-F238E27FC236}">
                <a16:creationId xmlns:a16="http://schemas.microsoft.com/office/drawing/2014/main" id="{EE7B1595-C128-4A53-8D74-98A2EC63EE0F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1569740"/>
            <a:ext cx="1152525" cy="1174750"/>
            <a:chOff x="688" y="687"/>
            <a:chExt cx="726" cy="740"/>
          </a:xfrm>
        </p:grpSpPr>
        <p:sp>
          <p:nvSpPr>
            <p:cNvPr id="4604" name="Freeform 44">
              <a:extLst>
                <a:ext uri="{FF2B5EF4-FFF2-40B4-BE49-F238E27FC236}">
                  <a16:creationId xmlns:a16="http://schemas.microsoft.com/office/drawing/2014/main" id="{FE4284D3-EC4B-4EA2-9446-7886ABE61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174"/>
              <a:ext cx="1" cy="252"/>
            </a:xfrm>
            <a:custGeom>
              <a:avLst/>
              <a:gdLst>
                <a:gd name="T0" fmla="*/ 0 w 1"/>
                <a:gd name="T1" fmla="*/ 252 h 252"/>
                <a:gd name="T2" fmla="*/ 1 w 1"/>
                <a:gd name="T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2">
                  <a:moveTo>
                    <a:pt x="0" y="252"/>
                  </a:moveTo>
                  <a:lnTo>
                    <a:pt x="1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5" name="Line 45">
              <a:extLst>
                <a:ext uri="{FF2B5EF4-FFF2-40B4-BE49-F238E27FC236}">
                  <a16:creationId xmlns:a16="http://schemas.microsoft.com/office/drawing/2014/main" id="{A5894D96-D1F2-450D-9F69-6994E40B7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1414"/>
              <a:ext cx="72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6" name="Freeform 46">
              <a:extLst>
                <a:ext uri="{FF2B5EF4-FFF2-40B4-BE49-F238E27FC236}">
                  <a16:creationId xmlns:a16="http://schemas.microsoft.com/office/drawing/2014/main" id="{121411EB-7AD5-4FB1-818B-78E74A780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694"/>
              <a:ext cx="5" cy="733"/>
            </a:xfrm>
            <a:custGeom>
              <a:avLst/>
              <a:gdLst>
                <a:gd name="T0" fmla="*/ 5 w 5"/>
                <a:gd name="T1" fmla="*/ 733 h 733"/>
                <a:gd name="T2" fmla="*/ 0 w 5"/>
                <a:gd name="T3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733">
                  <a:moveTo>
                    <a:pt x="5" y="733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7" name="Line 47">
              <a:extLst>
                <a:ext uri="{FF2B5EF4-FFF2-40B4-BE49-F238E27FC236}">
                  <a16:creationId xmlns:a16="http://schemas.microsoft.com/office/drawing/2014/main" id="{64D856D4-2F6E-4244-B2BA-52D19C14A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" y="694"/>
              <a:ext cx="24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" name="Freeform 48">
              <a:extLst>
                <a:ext uri="{FF2B5EF4-FFF2-40B4-BE49-F238E27FC236}">
                  <a16:creationId xmlns:a16="http://schemas.microsoft.com/office/drawing/2014/main" id="{4D82A67F-E042-443D-8D55-12D040992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687"/>
              <a:ext cx="1" cy="499"/>
            </a:xfrm>
            <a:custGeom>
              <a:avLst/>
              <a:gdLst>
                <a:gd name="T0" fmla="*/ 0 w 1"/>
                <a:gd name="T1" fmla="*/ 0 h 499"/>
                <a:gd name="T2" fmla="*/ 0 w 1"/>
                <a:gd name="T3" fmla="*/ 49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99">
                  <a:moveTo>
                    <a:pt x="0" y="0"/>
                  </a:moveTo>
                  <a:lnTo>
                    <a:pt x="0" y="499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" name="Line 49">
              <a:extLst>
                <a:ext uri="{FF2B5EF4-FFF2-40B4-BE49-F238E27FC236}">
                  <a16:creationId xmlns:a16="http://schemas.microsoft.com/office/drawing/2014/main" id="{E88B4FC3-2DC9-4842-AA01-9DBBE376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1174"/>
              <a:ext cx="48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" name="Line 50">
              <a:extLst>
                <a:ext uri="{FF2B5EF4-FFF2-40B4-BE49-F238E27FC236}">
                  <a16:creationId xmlns:a16="http://schemas.microsoft.com/office/drawing/2014/main" id="{0C4BD2FA-7D06-41B4-AC31-27129139F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694"/>
              <a:ext cx="480" cy="48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1" name="Freeform 51">
              <a:extLst>
                <a:ext uri="{FF2B5EF4-FFF2-40B4-BE49-F238E27FC236}">
                  <a16:creationId xmlns:a16="http://schemas.microsoft.com/office/drawing/2014/main" id="{C2CC261B-9339-4D83-A352-E4F1DB62E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171"/>
              <a:ext cx="487" cy="3"/>
            </a:xfrm>
            <a:custGeom>
              <a:avLst/>
              <a:gdLst>
                <a:gd name="T0" fmla="*/ 0 w 487"/>
                <a:gd name="T1" fmla="*/ 3 h 3"/>
                <a:gd name="T2" fmla="*/ 487 w 487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7" h="3">
                  <a:moveTo>
                    <a:pt x="0" y="3"/>
                  </a:moveTo>
                  <a:lnTo>
                    <a:pt x="487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12" name="Group 52">
            <a:extLst>
              <a:ext uri="{FF2B5EF4-FFF2-40B4-BE49-F238E27FC236}">
                <a16:creationId xmlns:a16="http://schemas.microsoft.com/office/drawing/2014/main" id="{8A7AD0F1-BC18-40A1-AAD7-CB6383399B38}"/>
              </a:ext>
            </a:extLst>
          </p:cNvPr>
          <p:cNvGrpSpPr>
            <a:grpSpLocks/>
          </p:cNvGrpSpPr>
          <p:nvPr/>
        </p:nvGrpSpPr>
        <p:grpSpPr bwMode="auto">
          <a:xfrm>
            <a:off x="935038" y="1452265"/>
            <a:ext cx="7297737" cy="2947987"/>
            <a:chOff x="589" y="678"/>
            <a:chExt cx="4597" cy="1857"/>
          </a:xfrm>
        </p:grpSpPr>
        <p:grpSp>
          <p:nvGrpSpPr>
            <p:cNvPr id="4613" name="Group 53">
              <a:extLst>
                <a:ext uri="{FF2B5EF4-FFF2-40B4-BE49-F238E27FC236}">
                  <a16:creationId xmlns:a16="http://schemas.microsoft.com/office/drawing/2014/main" id="{AECEB258-7987-4A0D-A35D-8A8710817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678"/>
              <a:ext cx="864" cy="897"/>
              <a:chOff x="1776" y="678"/>
              <a:chExt cx="864" cy="897"/>
            </a:xfrm>
          </p:grpSpPr>
          <p:sp>
            <p:nvSpPr>
              <p:cNvPr id="4614" name="Rectangle 54">
                <a:extLst>
                  <a:ext uri="{FF2B5EF4-FFF2-40B4-BE49-F238E27FC236}">
                    <a16:creationId xmlns:a16="http://schemas.microsoft.com/office/drawing/2014/main" id="{8586E122-16E3-4F31-B904-DCD387965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759"/>
                <a:ext cx="864" cy="720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615" name="Line 55">
                <a:extLst>
                  <a:ext uri="{FF2B5EF4-FFF2-40B4-BE49-F238E27FC236}">
                    <a16:creationId xmlns:a16="http://schemas.microsoft.com/office/drawing/2014/main" id="{A91291D5-4662-4FF3-83E5-26BE367B4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239"/>
                <a:ext cx="864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16" name="Line 56">
                <a:extLst>
                  <a:ext uri="{FF2B5EF4-FFF2-40B4-BE49-F238E27FC236}">
                    <a16:creationId xmlns:a16="http://schemas.microsoft.com/office/drawing/2014/main" id="{5CAF2EAB-605F-4704-A7D3-26F564BE1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759"/>
                <a:ext cx="0" cy="48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17" name="Line 57">
                <a:extLst>
                  <a:ext uri="{FF2B5EF4-FFF2-40B4-BE49-F238E27FC236}">
                    <a16:creationId xmlns:a16="http://schemas.microsoft.com/office/drawing/2014/main" id="{E2A56613-0AE3-45B9-9AE4-D8FB419E7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759"/>
                <a:ext cx="0" cy="48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18" name="Freeform 58">
                <a:extLst>
                  <a:ext uri="{FF2B5EF4-FFF2-40B4-BE49-F238E27FC236}">
                    <a16:creationId xmlns:a16="http://schemas.microsoft.com/office/drawing/2014/main" id="{2DE91625-0BB5-44AA-85C3-87AA14352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678"/>
                <a:ext cx="6" cy="897"/>
              </a:xfrm>
              <a:custGeom>
                <a:avLst/>
                <a:gdLst>
                  <a:gd name="T0" fmla="*/ 0 w 6"/>
                  <a:gd name="T1" fmla="*/ 0 h 897"/>
                  <a:gd name="T2" fmla="*/ 6 w 6"/>
                  <a:gd name="T3" fmla="*/ 897 h 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897">
                    <a:moveTo>
                      <a:pt x="0" y="0"/>
                    </a:moveTo>
                    <a:lnTo>
                      <a:pt x="6" y="897"/>
                    </a:lnTo>
                  </a:path>
                </a:pathLst>
              </a:custGeom>
              <a:noFill/>
              <a:ln w="9525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619" name="Group 59">
              <a:extLst>
                <a:ext uri="{FF2B5EF4-FFF2-40B4-BE49-F238E27FC236}">
                  <a16:creationId xmlns:a16="http://schemas.microsoft.com/office/drawing/2014/main" id="{800D5118-F663-4FE9-8613-F917968857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" y="1719"/>
              <a:ext cx="904" cy="816"/>
              <a:chOff x="381" y="1719"/>
              <a:chExt cx="904" cy="816"/>
            </a:xfrm>
          </p:grpSpPr>
          <p:sp>
            <p:nvSpPr>
              <p:cNvPr id="4620" name="Rectangle 60">
                <a:extLst>
                  <a:ext uri="{FF2B5EF4-FFF2-40B4-BE49-F238E27FC236}">
                    <a16:creationId xmlns:a16="http://schemas.microsoft.com/office/drawing/2014/main" id="{EA5AB957-44CF-4292-9255-5E152AFA8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32" y="1767"/>
                <a:ext cx="816" cy="720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621" name="Line 61">
                <a:extLst>
                  <a:ext uri="{FF2B5EF4-FFF2-40B4-BE49-F238E27FC236}">
                    <a16:creationId xmlns:a16="http://schemas.microsoft.com/office/drawing/2014/main" id="{E8AB2FD3-00A2-4B86-9B94-2D1BFE0A6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959"/>
                <a:ext cx="48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22" name="Line 62">
                <a:extLst>
                  <a:ext uri="{FF2B5EF4-FFF2-40B4-BE49-F238E27FC236}">
                    <a16:creationId xmlns:a16="http://schemas.microsoft.com/office/drawing/2014/main" id="{57C32F0E-B88D-4C5A-BD43-69EEE319E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295"/>
                <a:ext cx="48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23" name="Line 63">
                <a:extLst>
                  <a:ext uri="{FF2B5EF4-FFF2-40B4-BE49-F238E27FC236}">
                    <a16:creationId xmlns:a16="http://schemas.microsoft.com/office/drawing/2014/main" id="{8E372BE5-23BC-49F4-B165-96FDADF466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719"/>
                <a:ext cx="0" cy="81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24" name="Freeform 64">
                <a:extLst>
                  <a:ext uri="{FF2B5EF4-FFF2-40B4-BE49-F238E27FC236}">
                    <a16:creationId xmlns:a16="http://schemas.microsoft.com/office/drawing/2014/main" id="{DF24EB28-0DA3-4979-8124-6DCA3B1BC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" y="2131"/>
                <a:ext cx="904" cy="1"/>
              </a:xfrm>
              <a:custGeom>
                <a:avLst/>
                <a:gdLst>
                  <a:gd name="T0" fmla="*/ 0 w 904"/>
                  <a:gd name="T1" fmla="*/ 0 h 1"/>
                  <a:gd name="T2" fmla="*/ 904 w 90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04" h="1">
                    <a:moveTo>
                      <a:pt x="0" y="0"/>
                    </a:moveTo>
                    <a:lnTo>
                      <a:pt x="904" y="0"/>
                    </a:lnTo>
                  </a:path>
                </a:pathLst>
              </a:custGeom>
              <a:noFill/>
              <a:ln w="9525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625" name="Group 65">
              <a:extLst>
                <a:ext uri="{FF2B5EF4-FFF2-40B4-BE49-F238E27FC236}">
                  <a16:creationId xmlns:a16="http://schemas.microsoft.com/office/drawing/2014/main" id="{3776E439-2180-4EFE-9842-8C51C3E637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2" y="692"/>
              <a:ext cx="864" cy="883"/>
              <a:chOff x="4608" y="692"/>
              <a:chExt cx="864" cy="883"/>
            </a:xfrm>
          </p:grpSpPr>
          <p:sp>
            <p:nvSpPr>
              <p:cNvPr id="4626" name="Rectangle 66">
                <a:extLst>
                  <a:ext uri="{FF2B5EF4-FFF2-40B4-BE49-F238E27FC236}">
                    <a16:creationId xmlns:a16="http://schemas.microsoft.com/office/drawing/2014/main" id="{086083D2-455D-4966-8B14-AB73F165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759"/>
                <a:ext cx="864" cy="720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627" name="Line 67">
                <a:extLst>
                  <a:ext uri="{FF2B5EF4-FFF2-40B4-BE49-F238E27FC236}">
                    <a16:creationId xmlns:a16="http://schemas.microsoft.com/office/drawing/2014/main" id="{4F374D2B-1AE6-44B2-BECF-E09381984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239"/>
                <a:ext cx="864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28" name="Line 68">
                <a:extLst>
                  <a:ext uri="{FF2B5EF4-FFF2-40B4-BE49-F238E27FC236}">
                    <a16:creationId xmlns:a16="http://schemas.microsoft.com/office/drawing/2014/main" id="{71E258DC-7D40-4C97-80D9-E5B74BAA80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759"/>
                <a:ext cx="0" cy="48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29" name="Line 69">
                <a:extLst>
                  <a:ext uri="{FF2B5EF4-FFF2-40B4-BE49-F238E27FC236}">
                    <a16:creationId xmlns:a16="http://schemas.microsoft.com/office/drawing/2014/main" id="{C462F34B-D85D-4B27-8A75-3FE38A74E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" y="759"/>
                <a:ext cx="0" cy="48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30" name="Freeform 70">
                <a:extLst>
                  <a:ext uri="{FF2B5EF4-FFF2-40B4-BE49-F238E27FC236}">
                    <a16:creationId xmlns:a16="http://schemas.microsoft.com/office/drawing/2014/main" id="{DB91DE7F-3DF8-4AFD-BC3B-1E35B24DE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1" y="692"/>
                <a:ext cx="1" cy="883"/>
              </a:xfrm>
              <a:custGeom>
                <a:avLst/>
                <a:gdLst>
                  <a:gd name="T0" fmla="*/ 0 w 1"/>
                  <a:gd name="T1" fmla="*/ 0 h 883"/>
                  <a:gd name="T2" fmla="*/ 0 w 1"/>
                  <a:gd name="T3" fmla="*/ 883 h 8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883">
                    <a:moveTo>
                      <a:pt x="0" y="0"/>
                    </a:moveTo>
                    <a:lnTo>
                      <a:pt x="0" y="883"/>
                    </a:lnTo>
                  </a:path>
                </a:pathLst>
              </a:custGeom>
              <a:noFill/>
              <a:ln w="9525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631" name="Group 71">
              <a:extLst>
                <a:ext uri="{FF2B5EF4-FFF2-40B4-BE49-F238E27FC236}">
                  <a16:creationId xmlns:a16="http://schemas.microsoft.com/office/drawing/2014/main" id="{46231838-C2D9-49F9-BC4D-8F2C5B340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9" y="1719"/>
              <a:ext cx="918" cy="816"/>
              <a:chOff x="3219" y="1719"/>
              <a:chExt cx="918" cy="816"/>
            </a:xfrm>
          </p:grpSpPr>
          <p:sp>
            <p:nvSpPr>
              <p:cNvPr id="4632" name="Rectangle 72">
                <a:extLst>
                  <a:ext uri="{FF2B5EF4-FFF2-40B4-BE49-F238E27FC236}">
                    <a16:creationId xmlns:a16="http://schemas.microsoft.com/office/drawing/2014/main" id="{F5883F1E-1C7F-4B95-9D4A-091DE7F5C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64" y="1767"/>
                <a:ext cx="816" cy="720"/>
              </a:xfrm>
              <a:prstGeom prst="rect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633" name="Line 73">
                <a:extLst>
                  <a:ext uri="{FF2B5EF4-FFF2-40B4-BE49-F238E27FC236}">
                    <a16:creationId xmlns:a16="http://schemas.microsoft.com/office/drawing/2014/main" id="{59DD8C2D-B410-43E7-981F-770A1F24A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959"/>
                <a:ext cx="48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34" name="Line 74">
                <a:extLst>
                  <a:ext uri="{FF2B5EF4-FFF2-40B4-BE49-F238E27FC236}">
                    <a16:creationId xmlns:a16="http://schemas.microsoft.com/office/drawing/2014/main" id="{3594516E-AF47-4E62-868D-7C6D3AB3A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295"/>
                <a:ext cx="48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35" name="Line 75">
                <a:extLst>
                  <a:ext uri="{FF2B5EF4-FFF2-40B4-BE49-F238E27FC236}">
                    <a16:creationId xmlns:a16="http://schemas.microsoft.com/office/drawing/2014/main" id="{356F40A8-880A-4BC3-B315-3FC6B7428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1719"/>
                <a:ext cx="0" cy="81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36" name="Freeform 76">
                <a:extLst>
                  <a:ext uri="{FF2B5EF4-FFF2-40B4-BE49-F238E27FC236}">
                    <a16:creationId xmlns:a16="http://schemas.microsoft.com/office/drawing/2014/main" id="{64DF18BA-573D-48E3-839C-47E87ACB0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9" y="2131"/>
                <a:ext cx="918" cy="1"/>
              </a:xfrm>
              <a:custGeom>
                <a:avLst/>
                <a:gdLst>
                  <a:gd name="T0" fmla="*/ 0 w 918"/>
                  <a:gd name="T1" fmla="*/ 0 h 1"/>
                  <a:gd name="T2" fmla="*/ 918 w 91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18" h="1">
                    <a:moveTo>
                      <a:pt x="0" y="0"/>
                    </a:moveTo>
                    <a:lnTo>
                      <a:pt x="918" y="0"/>
                    </a:lnTo>
                  </a:path>
                </a:pathLst>
              </a:custGeom>
              <a:noFill/>
              <a:ln w="9525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4637" name="Group 77">
            <a:extLst>
              <a:ext uri="{FF2B5EF4-FFF2-40B4-BE49-F238E27FC236}">
                <a16:creationId xmlns:a16="http://schemas.microsoft.com/office/drawing/2014/main" id="{C43EA5A8-8992-4F76-95B6-1B6ED79DF07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576090"/>
            <a:ext cx="1154113" cy="1166812"/>
            <a:chOff x="3312" y="756"/>
            <a:chExt cx="727" cy="735"/>
          </a:xfrm>
        </p:grpSpPr>
        <p:sp>
          <p:nvSpPr>
            <p:cNvPr id="4638" name="Freeform 78">
              <a:extLst>
                <a:ext uri="{FF2B5EF4-FFF2-40B4-BE49-F238E27FC236}">
                  <a16:creationId xmlns:a16="http://schemas.microsoft.com/office/drawing/2014/main" id="{3008631A-C801-45AB-91D1-84144926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1239"/>
              <a:ext cx="3" cy="252"/>
            </a:xfrm>
            <a:custGeom>
              <a:avLst/>
              <a:gdLst>
                <a:gd name="T0" fmla="*/ 3 w 3"/>
                <a:gd name="T1" fmla="*/ 252 h 252"/>
                <a:gd name="T2" fmla="*/ 0 w 3"/>
                <a:gd name="T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2">
                  <a:moveTo>
                    <a:pt x="3" y="252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39" name="Line 79">
              <a:extLst>
                <a:ext uri="{FF2B5EF4-FFF2-40B4-BE49-F238E27FC236}">
                  <a16:creationId xmlns:a16="http://schemas.microsoft.com/office/drawing/2014/main" id="{26A56332-AB10-4DA2-9337-41D4C1A37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479"/>
              <a:ext cx="720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40" name="Freeform 80">
              <a:extLst>
                <a:ext uri="{FF2B5EF4-FFF2-40B4-BE49-F238E27FC236}">
                  <a16:creationId xmlns:a16="http://schemas.microsoft.com/office/drawing/2014/main" id="{8A179069-44A9-4547-953B-9E150C20C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756"/>
              <a:ext cx="1" cy="735"/>
            </a:xfrm>
            <a:custGeom>
              <a:avLst/>
              <a:gdLst>
                <a:gd name="T0" fmla="*/ 0 w 1"/>
                <a:gd name="T1" fmla="*/ 735 h 735"/>
                <a:gd name="T2" fmla="*/ 0 w 1"/>
                <a:gd name="T3" fmla="*/ 0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5">
                  <a:moveTo>
                    <a:pt x="0" y="735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41" name="Freeform 81">
              <a:extLst>
                <a:ext uri="{FF2B5EF4-FFF2-40B4-BE49-F238E27FC236}">
                  <a16:creationId xmlns:a16="http://schemas.microsoft.com/office/drawing/2014/main" id="{10513864-7741-464D-A31F-1E74D3396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756"/>
              <a:ext cx="250" cy="4"/>
            </a:xfrm>
            <a:custGeom>
              <a:avLst/>
              <a:gdLst>
                <a:gd name="T0" fmla="*/ 0 w 250"/>
                <a:gd name="T1" fmla="*/ 0 h 4"/>
                <a:gd name="T2" fmla="*/ 250 w 250"/>
                <a:gd name="T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4">
                  <a:moveTo>
                    <a:pt x="0" y="0"/>
                  </a:moveTo>
                  <a:lnTo>
                    <a:pt x="250" y="4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42" name="Line 82">
              <a:extLst>
                <a:ext uri="{FF2B5EF4-FFF2-40B4-BE49-F238E27FC236}">
                  <a16:creationId xmlns:a16="http://schemas.microsoft.com/office/drawing/2014/main" id="{32177CAE-F5D5-4122-BF7D-9EEFE2ECA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759"/>
              <a:ext cx="0" cy="48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43" name="Line 83">
              <a:extLst>
                <a:ext uri="{FF2B5EF4-FFF2-40B4-BE49-F238E27FC236}">
                  <a16:creationId xmlns:a16="http://schemas.microsoft.com/office/drawing/2014/main" id="{4686332F-27B0-497E-B5A0-284C0F375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39"/>
              <a:ext cx="480" cy="0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44" name="Line 84">
              <a:extLst>
                <a:ext uri="{FF2B5EF4-FFF2-40B4-BE49-F238E27FC236}">
                  <a16:creationId xmlns:a16="http://schemas.microsoft.com/office/drawing/2014/main" id="{1FC9F62B-3E01-4E0E-8F9F-1EF76833A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759"/>
              <a:ext cx="480" cy="48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45" name="Group 85">
            <a:extLst>
              <a:ext uri="{FF2B5EF4-FFF2-40B4-BE49-F238E27FC236}">
                <a16:creationId xmlns:a16="http://schemas.microsoft.com/office/drawing/2014/main" id="{E47DE78A-F218-486C-9126-92418EA40B8E}"/>
              </a:ext>
            </a:extLst>
          </p:cNvPr>
          <p:cNvGrpSpPr>
            <a:grpSpLocks/>
          </p:cNvGrpSpPr>
          <p:nvPr/>
        </p:nvGrpSpPr>
        <p:grpSpPr bwMode="auto">
          <a:xfrm>
            <a:off x="3221038" y="3692227"/>
            <a:ext cx="715962" cy="1106488"/>
            <a:chOff x="2029" y="2089"/>
            <a:chExt cx="451" cy="697"/>
          </a:xfrm>
        </p:grpSpPr>
        <p:sp>
          <p:nvSpPr>
            <p:cNvPr id="4646" name="Freeform 86">
              <a:extLst>
                <a:ext uri="{FF2B5EF4-FFF2-40B4-BE49-F238E27FC236}">
                  <a16:creationId xmlns:a16="http://schemas.microsoft.com/office/drawing/2014/main" id="{60506ECE-D06C-408A-A1DF-EBF575BE5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089"/>
              <a:ext cx="2" cy="449"/>
            </a:xfrm>
            <a:custGeom>
              <a:avLst/>
              <a:gdLst>
                <a:gd name="T0" fmla="*/ 0 w 2"/>
                <a:gd name="T1" fmla="*/ 0 h 449"/>
                <a:gd name="T2" fmla="*/ 2 w 2"/>
                <a:gd name="T3" fmla="*/ 449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449">
                  <a:moveTo>
                    <a:pt x="0" y="0"/>
                  </a:moveTo>
                  <a:lnTo>
                    <a:pt x="2" y="449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47" name="Freeform 87">
              <a:extLst>
                <a:ext uri="{FF2B5EF4-FFF2-40B4-BE49-F238E27FC236}">
                  <a16:creationId xmlns:a16="http://schemas.microsoft.com/office/drawing/2014/main" id="{F9D4EF2B-2775-4000-8F73-259AEB3C0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524"/>
              <a:ext cx="443" cy="262"/>
            </a:xfrm>
            <a:custGeom>
              <a:avLst/>
              <a:gdLst>
                <a:gd name="T0" fmla="*/ 443 w 443"/>
                <a:gd name="T1" fmla="*/ 0 h 262"/>
                <a:gd name="T2" fmla="*/ 0 w 443"/>
                <a:gd name="T3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3" h="262">
                  <a:moveTo>
                    <a:pt x="443" y="0"/>
                  </a:moveTo>
                  <a:lnTo>
                    <a:pt x="0" y="262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48" name="Group 88">
            <a:extLst>
              <a:ext uri="{FF2B5EF4-FFF2-40B4-BE49-F238E27FC236}">
                <a16:creationId xmlns:a16="http://schemas.microsoft.com/office/drawing/2014/main" id="{D7CCA056-3008-47AF-BF2C-7BF3376A09DF}"/>
              </a:ext>
            </a:extLst>
          </p:cNvPr>
          <p:cNvGrpSpPr>
            <a:grpSpLocks/>
          </p:cNvGrpSpPr>
          <p:nvPr/>
        </p:nvGrpSpPr>
        <p:grpSpPr bwMode="auto">
          <a:xfrm>
            <a:off x="1100138" y="1566565"/>
            <a:ext cx="773112" cy="792162"/>
            <a:chOff x="784" y="848"/>
            <a:chExt cx="487" cy="499"/>
          </a:xfrm>
        </p:grpSpPr>
        <p:sp>
          <p:nvSpPr>
            <p:cNvPr id="4649" name="Freeform 89">
              <a:extLst>
                <a:ext uri="{FF2B5EF4-FFF2-40B4-BE49-F238E27FC236}">
                  <a16:creationId xmlns:a16="http://schemas.microsoft.com/office/drawing/2014/main" id="{A3C665AE-D1F3-40BC-866F-DAB262411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" y="1332"/>
              <a:ext cx="487" cy="3"/>
            </a:xfrm>
            <a:custGeom>
              <a:avLst/>
              <a:gdLst>
                <a:gd name="T0" fmla="*/ 0 w 487"/>
                <a:gd name="T1" fmla="*/ 3 h 3"/>
                <a:gd name="T2" fmla="*/ 487 w 487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7" h="3">
                  <a:moveTo>
                    <a:pt x="0" y="3"/>
                  </a:moveTo>
                  <a:lnTo>
                    <a:pt x="487" y="0"/>
                  </a:lnTo>
                </a:path>
              </a:pathLst>
            </a:custGeom>
            <a:solidFill>
              <a:srgbClr val="FF3300"/>
            </a:solidFill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50" name="Freeform 90">
              <a:extLst>
                <a:ext uri="{FF2B5EF4-FFF2-40B4-BE49-F238E27FC236}">
                  <a16:creationId xmlns:a16="http://schemas.microsoft.com/office/drawing/2014/main" id="{369932D8-C174-44BC-B72D-2548EB30D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848"/>
              <a:ext cx="1" cy="499"/>
            </a:xfrm>
            <a:custGeom>
              <a:avLst/>
              <a:gdLst>
                <a:gd name="T0" fmla="*/ 0 w 1"/>
                <a:gd name="T1" fmla="*/ 0 h 499"/>
                <a:gd name="T2" fmla="*/ 0 w 1"/>
                <a:gd name="T3" fmla="*/ 49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99">
                  <a:moveTo>
                    <a:pt x="0" y="0"/>
                  </a:moveTo>
                  <a:lnTo>
                    <a:pt x="0" y="499"/>
                  </a:lnTo>
                </a:path>
              </a:pathLst>
            </a:custGeom>
            <a:solidFill>
              <a:srgbClr val="FF3300"/>
            </a:solidFill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51" name="Group 91">
            <a:extLst>
              <a:ext uri="{FF2B5EF4-FFF2-40B4-BE49-F238E27FC236}">
                <a16:creationId xmlns:a16="http://schemas.microsoft.com/office/drawing/2014/main" id="{C147470F-D8E3-4338-9EC3-00C205B66A58}"/>
              </a:ext>
            </a:extLst>
          </p:cNvPr>
          <p:cNvGrpSpPr>
            <a:grpSpLocks/>
          </p:cNvGrpSpPr>
          <p:nvPr/>
        </p:nvGrpSpPr>
        <p:grpSpPr bwMode="auto">
          <a:xfrm>
            <a:off x="5254625" y="1577677"/>
            <a:ext cx="762000" cy="762000"/>
            <a:chOff x="3408" y="855"/>
            <a:chExt cx="480" cy="480"/>
          </a:xfrm>
        </p:grpSpPr>
        <p:sp>
          <p:nvSpPr>
            <p:cNvPr id="4652" name="Line 92">
              <a:extLst>
                <a:ext uri="{FF2B5EF4-FFF2-40B4-BE49-F238E27FC236}">
                  <a16:creationId xmlns:a16="http://schemas.microsoft.com/office/drawing/2014/main" id="{4A7FEFED-FE63-4141-A65E-D9352ED55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335"/>
              <a:ext cx="480" cy="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53" name="Line 93">
              <a:extLst>
                <a:ext uri="{FF2B5EF4-FFF2-40B4-BE49-F238E27FC236}">
                  <a16:creationId xmlns:a16="http://schemas.microsoft.com/office/drawing/2014/main" id="{EACFBA29-29FF-47BC-B89D-A4D904D0D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855"/>
              <a:ext cx="0" cy="480"/>
            </a:xfrm>
            <a:prstGeom prst="line">
              <a:avLst/>
            </a:prstGeom>
            <a:noFill/>
            <a:ln w="9525" cap="flat" algn="ctr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54" name="Group 94">
            <a:extLst>
              <a:ext uri="{FF2B5EF4-FFF2-40B4-BE49-F238E27FC236}">
                <a16:creationId xmlns:a16="http://schemas.microsoft.com/office/drawing/2014/main" id="{D9ECA967-5A7F-4033-9B89-00196A4E986B}"/>
              </a:ext>
            </a:extLst>
          </p:cNvPr>
          <p:cNvGrpSpPr>
            <a:grpSpLocks/>
          </p:cNvGrpSpPr>
          <p:nvPr/>
        </p:nvGrpSpPr>
        <p:grpSpPr bwMode="auto">
          <a:xfrm>
            <a:off x="7180263" y="3366790"/>
            <a:ext cx="704850" cy="1143000"/>
            <a:chOff x="4523" y="1884"/>
            <a:chExt cx="444" cy="720"/>
          </a:xfrm>
        </p:grpSpPr>
        <p:sp>
          <p:nvSpPr>
            <p:cNvPr id="4655" name="Line 95">
              <a:extLst>
                <a:ext uri="{FF2B5EF4-FFF2-40B4-BE49-F238E27FC236}">
                  <a16:creationId xmlns:a16="http://schemas.microsoft.com/office/drawing/2014/main" id="{F11994F5-D13C-4FBC-AA63-785C01B9D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884"/>
              <a:ext cx="0" cy="400"/>
            </a:xfrm>
            <a:prstGeom prst="line">
              <a:avLst/>
            </a:prstGeom>
            <a:noFill/>
            <a:ln w="38100" cap="flat" algn="ctr">
              <a:solidFill>
                <a:srgbClr val="A500A5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56" name="Freeform 96">
              <a:extLst>
                <a:ext uri="{FF2B5EF4-FFF2-40B4-BE49-F238E27FC236}">
                  <a16:creationId xmlns:a16="http://schemas.microsoft.com/office/drawing/2014/main" id="{883044B3-A2B7-4F64-8E0D-DAEF647BA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2342"/>
              <a:ext cx="393" cy="262"/>
            </a:xfrm>
            <a:custGeom>
              <a:avLst/>
              <a:gdLst>
                <a:gd name="T0" fmla="*/ 0 w 393"/>
                <a:gd name="T1" fmla="*/ 262 h 262"/>
                <a:gd name="T2" fmla="*/ 393 w 393"/>
                <a:gd name="T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3" h="262">
                  <a:moveTo>
                    <a:pt x="0" y="262"/>
                  </a:moveTo>
                  <a:lnTo>
                    <a:pt x="393" y="0"/>
                  </a:lnTo>
                </a:path>
              </a:pathLst>
            </a:custGeom>
            <a:noFill/>
            <a:ln w="38100" cap="flat" algn="ctr">
              <a:solidFill>
                <a:srgbClr val="A500A5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657" name="Text Box 97">
            <a:extLst>
              <a:ext uri="{FF2B5EF4-FFF2-40B4-BE49-F238E27FC236}">
                <a16:creationId xmlns:a16="http://schemas.microsoft.com/office/drawing/2014/main" id="{C28889E7-2C08-4DB8-8811-B2D1A505A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8" y="5528965"/>
            <a:ext cx="8174037" cy="1068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      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虽然三个视图基本相同，但由于主视图中虚实线各异，而得出两种不同的形体。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7" dur="500"/>
                                        <p:tgtEl>
                                          <p:spTgt spid="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3" dur="500"/>
                                        <p:tgtEl>
                                          <p:spTgt spid="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 additive="base">
                                        <p:cTn id="19" dur="500"/>
                                        <p:tgtEl>
                                          <p:spTgt spid="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35" dur="500"/>
                                        <p:tgtEl>
                                          <p:spTgt spid="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ooter Placeholder 2">
            <a:extLst>
              <a:ext uri="{FF2B5EF4-FFF2-40B4-BE49-F238E27FC236}">
                <a16:creationId xmlns:a16="http://schemas.microsoft.com/office/drawing/2014/main" id="{77AED0A5-A852-4FE3-8B1D-25CB5A21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pic>
        <p:nvPicPr>
          <p:cNvPr id="4660" name="Picture 2" descr="3-20">
            <a:extLst>
              <a:ext uri="{FF2B5EF4-FFF2-40B4-BE49-F238E27FC236}">
                <a16:creationId xmlns:a16="http://schemas.microsoft.com/office/drawing/2014/main" id="{633D311D-EDD9-4E14-981D-1A9ABD39984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-60325"/>
            <a:ext cx="468630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61" name="Text Box 3">
            <a:extLst>
              <a:ext uri="{FF2B5EF4-FFF2-40B4-BE49-F238E27FC236}">
                <a16:creationId xmlns:a16="http://schemas.microsoft.com/office/drawing/2014/main" id="{51B8FC35-9FE4-43C4-AE56-EBF6AE5F9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514" y="538956"/>
            <a:ext cx="32432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例：求作俯视图</a:t>
            </a:r>
          </a:p>
        </p:txBody>
      </p:sp>
      <p:sp>
        <p:nvSpPr>
          <p:cNvPr id="4662" name="Text Box 4">
            <a:extLst>
              <a:ext uri="{FF2B5EF4-FFF2-40B4-BE49-F238E27FC236}">
                <a16:creationId xmlns:a16="http://schemas.microsoft.com/office/drawing/2014/main" id="{36646805-1348-4750-A938-37528387D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6135688"/>
            <a:ext cx="4843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★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分解形体，看懂形状。</a:t>
            </a:r>
          </a:p>
        </p:txBody>
      </p:sp>
      <p:sp>
        <p:nvSpPr>
          <p:cNvPr id="4663" name="AutoShape 5">
            <a:extLst>
              <a:ext uri="{FF2B5EF4-FFF2-40B4-BE49-F238E27FC236}">
                <a16:creationId xmlns:a16="http://schemas.microsoft.com/office/drawing/2014/main" id="{333C9054-8E87-4FF9-B840-F7827264A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2339975"/>
            <a:ext cx="685800" cy="457200"/>
          </a:xfrm>
          <a:prstGeom prst="wedgeRectCallout">
            <a:avLst>
              <a:gd name="adj1" fmla="val 18750"/>
              <a:gd name="adj2" fmla="val 163542"/>
            </a:avLst>
          </a:prstGeom>
          <a:solidFill>
            <a:srgbClr val="FFFFFF"/>
          </a:solidFill>
          <a:ln w="38100" cap="flat" algn="ctr">
            <a:solidFill>
              <a:srgbClr val="FF33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体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4664" name="AutoShape 6">
            <a:extLst>
              <a:ext uri="{FF2B5EF4-FFF2-40B4-BE49-F238E27FC236}">
                <a16:creationId xmlns:a16="http://schemas.microsoft.com/office/drawing/2014/main" id="{08E9676E-ED5D-48F6-A70C-FEA2C9E22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1138238"/>
            <a:ext cx="1001713" cy="369887"/>
          </a:xfrm>
          <a:prstGeom prst="wedgeRectCallout">
            <a:avLst>
              <a:gd name="adj1" fmla="val 40491"/>
              <a:gd name="adj2" fmla="val 204079"/>
            </a:avLst>
          </a:prstGeom>
          <a:solidFill>
            <a:srgbClr val="FFFFFF"/>
          </a:solidFill>
          <a:ln w="38100" cap="flat" algn="ctr">
            <a:solidFill>
              <a:srgbClr val="FF33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体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</a:p>
        </p:txBody>
      </p:sp>
      <p:sp>
        <p:nvSpPr>
          <p:cNvPr id="4665" name="AutoShape 7">
            <a:extLst>
              <a:ext uri="{FF2B5EF4-FFF2-40B4-BE49-F238E27FC236}">
                <a16:creationId xmlns:a16="http://schemas.microsoft.com/office/drawing/2014/main" id="{D3FFE883-78B2-4973-BC43-6ED13D374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93663"/>
            <a:ext cx="800100" cy="457200"/>
          </a:xfrm>
          <a:prstGeom prst="wedgeRectCallout">
            <a:avLst>
              <a:gd name="adj1" fmla="val -57144"/>
              <a:gd name="adj2" fmla="val 205556"/>
            </a:avLst>
          </a:prstGeom>
          <a:solidFill>
            <a:srgbClr val="FFFFFF"/>
          </a:solidFill>
          <a:ln w="38100" cap="flat" algn="ctr">
            <a:solidFill>
              <a:srgbClr val="FF33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体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3</a:t>
            </a:r>
          </a:p>
        </p:txBody>
      </p:sp>
      <p:sp>
        <p:nvSpPr>
          <p:cNvPr id="4666" name="Line 8">
            <a:extLst>
              <a:ext uri="{FF2B5EF4-FFF2-40B4-BE49-F238E27FC236}">
                <a16:creationId xmlns:a16="http://schemas.microsoft.com/office/drawing/2014/main" id="{B2C4E286-DB59-46AB-81E0-52B0DCC624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43613" y="4687888"/>
            <a:ext cx="628650" cy="26193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667" name="Picture 9" descr="3-20-2">
            <a:extLst>
              <a:ext uri="{FF2B5EF4-FFF2-40B4-BE49-F238E27FC236}">
                <a16:creationId xmlns:a16="http://schemas.microsoft.com/office/drawing/2014/main" id="{8A139952-0991-4A66-B373-AE547969403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513" y="3721100"/>
            <a:ext cx="3265487" cy="290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68" name="Picture 10" descr="3-20-5">
            <a:extLst>
              <a:ext uri="{FF2B5EF4-FFF2-40B4-BE49-F238E27FC236}">
                <a16:creationId xmlns:a16="http://schemas.microsoft.com/office/drawing/2014/main" id="{2539315C-8777-4E40-B73A-1785BC4E0E3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0" y="3368675"/>
            <a:ext cx="3768725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69" name="Picture 11" descr="3-20-3">
            <a:extLst>
              <a:ext uri="{FF2B5EF4-FFF2-40B4-BE49-F238E27FC236}">
                <a16:creationId xmlns:a16="http://schemas.microsoft.com/office/drawing/2014/main" id="{85AEA8E7-EC02-44F0-A5B6-5EB743F1AB0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519488"/>
            <a:ext cx="3873500" cy="344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670" name="Group 12">
            <a:extLst>
              <a:ext uri="{FF2B5EF4-FFF2-40B4-BE49-F238E27FC236}">
                <a16:creationId xmlns:a16="http://schemas.microsoft.com/office/drawing/2014/main" id="{761FBA00-9243-4A8F-A051-50D3E924DFB4}"/>
              </a:ext>
            </a:extLst>
          </p:cNvPr>
          <p:cNvGrpSpPr>
            <a:grpSpLocks/>
          </p:cNvGrpSpPr>
          <p:nvPr/>
        </p:nvGrpSpPr>
        <p:grpSpPr bwMode="auto">
          <a:xfrm>
            <a:off x="4535488" y="1255713"/>
            <a:ext cx="1587" cy="3113087"/>
            <a:chOff x="4149" y="542"/>
            <a:chExt cx="1" cy="1488"/>
          </a:xfrm>
        </p:grpSpPr>
        <p:sp>
          <p:nvSpPr>
            <p:cNvPr id="4671" name="Line 13">
              <a:extLst>
                <a:ext uri="{FF2B5EF4-FFF2-40B4-BE49-F238E27FC236}">
                  <a16:creationId xmlns:a16="http://schemas.microsoft.com/office/drawing/2014/main" id="{C98121BA-8199-4ACB-BCAE-3C3F65AF6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542"/>
              <a:ext cx="1" cy="269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2" name="Line 14">
              <a:extLst>
                <a:ext uri="{FF2B5EF4-FFF2-40B4-BE49-F238E27FC236}">
                  <a16:creationId xmlns:a16="http://schemas.microsoft.com/office/drawing/2014/main" id="{538EB6FD-B967-44D4-BE32-C28766833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862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3" name="Line 15">
              <a:extLst>
                <a:ext uri="{FF2B5EF4-FFF2-40B4-BE49-F238E27FC236}">
                  <a16:creationId xmlns:a16="http://schemas.microsoft.com/office/drawing/2014/main" id="{3A2104DB-F839-4C36-AC30-1E9D99E64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964"/>
              <a:ext cx="1" cy="253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4" name="Line 16">
              <a:extLst>
                <a:ext uri="{FF2B5EF4-FFF2-40B4-BE49-F238E27FC236}">
                  <a16:creationId xmlns:a16="http://schemas.microsoft.com/office/drawing/2014/main" id="{1DC058B0-CD6C-48F4-9C29-1CEEB738C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268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5" name="Line 17">
              <a:extLst>
                <a:ext uri="{FF2B5EF4-FFF2-40B4-BE49-F238E27FC236}">
                  <a16:creationId xmlns:a16="http://schemas.microsoft.com/office/drawing/2014/main" id="{D94D64E3-7A0C-4432-A5E7-8057DFECA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370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6" name="Line 18">
              <a:extLst>
                <a:ext uri="{FF2B5EF4-FFF2-40B4-BE49-F238E27FC236}">
                  <a16:creationId xmlns:a16="http://schemas.microsoft.com/office/drawing/2014/main" id="{7C0EBEB0-C5CA-4411-9CD5-F79E3562C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674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7" name="Line 19">
              <a:extLst>
                <a:ext uri="{FF2B5EF4-FFF2-40B4-BE49-F238E27FC236}">
                  <a16:creationId xmlns:a16="http://schemas.microsoft.com/office/drawing/2014/main" id="{D52EC72F-BBC5-4DC9-AB23-DC2EAC56B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776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78" name="Line 20">
            <a:extLst>
              <a:ext uri="{FF2B5EF4-FFF2-40B4-BE49-F238E27FC236}">
                <a16:creationId xmlns:a16="http://schemas.microsoft.com/office/drawing/2014/main" id="{6C105CA6-BE50-4C47-8B13-F3EB4B1631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9188" y="2165350"/>
            <a:ext cx="0" cy="121761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79" name="Line 21">
            <a:extLst>
              <a:ext uri="{FF2B5EF4-FFF2-40B4-BE49-F238E27FC236}">
                <a16:creationId xmlns:a16="http://schemas.microsoft.com/office/drawing/2014/main" id="{16D300DA-C07D-4471-94C1-D988412365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4425" y="2182813"/>
            <a:ext cx="771525" cy="158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0" name="Line 22">
            <a:extLst>
              <a:ext uri="{FF2B5EF4-FFF2-40B4-BE49-F238E27FC236}">
                <a16:creationId xmlns:a16="http://schemas.microsoft.com/office/drawing/2014/main" id="{4A13A921-8D2D-47D4-B32C-E8B0D50A2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8" y="3389313"/>
            <a:ext cx="1587" cy="6381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1" name="Line 23">
            <a:extLst>
              <a:ext uri="{FF2B5EF4-FFF2-40B4-BE49-F238E27FC236}">
                <a16:creationId xmlns:a16="http://schemas.microsoft.com/office/drawing/2014/main" id="{08789A52-D76B-4DF9-994D-D69083D0F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8" y="4027488"/>
            <a:ext cx="290195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2" name="Line 24">
            <a:extLst>
              <a:ext uri="{FF2B5EF4-FFF2-40B4-BE49-F238E27FC236}">
                <a16:creationId xmlns:a16="http://schemas.microsoft.com/office/drawing/2014/main" id="{9FCBFD40-D67C-4AD9-9D61-E7F67D85D1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9300" y="3389313"/>
            <a:ext cx="1588" cy="6381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3" name="Line 25">
            <a:extLst>
              <a:ext uri="{FF2B5EF4-FFF2-40B4-BE49-F238E27FC236}">
                <a16:creationId xmlns:a16="http://schemas.microsoft.com/office/drawing/2014/main" id="{84B447D4-9A67-48A9-8BE8-B41DD517A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788" y="3389313"/>
            <a:ext cx="3175" cy="636587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4" name="Line 26">
            <a:extLst>
              <a:ext uri="{FF2B5EF4-FFF2-40B4-BE49-F238E27FC236}">
                <a16:creationId xmlns:a16="http://schemas.microsoft.com/office/drawing/2014/main" id="{FDE502F4-3458-490D-AF11-113E76393E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9300" y="2112963"/>
            <a:ext cx="1588" cy="127635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5" name="Line 27">
            <a:extLst>
              <a:ext uri="{FF2B5EF4-FFF2-40B4-BE49-F238E27FC236}">
                <a16:creationId xmlns:a16="http://schemas.microsoft.com/office/drawing/2014/main" id="{FCABE2DA-0E71-4B08-8C86-43EAAAADD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2112963"/>
            <a:ext cx="3175" cy="127635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6" name="Freeform 28">
            <a:extLst>
              <a:ext uri="{FF2B5EF4-FFF2-40B4-BE49-F238E27FC236}">
                <a16:creationId xmlns:a16="http://schemas.microsoft.com/office/drawing/2014/main" id="{00144CFB-D78C-4C0F-8888-6685E3238DBD}"/>
              </a:ext>
            </a:extLst>
          </p:cNvPr>
          <p:cNvSpPr>
            <a:spLocks/>
          </p:cNvSpPr>
          <p:nvPr/>
        </p:nvSpPr>
        <p:spPr bwMode="auto">
          <a:xfrm>
            <a:off x="1890713" y="1433513"/>
            <a:ext cx="1398587" cy="679450"/>
          </a:xfrm>
          <a:custGeom>
            <a:avLst/>
            <a:gdLst>
              <a:gd name="T0" fmla="*/ 4548 w 4548"/>
              <a:gd name="T1" fmla="*/ 2275 h 2275"/>
              <a:gd name="T2" fmla="*/ 4536 w 4548"/>
              <a:gd name="T3" fmla="*/ 2053 h 2275"/>
              <a:gd name="T4" fmla="*/ 4503 w 4548"/>
              <a:gd name="T5" fmla="*/ 1831 h 2275"/>
              <a:gd name="T6" fmla="*/ 4449 w 4548"/>
              <a:gd name="T7" fmla="*/ 1614 h 2275"/>
              <a:gd name="T8" fmla="*/ 4374 w 4548"/>
              <a:gd name="T9" fmla="*/ 1404 h 2275"/>
              <a:gd name="T10" fmla="*/ 4279 w 4548"/>
              <a:gd name="T11" fmla="*/ 1202 h 2275"/>
              <a:gd name="T12" fmla="*/ 4164 w 4548"/>
              <a:gd name="T13" fmla="*/ 1012 h 2275"/>
              <a:gd name="T14" fmla="*/ 4031 w 4548"/>
              <a:gd name="T15" fmla="*/ 832 h 2275"/>
              <a:gd name="T16" fmla="*/ 3881 w 4548"/>
              <a:gd name="T17" fmla="*/ 667 h 2275"/>
              <a:gd name="T18" fmla="*/ 3716 w 4548"/>
              <a:gd name="T19" fmla="*/ 517 h 2275"/>
              <a:gd name="T20" fmla="*/ 3537 w 4548"/>
              <a:gd name="T21" fmla="*/ 384 h 2275"/>
              <a:gd name="T22" fmla="*/ 3346 w 4548"/>
              <a:gd name="T23" fmla="*/ 269 h 2275"/>
              <a:gd name="T24" fmla="*/ 3143 w 4548"/>
              <a:gd name="T25" fmla="*/ 174 h 2275"/>
              <a:gd name="T26" fmla="*/ 2933 w 4548"/>
              <a:gd name="T27" fmla="*/ 98 h 2275"/>
              <a:gd name="T28" fmla="*/ 2718 w 4548"/>
              <a:gd name="T29" fmla="*/ 45 h 2275"/>
              <a:gd name="T30" fmla="*/ 2496 w 4548"/>
              <a:gd name="T31" fmla="*/ 12 h 2275"/>
              <a:gd name="T32" fmla="*/ 2274 w 4548"/>
              <a:gd name="T33" fmla="*/ 0 h 2275"/>
              <a:gd name="T34" fmla="*/ 2051 w 4548"/>
              <a:gd name="T35" fmla="*/ 12 h 2275"/>
              <a:gd name="T36" fmla="*/ 1830 w 4548"/>
              <a:gd name="T37" fmla="*/ 45 h 2275"/>
              <a:gd name="T38" fmla="*/ 1614 w 4548"/>
              <a:gd name="T39" fmla="*/ 98 h 2275"/>
              <a:gd name="T40" fmla="*/ 1404 w 4548"/>
              <a:gd name="T41" fmla="*/ 174 h 2275"/>
              <a:gd name="T42" fmla="*/ 1202 w 4548"/>
              <a:gd name="T43" fmla="*/ 269 h 2275"/>
              <a:gd name="T44" fmla="*/ 1011 w 4548"/>
              <a:gd name="T45" fmla="*/ 384 h 2275"/>
              <a:gd name="T46" fmla="*/ 832 w 4548"/>
              <a:gd name="T47" fmla="*/ 517 h 2275"/>
              <a:gd name="T48" fmla="*/ 667 w 4548"/>
              <a:gd name="T49" fmla="*/ 667 h 2275"/>
              <a:gd name="T50" fmla="*/ 517 w 4548"/>
              <a:gd name="T51" fmla="*/ 832 h 2275"/>
              <a:gd name="T52" fmla="*/ 384 w 4548"/>
              <a:gd name="T53" fmla="*/ 1012 h 2275"/>
              <a:gd name="T54" fmla="*/ 269 w 4548"/>
              <a:gd name="T55" fmla="*/ 1202 h 2275"/>
              <a:gd name="T56" fmla="*/ 174 w 4548"/>
              <a:gd name="T57" fmla="*/ 1404 h 2275"/>
              <a:gd name="T58" fmla="*/ 99 w 4548"/>
              <a:gd name="T59" fmla="*/ 1614 h 2275"/>
              <a:gd name="T60" fmla="*/ 45 w 4548"/>
              <a:gd name="T61" fmla="*/ 1831 h 2275"/>
              <a:gd name="T62" fmla="*/ 12 w 4548"/>
              <a:gd name="T63" fmla="*/ 2053 h 2275"/>
              <a:gd name="T64" fmla="*/ 0 w 4548"/>
              <a:gd name="T65" fmla="*/ 2275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548" h="2275">
                <a:moveTo>
                  <a:pt x="4548" y="2275"/>
                </a:moveTo>
                <a:lnTo>
                  <a:pt x="4536" y="2053"/>
                </a:lnTo>
                <a:lnTo>
                  <a:pt x="4503" y="1831"/>
                </a:lnTo>
                <a:lnTo>
                  <a:pt x="4449" y="1614"/>
                </a:lnTo>
                <a:lnTo>
                  <a:pt x="4374" y="1404"/>
                </a:lnTo>
                <a:lnTo>
                  <a:pt x="4279" y="1202"/>
                </a:lnTo>
                <a:lnTo>
                  <a:pt x="4164" y="1012"/>
                </a:lnTo>
                <a:lnTo>
                  <a:pt x="4031" y="832"/>
                </a:lnTo>
                <a:lnTo>
                  <a:pt x="3881" y="667"/>
                </a:lnTo>
                <a:lnTo>
                  <a:pt x="3716" y="517"/>
                </a:lnTo>
                <a:lnTo>
                  <a:pt x="3537" y="384"/>
                </a:lnTo>
                <a:lnTo>
                  <a:pt x="3346" y="269"/>
                </a:lnTo>
                <a:lnTo>
                  <a:pt x="3143" y="174"/>
                </a:lnTo>
                <a:lnTo>
                  <a:pt x="2933" y="98"/>
                </a:lnTo>
                <a:lnTo>
                  <a:pt x="2718" y="45"/>
                </a:lnTo>
                <a:lnTo>
                  <a:pt x="2496" y="12"/>
                </a:lnTo>
                <a:lnTo>
                  <a:pt x="2274" y="0"/>
                </a:lnTo>
                <a:lnTo>
                  <a:pt x="2051" y="12"/>
                </a:lnTo>
                <a:lnTo>
                  <a:pt x="1830" y="45"/>
                </a:lnTo>
                <a:lnTo>
                  <a:pt x="1614" y="98"/>
                </a:lnTo>
                <a:lnTo>
                  <a:pt x="1404" y="174"/>
                </a:lnTo>
                <a:lnTo>
                  <a:pt x="1202" y="269"/>
                </a:lnTo>
                <a:lnTo>
                  <a:pt x="1011" y="384"/>
                </a:lnTo>
                <a:lnTo>
                  <a:pt x="832" y="517"/>
                </a:lnTo>
                <a:lnTo>
                  <a:pt x="667" y="667"/>
                </a:lnTo>
                <a:lnTo>
                  <a:pt x="517" y="832"/>
                </a:lnTo>
                <a:lnTo>
                  <a:pt x="384" y="1012"/>
                </a:lnTo>
                <a:lnTo>
                  <a:pt x="269" y="1202"/>
                </a:lnTo>
                <a:lnTo>
                  <a:pt x="174" y="1404"/>
                </a:lnTo>
                <a:lnTo>
                  <a:pt x="99" y="1614"/>
                </a:lnTo>
                <a:lnTo>
                  <a:pt x="45" y="1831"/>
                </a:lnTo>
                <a:lnTo>
                  <a:pt x="12" y="2053"/>
                </a:lnTo>
                <a:lnTo>
                  <a:pt x="0" y="227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7" name="Freeform 29">
            <a:extLst>
              <a:ext uri="{FF2B5EF4-FFF2-40B4-BE49-F238E27FC236}">
                <a16:creationId xmlns:a16="http://schemas.microsoft.com/office/drawing/2014/main" id="{2F2DEFF1-5291-4BDF-8502-6263718AC9B3}"/>
              </a:ext>
            </a:extLst>
          </p:cNvPr>
          <p:cNvSpPr>
            <a:spLocks/>
          </p:cNvSpPr>
          <p:nvPr/>
        </p:nvSpPr>
        <p:spPr bwMode="auto">
          <a:xfrm>
            <a:off x="2198688" y="1731963"/>
            <a:ext cx="784225" cy="763587"/>
          </a:xfrm>
          <a:custGeom>
            <a:avLst/>
            <a:gdLst>
              <a:gd name="T0" fmla="*/ 2556 w 2556"/>
              <a:gd name="T1" fmla="*/ 1279 h 2558"/>
              <a:gd name="T2" fmla="*/ 2546 w 2556"/>
              <a:gd name="T3" fmla="*/ 1112 h 2558"/>
              <a:gd name="T4" fmla="*/ 2513 w 2556"/>
              <a:gd name="T5" fmla="*/ 948 h 2558"/>
              <a:gd name="T6" fmla="*/ 2460 w 2556"/>
              <a:gd name="T7" fmla="*/ 790 h 2558"/>
              <a:gd name="T8" fmla="*/ 2385 w 2556"/>
              <a:gd name="T9" fmla="*/ 639 h 2558"/>
              <a:gd name="T10" fmla="*/ 2293 w 2556"/>
              <a:gd name="T11" fmla="*/ 500 h 2558"/>
              <a:gd name="T12" fmla="*/ 2182 w 2556"/>
              <a:gd name="T13" fmla="*/ 374 h 2558"/>
              <a:gd name="T14" fmla="*/ 2057 w 2556"/>
              <a:gd name="T15" fmla="*/ 264 h 2558"/>
              <a:gd name="T16" fmla="*/ 1917 w 2556"/>
              <a:gd name="T17" fmla="*/ 171 h 2558"/>
              <a:gd name="T18" fmla="*/ 1767 w 2556"/>
              <a:gd name="T19" fmla="*/ 97 h 2558"/>
              <a:gd name="T20" fmla="*/ 1609 w 2556"/>
              <a:gd name="T21" fmla="*/ 43 h 2558"/>
              <a:gd name="T22" fmla="*/ 1445 w 2556"/>
              <a:gd name="T23" fmla="*/ 11 h 2558"/>
              <a:gd name="T24" fmla="*/ 1278 w 2556"/>
              <a:gd name="T25" fmla="*/ 0 h 2558"/>
              <a:gd name="T26" fmla="*/ 1111 w 2556"/>
              <a:gd name="T27" fmla="*/ 11 h 2558"/>
              <a:gd name="T28" fmla="*/ 946 w 2556"/>
              <a:gd name="T29" fmla="*/ 43 h 2558"/>
              <a:gd name="T30" fmla="*/ 789 w 2556"/>
              <a:gd name="T31" fmla="*/ 97 h 2558"/>
              <a:gd name="T32" fmla="*/ 639 w 2556"/>
              <a:gd name="T33" fmla="*/ 171 h 2558"/>
              <a:gd name="T34" fmla="*/ 499 w 2556"/>
              <a:gd name="T35" fmla="*/ 264 h 2558"/>
              <a:gd name="T36" fmla="*/ 373 w 2556"/>
              <a:gd name="T37" fmla="*/ 374 h 2558"/>
              <a:gd name="T38" fmla="*/ 263 w 2556"/>
              <a:gd name="T39" fmla="*/ 500 h 2558"/>
              <a:gd name="T40" fmla="*/ 170 w 2556"/>
              <a:gd name="T41" fmla="*/ 639 h 2558"/>
              <a:gd name="T42" fmla="*/ 96 w 2556"/>
              <a:gd name="T43" fmla="*/ 790 h 2558"/>
              <a:gd name="T44" fmla="*/ 43 w 2556"/>
              <a:gd name="T45" fmla="*/ 948 h 2558"/>
              <a:gd name="T46" fmla="*/ 10 w 2556"/>
              <a:gd name="T47" fmla="*/ 1112 h 2558"/>
              <a:gd name="T48" fmla="*/ 0 w 2556"/>
              <a:gd name="T49" fmla="*/ 1279 h 2558"/>
              <a:gd name="T50" fmla="*/ 10 w 2556"/>
              <a:gd name="T51" fmla="*/ 1446 h 2558"/>
              <a:gd name="T52" fmla="*/ 43 w 2556"/>
              <a:gd name="T53" fmla="*/ 1611 h 2558"/>
              <a:gd name="T54" fmla="*/ 96 w 2556"/>
              <a:gd name="T55" fmla="*/ 1768 h 2558"/>
              <a:gd name="T56" fmla="*/ 170 w 2556"/>
              <a:gd name="T57" fmla="*/ 1919 h 2558"/>
              <a:gd name="T58" fmla="*/ 263 w 2556"/>
              <a:gd name="T59" fmla="*/ 2058 h 2558"/>
              <a:gd name="T60" fmla="*/ 373 w 2556"/>
              <a:gd name="T61" fmla="*/ 2184 h 2558"/>
              <a:gd name="T62" fmla="*/ 499 w 2556"/>
              <a:gd name="T63" fmla="*/ 2294 h 2558"/>
              <a:gd name="T64" fmla="*/ 639 w 2556"/>
              <a:gd name="T65" fmla="*/ 2387 h 2558"/>
              <a:gd name="T66" fmla="*/ 789 w 2556"/>
              <a:gd name="T67" fmla="*/ 2462 h 2558"/>
              <a:gd name="T68" fmla="*/ 946 w 2556"/>
              <a:gd name="T69" fmla="*/ 2515 h 2558"/>
              <a:gd name="T70" fmla="*/ 1111 w 2556"/>
              <a:gd name="T71" fmla="*/ 2548 h 2558"/>
              <a:gd name="T72" fmla="*/ 1278 w 2556"/>
              <a:gd name="T73" fmla="*/ 2558 h 2558"/>
              <a:gd name="T74" fmla="*/ 1445 w 2556"/>
              <a:gd name="T75" fmla="*/ 2548 h 2558"/>
              <a:gd name="T76" fmla="*/ 1609 w 2556"/>
              <a:gd name="T77" fmla="*/ 2515 h 2558"/>
              <a:gd name="T78" fmla="*/ 1767 w 2556"/>
              <a:gd name="T79" fmla="*/ 2462 h 2558"/>
              <a:gd name="T80" fmla="*/ 1917 w 2556"/>
              <a:gd name="T81" fmla="*/ 2387 h 2558"/>
              <a:gd name="T82" fmla="*/ 2057 w 2556"/>
              <a:gd name="T83" fmla="*/ 2294 h 2558"/>
              <a:gd name="T84" fmla="*/ 2182 w 2556"/>
              <a:gd name="T85" fmla="*/ 2184 h 2558"/>
              <a:gd name="T86" fmla="*/ 2293 w 2556"/>
              <a:gd name="T87" fmla="*/ 2058 h 2558"/>
              <a:gd name="T88" fmla="*/ 2385 w 2556"/>
              <a:gd name="T89" fmla="*/ 1919 h 2558"/>
              <a:gd name="T90" fmla="*/ 2460 w 2556"/>
              <a:gd name="T91" fmla="*/ 1768 h 2558"/>
              <a:gd name="T92" fmla="*/ 2513 w 2556"/>
              <a:gd name="T93" fmla="*/ 1611 h 2558"/>
              <a:gd name="T94" fmla="*/ 2546 w 2556"/>
              <a:gd name="T95" fmla="*/ 1446 h 2558"/>
              <a:gd name="T96" fmla="*/ 2556 w 2556"/>
              <a:gd name="T97" fmla="*/ 1279 h 2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56" h="2558">
                <a:moveTo>
                  <a:pt x="2556" y="1279"/>
                </a:moveTo>
                <a:lnTo>
                  <a:pt x="2546" y="1112"/>
                </a:lnTo>
                <a:lnTo>
                  <a:pt x="2513" y="948"/>
                </a:lnTo>
                <a:lnTo>
                  <a:pt x="2460" y="790"/>
                </a:lnTo>
                <a:lnTo>
                  <a:pt x="2385" y="639"/>
                </a:lnTo>
                <a:lnTo>
                  <a:pt x="2293" y="500"/>
                </a:lnTo>
                <a:lnTo>
                  <a:pt x="2182" y="374"/>
                </a:lnTo>
                <a:lnTo>
                  <a:pt x="2057" y="264"/>
                </a:lnTo>
                <a:lnTo>
                  <a:pt x="1917" y="171"/>
                </a:lnTo>
                <a:lnTo>
                  <a:pt x="1767" y="97"/>
                </a:lnTo>
                <a:lnTo>
                  <a:pt x="1609" y="43"/>
                </a:lnTo>
                <a:lnTo>
                  <a:pt x="1445" y="11"/>
                </a:lnTo>
                <a:lnTo>
                  <a:pt x="1278" y="0"/>
                </a:lnTo>
                <a:lnTo>
                  <a:pt x="1111" y="11"/>
                </a:lnTo>
                <a:lnTo>
                  <a:pt x="946" y="43"/>
                </a:lnTo>
                <a:lnTo>
                  <a:pt x="789" y="97"/>
                </a:lnTo>
                <a:lnTo>
                  <a:pt x="639" y="171"/>
                </a:lnTo>
                <a:lnTo>
                  <a:pt x="499" y="264"/>
                </a:lnTo>
                <a:lnTo>
                  <a:pt x="373" y="374"/>
                </a:lnTo>
                <a:lnTo>
                  <a:pt x="263" y="500"/>
                </a:lnTo>
                <a:lnTo>
                  <a:pt x="170" y="639"/>
                </a:lnTo>
                <a:lnTo>
                  <a:pt x="96" y="790"/>
                </a:lnTo>
                <a:lnTo>
                  <a:pt x="43" y="948"/>
                </a:lnTo>
                <a:lnTo>
                  <a:pt x="10" y="1112"/>
                </a:lnTo>
                <a:lnTo>
                  <a:pt x="0" y="1279"/>
                </a:lnTo>
                <a:lnTo>
                  <a:pt x="10" y="1446"/>
                </a:lnTo>
                <a:lnTo>
                  <a:pt x="43" y="1611"/>
                </a:lnTo>
                <a:lnTo>
                  <a:pt x="96" y="1768"/>
                </a:lnTo>
                <a:lnTo>
                  <a:pt x="170" y="1919"/>
                </a:lnTo>
                <a:lnTo>
                  <a:pt x="263" y="2058"/>
                </a:lnTo>
                <a:lnTo>
                  <a:pt x="373" y="2184"/>
                </a:lnTo>
                <a:lnTo>
                  <a:pt x="499" y="2294"/>
                </a:lnTo>
                <a:lnTo>
                  <a:pt x="639" y="2387"/>
                </a:lnTo>
                <a:lnTo>
                  <a:pt x="789" y="2462"/>
                </a:lnTo>
                <a:lnTo>
                  <a:pt x="946" y="2515"/>
                </a:lnTo>
                <a:lnTo>
                  <a:pt x="1111" y="2548"/>
                </a:lnTo>
                <a:lnTo>
                  <a:pt x="1278" y="2558"/>
                </a:lnTo>
                <a:lnTo>
                  <a:pt x="1445" y="2548"/>
                </a:lnTo>
                <a:lnTo>
                  <a:pt x="1609" y="2515"/>
                </a:lnTo>
                <a:lnTo>
                  <a:pt x="1767" y="2462"/>
                </a:lnTo>
                <a:lnTo>
                  <a:pt x="1917" y="2387"/>
                </a:lnTo>
                <a:lnTo>
                  <a:pt x="2057" y="2294"/>
                </a:lnTo>
                <a:lnTo>
                  <a:pt x="2182" y="2184"/>
                </a:lnTo>
                <a:lnTo>
                  <a:pt x="2293" y="2058"/>
                </a:lnTo>
                <a:lnTo>
                  <a:pt x="2385" y="1919"/>
                </a:lnTo>
                <a:lnTo>
                  <a:pt x="2460" y="1768"/>
                </a:lnTo>
                <a:lnTo>
                  <a:pt x="2513" y="1611"/>
                </a:lnTo>
                <a:lnTo>
                  <a:pt x="2546" y="1446"/>
                </a:lnTo>
                <a:lnTo>
                  <a:pt x="2556" y="1279"/>
                </a:lnTo>
                <a:close/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8" name="Line 30">
            <a:extLst>
              <a:ext uri="{FF2B5EF4-FFF2-40B4-BE49-F238E27FC236}">
                <a16:creationId xmlns:a16="http://schemas.microsoft.com/office/drawing/2014/main" id="{6D7767CF-25FC-4C0B-8050-591FE9B99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8425" y="2786063"/>
            <a:ext cx="1588" cy="5969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89" name="Line 31">
            <a:extLst>
              <a:ext uri="{FF2B5EF4-FFF2-40B4-BE49-F238E27FC236}">
                <a16:creationId xmlns:a16="http://schemas.microsoft.com/office/drawing/2014/main" id="{7D821918-70BD-427E-A126-16BDE8E41A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4775" y="2786063"/>
            <a:ext cx="1588" cy="5969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0" name="Freeform 32">
            <a:extLst>
              <a:ext uri="{FF2B5EF4-FFF2-40B4-BE49-F238E27FC236}">
                <a16:creationId xmlns:a16="http://schemas.microsoft.com/office/drawing/2014/main" id="{00197C07-3745-408B-B48C-44E96BE4CCBE}"/>
              </a:ext>
            </a:extLst>
          </p:cNvPr>
          <p:cNvSpPr>
            <a:spLocks/>
          </p:cNvSpPr>
          <p:nvPr/>
        </p:nvSpPr>
        <p:spPr bwMode="auto">
          <a:xfrm>
            <a:off x="3914775" y="2171700"/>
            <a:ext cx="1265238" cy="614363"/>
          </a:xfrm>
          <a:custGeom>
            <a:avLst/>
            <a:gdLst>
              <a:gd name="T0" fmla="*/ 4119 w 4119"/>
              <a:gd name="T1" fmla="*/ 2062 h 2062"/>
              <a:gd name="T2" fmla="*/ 4112 w 4119"/>
              <a:gd name="T3" fmla="*/ 1892 h 2062"/>
              <a:gd name="T4" fmla="*/ 4091 w 4119"/>
              <a:gd name="T5" fmla="*/ 1722 h 2062"/>
              <a:gd name="T6" fmla="*/ 4057 w 4119"/>
              <a:gd name="T7" fmla="*/ 1556 h 2062"/>
              <a:gd name="T8" fmla="*/ 4008 w 4119"/>
              <a:gd name="T9" fmla="*/ 1392 h 2062"/>
              <a:gd name="T10" fmla="*/ 3946 w 4119"/>
              <a:gd name="T11" fmla="*/ 1234 h 2062"/>
              <a:gd name="T12" fmla="*/ 3871 w 4119"/>
              <a:gd name="T13" fmla="*/ 1081 h 2062"/>
              <a:gd name="T14" fmla="*/ 3784 w 4119"/>
              <a:gd name="T15" fmla="*/ 935 h 2062"/>
              <a:gd name="T16" fmla="*/ 3684 w 4119"/>
              <a:gd name="T17" fmla="*/ 796 h 2062"/>
              <a:gd name="T18" fmla="*/ 3575 w 4119"/>
              <a:gd name="T19" fmla="*/ 666 h 2062"/>
              <a:gd name="T20" fmla="*/ 3454 w 4119"/>
              <a:gd name="T21" fmla="*/ 545 h 2062"/>
              <a:gd name="T22" fmla="*/ 3325 w 4119"/>
              <a:gd name="T23" fmla="*/ 435 h 2062"/>
              <a:gd name="T24" fmla="*/ 3186 w 4119"/>
              <a:gd name="T25" fmla="*/ 336 h 2062"/>
              <a:gd name="T26" fmla="*/ 3040 w 4119"/>
              <a:gd name="T27" fmla="*/ 249 h 2062"/>
              <a:gd name="T28" fmla="*/ 2886 w 4119"/>
              <a:gd name="T29" fmla="*/ 174 h 2062"/>
              <a:gd name="T30" fmla="*/ 2729 w 4119"/>
              <a:gd name="T31" fmla="*/ 112 h 2062"/>
              <a:gd name="T32" fmla="*/ 2565 w 4119"/>
              <a:gd name="T33" fmla="*/ 64 h 2062"/>
              <a:gd name="T34" fmla="*/ 2398 w 4119"/>
              <a:gd name="T35" fmla="*/ 29 h 2062"/>
              <a:gd name="T36" fmla="*/ 2229 w 4119"/>
              <a:gd name="T37" fmla="*/ 7 h 2062"/>
              <a:gd name="T38" fmla="*/ 2059 w 4119"/>
              <a:gd name="T39" fmla="*/ 0 h 2062"/>
              <a:gd name="T40" fmla="*/ 1889 w 4119"/>
              <a:gd name="T41" fmla="*/ 7 h 2062"/>
              <a:gd name="T42" fmla="*/ 1721 w 4119"/>
              <a:gd name="T43" fmla="*/ 29 h 2062"/>
              <a:gd name="T44" fmla="*/ 1554 w 4119"/>
              <a:gd name="T45" fmla="*/ 64 h 2062"/>
              <a:gd name="T46" fmla="*/ 1390 w 4119"/>
              <a:gd name="T47" fmla="*/ 112 h 2062"/>
              <a:gd name="T48" fmla="*/ 1231 w 4119"/>
              <a:gd name="T49" fmla="*/ 174 h 2062"/>
              <a:gd name="T50" fmla="*/ 1079 w 4119"/>
              <a:gd name="T51" fmla="*/ 249 h 2062"/>
              <a:gd name="T52" fmla="*/ 933 w 4119"/>
              <a:gd name="T53" fmla="*/ 336 h 2062"/>
              <a:gd name="T54" fmla="*/ 794 w 4119"/>
              <a:gd name="T55" fmla="*/ 435 h 2062"/>
              <a:gd name="T56" fmla="*/ 664 w 4119"/>
              <a:gd name="T57" fmla="*/ 545 h 2062"/>
              <a:gd name="T58" fmla="*/ 544 w 4119"/>
              <a:gd name="T59" fmla="*/ 666 h 2062"/>
              <a:gd name="T60" fmla="*/ 433 w 4119"/>
              <a:gd name="T61" fmla="*/ 796 h 2062"/>
              <a:gd name="T62" fmla="*/ 335 w 4119"/>
              <a:gd name="T63" fmla="*/ 935 h 2062"/>
              <a:gd name="T64" fmla="*/ 247 w 4119"/>
              <a:gd name="T65" fmla="*/ 1081 h 2062"/>
              <a:gd name="T66" fmla="*/ 172 w 4119"/>
              <a:gd name="T67" fmla="*/ 1234 h 2062"/>
              <a:gd name="T68" fmla="*/ 111 w 4119"/>
              <a:gd name="T69" fmla="*/ 1392 h 2062"/>
              <a:gd name="T70" fmla="*/ 62 w 4119"/>
              <a:gd name="T71" fmla="*/ 1556 h 2062"/>
              <a:gd name="T72" fmla="*/ 27 w 4119"/>
              <a:gd name="T73" fmla="*/ 1722 h 2062"/>
              <a:gd name="T74" fmla="*/ 7 w 4119"/>
              <a:gd name="T75" fmla="*/ 1892 h 2062"/>
              <a:gd name="T76" fmla="*/ 0 w 4119"/>
              <a:gd name="T77" fmla="*/ 2062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119" h="2062">
                <a:moveTo>
                  <a:pt x="4119" y="2062"/>
                </a:moveTo>
                <a:lnTo>
                  <a:pt x="4112" y="1892"/>
                </a:lnTo>
                <a:lnTo>
                  <a:pt x="4091" y="1722"/>
                </a:lnTo>
                <a:lnTo>
                  <a:pt x="4057" y="1556"/>
                </a:lnTo>
                <a:lnTo>
                  <a:pt x="4008" y="1392"/>
                </a:lnTo>
                <a:lnTo>
                  <a:pt x="3946" y="1234"/>
                </a:lnTo>
                <a:lnTo>
                  <a:pt x="3871" y="1081"/>
                </a:lnTo>
                <a:lnTo>
                  <a:pt x="3784" y="935"/>
                </a:lnTo>
                <a:lnTo>
                  <a:pt x="3684" y="796"/>
                </a:lnTo>
                <a:lnTo>
                  <a:pt x="3575" y="666"/>
                </a:lnTo>
                <a:lnTo>
                  <a:pt x="3454" y="545"/>
                </a:lnTo>
                <a:lnTo>
                  <a:pt x="3325" y="435"/>
                </a:lnTo>
                <a:lnTo>
                  <a:pt x="3186" y="336"/>
                </a:lnTo>
                <a:lnTo>
                  <a:pt x="3040" y="249"/>
                </a:lnTo>
                <a:lnTo>
                  <a:pt x="2886" y="174"/>
                </a:lnTo>
                <a:lnTo>
                  <a:pt x="2729" y="112"/>
                </a:lnTo>
                <a:lnTo>
                  <a:pt x="2565" y="64"/>
                </a:lnTo>
                <a:lnTo>
                  <a:pt x="2398" y="29"/>
                </a:lnTo>
                <a:lnTo>
                  <a:pt x="2229" y="7"/>
                </a:lnTo>
                <a:lnTo>
                  <a:pt x="2059" y="0"/>
                </a:lnTo>
                <a:lnTo>
                  <a:pt x="1889" y="7"/>
                </a:lnTo>
                <a:lnTo>
                  <a:pt x="1721" y="29"/>
                </a:lnTo>
                <a:lnTo>
                  <a:pt x="1554" y="64"/>
                </a:lnTo>
                <a:lnTo>
                  <a:pt x="1390" y="112"/>
                </a:lnTo>
                <a:lnTo>
                  <a:pt x="1231" y="174"/>
                </a:lnTo>
                <a:lnTo>
                  <a:pt x="1079" y="249"/>
                </a:lnTo>
                <a:lnTo>
                  <a:pt x="933" y="336"/>
                </a:lnTo>
                <a:lnTo>
                  <a:pt x="794" y="435"/>
                </a:lnTo>
                <a:lnTo>
                  <a:pt x="664" y="545"/>
                </a:lnTo>
                <a:lnTo>
                  <a:pt x="544" y="666"/>
                </a:lnTo>
                <a:lnTo>
                  <a:pt x="433" y="796"/>
                </a:lnTo>
                <a:lnTo>
                  <a:pt x="335" y="935"/>
                </a:lnTo>
                <a:lnTo>
                  <a:pt x="247" y="1081"/>
                </a:lnTo>
                <a:lnTo>
                  <a:pt x="172" y="1234"/>
                </a:lnTo>
                <a:lnTo>
                  <a:pt x="111" y="1392"/>
                </a:lnTo>
                <a:lnTo>
                  <a:pt x="62" y="1556"/>
                </a:lnTo>
                <a:lnTo>
                  <a:pt x="27" y="1722"/>
                </a:lnTo>
                <a:lnTo>
                  <a:pt x="7" y="1892"/>
                </a:lnTo>
                <a:lnTo>
                  <a:pt x="0" y="2062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1" name="Line 33">
            <a:extLst>
              <a:ext uri="{FF2B5EF4-FFF2-40B4-BE49-F238E27FC236}">
                <a16:creationId xmlns:a16="http://schemas.microsoft.com/office/drawing/2014/main" id="{F261DD7F-AE40-4A50-8EC0-34B42BDE43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3382963"/>
            <a:ext cx="1588" cy="635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2" name="Line 34">
            <a:extLst>
              <a:ext uri="{FF2B5EF4-FFF2-40B4-BE49-F238E27FC236}">
                <a16:creationId xmlns:a16="http://schemas.microsoft.com/office/drawing/2014/main" id="{3E6C45D3-2490-450D-A2D0-BEE35D452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213" y="3382963"/>
            <a:ext cx="1587" cy="635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3" name="Line 35">
            <a:extLst>
              <a:ext uri="{FF2B5EF4-FFF2-40B4-BE49-F238E27FC236}">
                <a16:creationId xmlns:a16="http://schemas.microsoft.com/office/drawing/2014/main" id="{77D36ECB-245B-4CCB-9959-3C4314D38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8725" y="4030663"/>
            <a:ext cx="1546225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4" name="Line 36">
            <a:extLst>
              <a:ext uri="{FF2B5EF4-FFF2-40B4-BE49-F238E27FC236}">
                <a16:creationId xmlns:a16="http://schemas.microsoft.com/office/drawing/2014/main" id="{5668ABD3-BF12-42C1-BD49-1E86109E3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0" y="3406775"/>
            <a:ext cx="1588" cy="635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5" name="Line 37">
            <a:extLst>
              <a:ext uri="{FF2B5EF4-FFF2-40B4-BE49-F238E27FC236}">
                <a16:creationId xmlns:a16="http://schemas.microsoft.com/office/drawing/2014/main" id="{639DD9FB-C208-409B-BF7C-F1C50D7DF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075" y="3406775"/>
            <a:ext cx="0" cy="635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6" name="Line 38">
            <a:extLst>
              <a:ext uri="{FF2B5EF4-FFF2-40B4-BE49-F238E27FC236}">
                <a16:creationId xmlns:a16="http://schemas.microsoft.com/office/drawing/2014/main" id="{6EEDC271-6114-4807-8250-09E41CE06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3013" y="1744663"/>
            <a:ext cx="1527175" cy="1587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7" name="Line 39">
            <a:extLst>
              <a:ext uri="{FF2B5EF4-FFF2-40B4-BE49-F238E27FC236}">
                <a16:creationId xmlns:a16="http://schemas.microsoft.com/office/drawing/2014/main" id="{139F7899-5988-461E-A352-261D3FD78E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5550" y="1430338"/>
            <a:ext cx="1531938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8" name="Line 40">
            <a:extLst>
              <a:ext uri="{FF2B5EF4-FFF2-40B4-BE49-F238E27FC236}">
                <a16:creationId xmlns:a16="http://schemas.microsoft.com/office/drawing/2014/main" id="{6DCEDCCB-B931-4E11-8432-79F388E19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0" y="1428750"/>
            <a:ext cx="0" cy="19812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99" name="Line 41">
            <a:extLst>
              <a:ext uri="{FF2B5EF4-FFF2-40B4-BE49-F238E27FC236}">
                <a16:creationId xmlns:a16="http://schemas.microsoft.com/office/drawing/2014/main" id="{D267644A-5DE3-4CE6-AD8F-D762889D7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7488" y="1416050"/>
            <a:ext cx="0" cy="199072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00" name="Group 42">
            <a:extLst>
              <a:ext uri="{FF2B5EF4-FFF2-40B4-BE49-F238E27FC236}">
                <a16:creationId xmlns:a16="http://schemas.microsoft.com/office/drawing/2014/main" id="{9890FD75-A3B5-4683-8C2E-69CE7D744471}"/>
              </a:ext>
            </a:extLst>
          </p:cNvPr>
          <p:cNvGrpSpPr>
            <a:grpSpLocks/>
          </p:cNvGrpSpPr>
          <p:nvPr/>
        </p:nvGrpSpPr>
        <p:grpSpPr bwMode="auto">
          <a:xfrm>
            <a:off x="1790700" y="2089150"/>
            <a:ext cx="3727450" cy="4763"/>
            <a:chOff x="3447" y="2507"/>
            <a:chExt cx="1734" cy="2"/>
          </a:xfrm>
        </p:grpSpPr>
        <p:sp>
          <p:nvSpPr>
            <p:cNvPr id="4701" name="Line 43">
              <a:extLst>
                <a:ext uri="{FF2B5EF4-FFF2-40B4-BE49-F238E27FC236}">
                  <a16:creationId xmlns:a16="http://schemas.microsoft.com/office/drawing/2014/main" id="{5D36F70A-E1BF-46E2-BCD5-CA7D6CF84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" y="2508"/>
              <a:ext cx="51" cy="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02" name="Line 44">
              <a:extLst>
                <a:ext uri="{FF2B5EF4-FFF2-40B4-BE49-F238E27FC236}">
                  <a16:creationId xmlns:a16="http://schemas.microsoft.com/office/drawing/2014/main" id="{4709F285-BD13-45D7-93FF-C13978349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5" y="2508"/>
              <a:ext cx="176" cy="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03" name="Group 45">
              <a:extLst>
                <a:ext uri="{FF2B5EF4-FFF2-40B4-BE49-F238E27FC236}">
                  <a16:creationId xmlns:a16="http://schemas.microsoft.com/office/drawing/2014/main" id="{65812A12-B9FC-4877-AE99-47A469644B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7" y="2507"/>
              <a:ext cx="1393" cy="1"/>
              <a:chOff x="3459" y="2508"/>
              <a:chExt cx="1393" cy="1"/>
            </a:xfrm>
          </p:grpSpPr>
          <p:sp>
            <p:nvSpPr>
              <p:cNvPr id="4704" name="Line 46">
                <a:extLst>
                  <a:ext uri="{FF2B5EF4-FFF2-40B4-BE49-F238E27FC236}">
                    <a16:creationId xmlns:a16="http://schemas.microsoft.com/office/drawing/2014/main" id="{27E73111-E974-4352-953A-13185B78E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" y="2508"/>
                <a:ext cx="176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5" name="Line 47">
                <a:extLst>
                  <a:ext uri="{FF2B5EF4-FFF2-40B4-BE49-F238E27FC236}">
                    <a16:creationId xmlns:a16="http://schemas.microsoft.com/office/drawing/2014/main" id="{F19CED12-6FF2-4B7C-AF8D-0B8CBBAAC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6" y="2508"/>
                <a:ext cx="50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6" name="Line 48">
                <a:extLst>
                  <a:ext uri="{FF2B5EF4-FFF2-40B4-BE49-F238E27FC236}">
                    <a16:creationId xmlns:a16="http://schemas.microsoft.com/office/drawing/2014/main" id="{C336058A-DA32-4FB5-B2CC-61E483D297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7" y="2508"/>
                <a:ext cx="254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7" name="Line 49">
                <a:extLst>
                  <a:ext uri="{FF2B5EF4-FFF2-40B4-BE49-F238E27FC236}">
                    <a16:creationId xmlns:a16="http://schemas.microsoft.com/office/drawing/2014/main" id="{4BCFA561-394B-42BE-84F8-BD100D690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1" y="2508"/>
                <a:ext cx="51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8" name="Line 50">
                <a:extLst>
                  <a:ext uri="{FF2B5EF4-FFF2-40B4-BE49-F238E27FC236}">
                    <a16:creationId xmlns:a16="http://schemas.microsoft.com/office/drawing/2014/main" id="{AC9CBBC7-A33E-42A0-8547-0ED36D458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2508"/>
                <a:ext cx="254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9" name="Line 51">
                <a:extLst>
                  <a:ext uri="{FF2B5EF4-FFF2-40B4-BE49-F238E27FC236}">
                    <a16:creationId xmlns:a16="http://schemas.microsoft.com/office/drawing/2014/main" id="{5805521C-07F8-4F23-BAB5-4BC48E0D0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7" y="2508"/>
                <a:ext cx="51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0" name="Line 52">
                <a:extLst>
                  <a:ext uri="{FF2B5EF4-FFF2-40B4-BE49-F238E27FC236}">
                    <a16:creationId xmlns:a16="http://schemas.microsoft.com/office/drawing/2014/main" id="{961407A0-6CFC-485E-844D-550E1C0DE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508"/>
                <a:ext cx="253" cy="1"/>
              </a:xfrm>
              <a:prstGeom prst="line">
                <a:avLst/>
              </a:prstGeom>
              <a:noFill/>
              <a:ln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711" name="Group 53">
            <a:extLst>
              <a:ext uri="{FF2B5EF4-FFF2-40B4-BE49-F238E27FC236}">
                <a16:creationId xmlns:a16="http://schemas.microsoft.com/office/drawing/2014/main" id="{6CA27D51-07E9-470D-BC27-900DECD4D121}"/>
              </a:ext>
            </a:extLst>
          </p:cNvPr>
          <p:cNvGrpSpPr>
            <a:grpSpLocks/>
          </p:cNvGrpSpPr>
          <p:nvPr/>
        </p:nvGrpSpPr>
        <p:grpSpPr bwMode="auto">
          <a:xfrm>
            <a:off x="2598738" y="1139825"/>
            <a:ext cx="1587" cy="3113088"/>
            <a:chOff x="4149" y="542"/>
            <a:chExt cx="1" cy="1488"/>
          </a:xfrm>
        </p:grpSpPr>
        <p:sp>
          <p:nvSpPr>
            <p:cNvPr id="4712" name="Line 54">
              <a:extLst>
                <a:ext uri="{FF2B5EF4-FFF2-40B4-BE49-F238E27FC236}">
                  <a16:creationId xmlns:a16="http://schemas.microsoft.com/office/drawing/2014/main" id="{FCC2982F-400B-4359-8301-14C01F04D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542"/>
              <a:ext cx="1" cy="269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" name="Line 55">
              <a:extLst>
                <a:ext uri="{FF2B5EF4-FFF2-40B4-BE49-F238E27FC236}">
                  <a16:creationId xmlns:a16="http://schemas.microsoft.com/office/drawing/2014/main" id="{740916E8-1D66-49E2-BACB-83B925538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862"/>
              <a:ext cx="1" cy="5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4" name="Line 56">
              <a:extLst>
                <a:ext uri="{FF2B5EF4-FFF2-40B4-BE49-F238E27FC236}">
                  <a16:creationId xmlns:a16="http://schemas.microsoft.com/office/drawing/2014/main" id="{1EE826B0-B107-449C-972A-C07297FFA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964"/>
              <a:ext cx="1" cy="253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" name="Line 57">
              <a:extLst>
                <a:ext uri="{FF2B5EF4-FFF2-40B4-BE49-F238E27FC236}">
                  <a16:creationId xmlns:a16="http://schemas.microsoft.com/office/drawing/2014/main" id="{8AF7A64D-0289-4642-80D0-CDD2C561C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268"/>
              <a:ext cx="1" cy="5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6" name="Line 58">
              <a:extLst>
                <a:ext uri="{FF2B5EF4-FFF2-40B4-BE49-F238E27FC236}">
                  <a16:creationId xmlns:a16="http://schemas.microsoft.com/office/drawing/2014/main" id="{B81A949E-52E0-4949-9AD8-B71C13B4A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370"/>
              <a:ext cx="1" cy="254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7" name="Line 59">
              <a:extLst>
                <a:ext uri="{FF2B5EF4-FFF2-40B4-BE49-F238E27FC236}">
                  <a16:creationId xmlns:a16="http://schemas.microsoft.com/office/drawing/2014/main" id="{AF65CD37-6954-4A81-AAA4-96D96EE59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674"/>
              <a:ext cx="1" cy="5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8" name="Line 60">
              <a:extLst>
                <a:ext uri="{FF2B5EF4-FFF2-40B4-BE49-F238E27FC236}">
                  <a16:creationId xmlns:a16="http://schemas.microsoft.com/office/drawing/2014/main" id="{95A2CB6D-E3A1-44EE-B25F-8CBE714C4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776"/>
              <a:ext cx="1" cy="254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19" name="Group 61">
            <a:extLst>
              <a:ext uri="{FF2B5EF4-FFF2-40B4-BE49-F238E27FC236}">
                <a16:creationId xmlns:a16="http://schemas.microsoft.com/office/drawing/2014/main" id="{91C35D3A-8C7C-4A54-9FE8-820ED1424CEA}"/>
              </a:ext>
            </a:extLst>
          </p:cNvPr>
          <p:cNvGrpSpPr>
            <a:grpSpLocks/>
          </p:cNvGrpSpPr>
          <p:nvPr/>
        </p:nvGrpSpPr>
        <p:grpSpPr bwMode="auto">
          <a:xfrm>
            <a:off x="1031875" y="2795588"/>
            <a:ext cx="923925" cy="1587"/>
            <a:chOff x="1065" y="497"/>
            <a:chExt cx="582" cy="1"/>
          </a:xfrm>
        </p:grpSpPr>
        <p:sp>
          <p:nvSpPr>
            <p:cNvPr id="4720" name="Line 62">
              <a:extLst>
                <a:ext uri="{FF2B5EF4-FFF2-40B4-BE49-F238E27FC236}">
                  <a16:creationId xmlns:a16="http://schemas.microsoft.com/office/drawing/2014/main" id="{B2A99FE1-57D8-4175-9177-D25CBA2D7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497"/>
              <a:ext cx="176" cy="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1" name="Line 63">
              <a:extLst>
                <a:ext uri="{FF2B5EF4-FFF2-40B4-BE49-F238E27FC236}">
                  <a16:creationId xmlns:a16="http://schemas.microsoft.com/office/drawing/2014/main" id="{020692F9-6536-465B-AA5C-7E8BC2559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497"/>
              <a:ext cx="50" cy="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2" name="Line 64">
              <a:extLst>
                <a:ext uri="{FF2B5EF4-FFF2-40B4-BE49-F238E27FC236}">
                  <a16:creationId xmlns:a16="http://schemas.microsoft.com/office/drawing/2014/main" id="{85676FAA-D86A-4826-BFD5-81534C8EE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3" y="497"/>
              <a:ext cx="254" cy="1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23" name="Line 65">
            <a:extLst>
              <a:ext uri="{FF2B5EF4-FFF2-40B4-BE49-F238E27FC236}">
                <a16:creationId xmlns:a16="http://schemas.microsoft.com/office/drawing/2014/main" id="{D795252C-6E62-4E85-8848-6216F5730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3400425"/>
            <a:ext cx="1500188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24" name="Group 66">
            <a:extLst>
              <a:ext uri="{FF2B5EF4-FFF2-40B4-BE49-F238E27FC236}">
                <a16:creationId xmlns:a16="http://schemas.microsoft.com/office/drawing/2014/main" id="{17F5EB99-DD10-4B30-B12A-5ADC598C100D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1419225"/>
            <a:ext cx="3438525" cy="1993900"/>
            <a:chOff x="2171" y="2766"/>
            <a:chExt cx="2166" cy="1256"/>
          </a:xfrm>
        </p:grpSpPr>
        <p:sp>
          <p:nvSpPr>
            <p:cNvPr id="4725" name="Line 67">
              <a:extLst>
                <a:ext uri="{FF2B5EF4-FFF2-40B4-BE49-F238E27FC236}">
                  <a16:creationId xmlns:a16="http://schemas.microsoft.com/office/drawing/2014/main" id="{F16CCB7C-EFC7-4572-9E54-5BA9C91D6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4" y="3205"/>
              <a:ext cx="1" cy="804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6" name="Line 68">
              <a:extLst>
                <a:ext uri="{FF2B5EF4-FFF2-40B4-BE49-F238E27FC236}">
                  <a16:creationId xmlns:a16="http://schemas.microsoft.com/office/drawing/2014/main" id="{DD04F93C-F8C2-46E6-AF4C-FE678155E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3" y="3205"/>
              <a:ext cx="2" cy="804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7" name="Freeform 69">
              <a:extLst>
                <a:ext uri="{FF2B5EF4-FFF2-40B4-BE49-F238E27FC236}">
                  <a16:creationId xmlns:a16="http://schemas.microsoft.com/office/drawing/2014/main" id="{C2D45766-0AE1-4041-91E7-BFCAB578B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2777"/>
              <a:ext cx="881" cy="428"/>
            </a:xfrm>
            <a:custGeom>
              <a:avLst/>
              <a:gdLst>
                <a:gd name="T0" fmla="*/ 4548 w 4548"/>
                <a:gd name="T1" fmla="*/ 2275 h 2275"/>
                <a:gd name="T2" fmla="*/ 4536 w 4548"/>
                <a:gd name="T3" fmla="*/ 2053 h 2275"/>
                <a:gd name="T4" fmla="*/ 4503 w 4548"/>
                <a:gd name="T5" fmla="*/ 1831 h 2275"/>
                <a:gd name="T6" fmla="*/ 4449 w 4548"/>
                <a:gd name="T7" fmla="*/ 1614 h 2275"/>
                <a:gd name="T8" fmla="*/ 4374 w 4548"/>
                <a:gd name="T9" fmla="*/ 1404 h 2275"/>
                <a:gd name="T10" fmla="*/ 4279 w 4548"/>
                <a:gd name="T11" fmla="*/ 1202 h 2275"/>
                <a:gd name="T12" fmla="*/ 4164 w 4548"/>
                <a:gd name="T13" fmla="*/ 1012 h 2275"/>
                <a:gd name="T14" fmla="*/ 4031 w 4548"/>
                <a:gd name="T15" fmla="*/ 832 h 2275"/>
                <a:gd name="T16" fmla="*/ 3881 w 4548"/>
                <a:gd name="T17" fmla="*/ 667 h 2275"/>
                <a:gd name="T18" fmla="*/ 3716 w 4548"/>
                <a:gd name="T19" fmla="*/ 517 h 2275"/>
                <a:gd name="T20" fmla="*/ 3537 w 4548"/>
                <a:gd name="T21" fmla="*/ 384 h 2275"/>
                <a:gd name="T22" fmla="*/ 3346 w 4548"/>
                <a:gd name="T23" fmla="*/ 269 h 2275"/>
                <a:gd name="T24" fmla="*/ 3143 w 4548"/>
                <a:gd name="T25" fmla="*/ 174 h 2275"/>
                <a:gd name="T26" fmla="*/ 2933 w 4548"/>
                <a:gd name="T27" fmla="*/ 98 h 2275"/>
                <a:gd name="T28" fmla="*/ 2718 w 4548"/>
                <a:gd name="T29" fmla="*/ 45 h 2275"/>
                <a:gd name="T30" fmla="*/ 2496 w 4548"/>
                <a:gd name="T31" fmla="*/ 12 h 2275"/>
                <a:gd name="T32" fmla="*/ 2274 w 4548"/>
                <a:gd name="T33" fmla="*/ 0 h 2275"/>
                <a:gd name="T34" fmla="*/ 2051 w 4548"/>
                <a:gd name="T35" fmla="*/ 12 h 2275"/>
                <a:gd name="T36" fmla="*/ 1830 w 4548"/>
                <a:gd name="T37" fmla="*/ 45 h 2275"/>
                <a:gd name="T38" fmla="*/ 1614 w 4548"/>
                <a:gd name="T39" fmla="*/ 98 h 2275"/>
                <a:gd name="T40" fmla="*/ 1404 w 4548"/>
                <a:gd name="T41" fmla="*/ 174 h 2275"/>
                <a:gd name="T42" fmla="*/ 1202 w 4548"/>
                <a:gd name="T43" fmla="*/ 269 h 2275"/>
                <a:gd name="T44" fmla="*/ 1011 w 4548"/>
                <a:gd name="T45" fmla="*/ 384 h 2275"/>
                <a:gd name="T46" fmla="*/ 832 w 4548"/>
                <a:gd name="T47" fmla="*/ 517 h 2275"/>
                <a:gd name="T48" fmla="*/ 667 w 4548"/>
                <a:gd name="T49" fmla="*/ 667 h 2275"/>
                <a:gd name="T50" fmla="*/ 517 w 4548"/>
                <a:gd name="T51" fmla="*/ 832 h 2275"/>
                <a:gd name="T52" fmla="*/ 384 w 4548"/>
                <a:gd name="T53" fmla="*/ 1012 h 2275"/>
                <a:gd name="T54" fmla="*/ 269 w 4548"/>
                <a:gd name="T55" fmla="*/ 1202 h 2275"/>
                <a:gd name="T56" fmla="*/ 174 w 4548"/>
                <a:gd name="T57" fmla="*/ 1404 h 2275"/>
                <a:gd name="T58" fmla="*/ 99 w 4548"/>
                <a:gd name="T59" fmla="*/ 1614 h 2275"/>
                <a:gd name="T60" fmla="*/ 45 w 4548"/>
                <a:gd name="T61" fmla="*/ 1831 h 2275"/>
                <a:gd name="T62" fmla="*/ 12 w 4548"/>
                <a:gd name="T63" fmla="*/ 2053 h 2275"/>
                <a:gd name="T64" fmla="*/ 0 w 4548"/>
                <a:gd name="T65" fmla="*/ 2275 h 2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548" h="2275">
                  <a:moveTo>
                    <a:pt x="4548" y="2275"/>
                  </a:moveTo>
                  <a:lnTo>
                    <a:pt x="4536" y="2053"/>
                  </a:lnTo>
                  <a:lnTo>
                    <a:pt x="4503" y="1831"/>
                  </a:lnTo>
                  <a:lnTo>
                    <a:pt x="4449" y="1614"/>
                  </a:lnTo>
                  <a:lnTo>
                    <a:pt x="4374" y="1404"/>
                  </a:lnTo>
                  <a:lnTo>
                    <a:pt x="4279" y="1202"/>
                  </a:lnTo>
                  <a:lnTo>
                    <a:pt x="4164" y="1012"/>
                  </a:lnTo>
                  <a:lnTo>
                    <a:pt x="4031" y="832"/>
                  </a:lnTo>
                  <a:lnTo>
                    <a:pt x="3881" y="667"/>
                  </a:lnTo>
                  <a:lnTo>
                    <a:pt x="3716" y="517"/>
                  </a:lnTo>
                  <a:lnTo>
                    <a:pt x="3537" y="384"/>
                  </a:lnTo>
                  <a:lnTo>
                    <a:pt x="3346" y="269"/>
                  </a:lnTo>
                  <a:lnTo>
                    <a:pt x="3143" y="174"/>
                  </a:lnTo>
                  <a:lnTo>
                    <a:pt x="2933" y="98"/>
                  </a:lnTo>
                  <a:lnTo>
                    <a:pt x="2718" y="45"/>
                  </a:lnTo>
                  <a:lnTo>
                    <a:pt x="2496" y="12"/>
                  </a:lnTo>
                  <a:lnTo>
                    <a:pt x="2274" y="0"/>
                  </a:lnTo>
                  <a:lnTo>
                    <a:pt x="2051" y="12"/>
                  </a:lnTo>
                  <a:lnTo>
                    <a:pt x="1830" y="45"/>
                  </a:lnTo>
                  <a:lnTo>
                    <a:pt x="1614" y="98"/>
                  </a:lnTo>
                  <a:lnTo>
                    <a:pt x="1404" y="174"/>
                  </a:lnTo>
                  <a:lnTo>
                    <a:pt x="1202" y="269"/>
                  </a:lnTo>
                  <a:lnTo>
                    <a:pt x="1011" y="384"/>
                  </a:lnTo>
                  <a:lnTo>
                    <a:pt x="832" y="517"/>
                  </a:lnTo>
                  <a:lnTo>
                    <a:pt x="667" y="667"/>
                  </a:lnTo>
                  <a:lnTo>
                    <a:pt x="517" y="832"/>
                  </a:lnTo>
                  <a:lnTo>
                    <a:pt x="384" y="1012"/>
                  </a:lnTo>
                  <a:lnTo>
                    <a:pt x="269" y="1202"/>
                  </a:lnTo>
                  <a:lnTo>
                    <a:pt x="174" y="1404"/>
                  </a:lnTo>
                  <a:lnTo>
                    <a:pt x="99" y="1614"/>
                  </a:lnTo>
                  <a:lnTo>
                    <a:pt x="45" y="1831"/>
                  </a:lnTo>
                  <a:lnTo>
                    <a:pt x="12" y="2053"/>
                  </a:lnTo>
                  <a:lnTo>
                    <a:pt x="0" y="2275"/>
                  </a:lnTo>
                </a:path>
              </a:pathLst>
            </a:cu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8" name="Freeform 70">
              <a:extLst>
                <a:ext uri="{FF2B5EF4-FFF2-40B4-BE49-F238E27FC236}">
                  <a16:creationId xmlns:a16="http://schemas.microsoft.com/office/drawing/2014/main" id="{2B814F46-1909-404A-8BD5-6F75A3043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965"/>
              <a:ext cx="494" cy="481"/>
            </a:xfrm>
            <a:custGeom>
              <a:avLst/>
              <a:gdLst>
                <a:gd name="T0" fmla="*/ 2556 w 2556"/>
                <a:gd name="T1" fmla="*/ 1279 h 2558"/>
                <a:gd name="T2" fmla="*/ 2546 w 2556"/>
                <a:gd name="T3" fmla="*/ 1112 h 2558"/>
                <a:gd name="T4" fmla="*/ 2513 w 2556"/>
                <a:gd name="T5" fmla="*/ 948 h 2558"/>
                <a:gd name="T6" fmla="*/ 2460 w 2556"/>
                <a:gd name="T7" fmla="*/ 790 h 2558"/>
                <a:gd name="T8" fmla="*/ 2385 w 2556"/>
                <a:gd name="T9" fmla="*/ 639 h 2558"/>
                <a:gd name="T10" fmla="*/ 2293 w 2556"/>
                <a:gd name="T11" fmla="*/ 500 h 2558"/>
                <a:gd name="T12" fmla="*/ 2182 w 2556"/>
                <a:gd name="T13" fmla="*/ 374 h 2558"/>
                <a:gd name="T14" fmla="*/ 2057 w 2556"/>
                <a:gd name="T15" fmla="*/ 264 h 2558"/>
                <a:gd name="T16" fmla="*/ 1917 w 2556"/>
                <a:gd name="T17" fmla="*/ 171 h 2558"/>
                <a:gd name="T18" fmla="*/ 1767 w 2556"/>
                <a:gd name="T19" fmla="*/ 97 h 2558"/>
                <a:gd name="T20" fmla="*/ 1609 w 2556"/>
                <a:gd name="T21" fmla="*/ 43 h 2558"/>
                <a:gd name="T22" fmla="*/ 1445 w 2556"/>
                <a:gd name="T23" fmla="*/ 11 h 2558"/>
                <a:gd name="T24" fmla="*/ 1278 w 2556"/>
                <a:gd name="T25" fmla="*/ 0 h 2558"/>
                <a:gd name="T26" fmla="*/ 1111 w 2556"/>
                <a:gd name="T27" fmla="*/ 11 h 2558"/>
                <a:gd name="T28" fmla="*/ 946 w 2556"/>
                <a:gd name="T29" fmla="*/ 43 h 2558"/>
                <a:gd name="T30" fmla="*/ 789 w 2556"/>
                <a:gd name="T31" fmla="*/ 97 h 2558"/>
                <a:gd name="T32" fmla="*/ 639 w 2556"/>
                <a:gd name="T33" fmla="*/ 171 h 2558"/>
                <a:gd name="T34" fmla="*/ 499 w 2556"/>
                <a:gd name="T35" fmla="*/ 264 h 2558"/>
                <a:gd name="T36" fmla="*/ 373 w 2556"/>
                <a:gd name="T37" fmla="*/ 374 h 2558"/>
                <a:gd name="T38" fmla="*/ 263 w 2556"/>
                <a:gd name="T39" fmla="*/ 500 h 2558"/>
                <a:gd name="T40" fmla="*/ 170 w 2556"/>
                <a:gd name="T41" fmla="*/ 639 h 2558"/>
                <a:gd name="T42" fmla="*/ 96 w 2556"/>
                <a:gd name="T43" fmla="*/ 790 h 2558"/>
                <a:gd name="T44" fmla="*/ 43 w 2556"/>
                <a:gd name="T45" fmla="*/ 948 h 2558"/>
                <a:gd name="T46" fmla="*/ 10 w 2556"/>
                <a:gd name="T47" fmla="*/ 1112 h 2558"/>
                <a:gd name="T48" fmla="*/ 0 w 2556"/>
                <a:gd name="T49" fmla="*/ 1279 h 2558"/>
                <a:gd name="T50" fmla="*/ 10 w 2556"/>
                <a:gd name="T51" fmla="*/ 1446 h 2558"/>
                <a:gd name="T52" fmla="*/ 43 w 2556"/>
                <a:gd name="T53" fmla="*/ 1611 h 2558"/>
                <a:gd name="T54" fmla="*/ 96 w 2556"/>
                <a:gd name="T55" fmla="*/ 1768 h 2558"/>
                <a:gd name="T56" fmla="*/ 170 w 2556"/>
                <a:gd name="T57" fmla="*/ 1919 h 2558"/>
                <a:gd name="T58" fmla="*/ 263 w 2556"/>
                <a:gd name="T59" fmla="*/ 2058 h 2558"/>
                <a:gd name="T60" fmla="*/ 373 w 2556"/>
                <a:gd name="T61" fmla="*/ 2184 h 2558"/>
                <a:gd name="T62" fmla="*/ 499 w 2556"/>
                <a:gd name="T63" fmla="*/ 2294 h 2558"/>
                <a:gd name="T64" fmla="*/ 639 w 2556"/>
                <a:gd name="T65" fmla="*/ 2387 h 2558"/>
                <a:gd name="T66" fmla="*/ 789 w 2556"/>
                <a:gd name="T67" fmla="*/ 2462 h 2558"/>
                <a:gd name="T68" fmla="*/ 946 w 2556"/>
                <a:gd name="T69" fmla="*/ 2515 h 2558"/>
                <a:gd name="T70" fmla="*/ 1111 w 2556"/>
                <a:gd name="T71" fmla="*/ 2548 h 2558"/>
                <a:gd name="T72" fmla="*/ 1278 w 2556"/>
                <a:gd name="T73" fmla="*/ 2558 h 2558"/>
                <a:gd name="T74" fmla="*/ 1445 w 2556"/>
                <a:gd name="T75" fmla="*/ 2548 h 2558"/>
                <a:gd name="T76" fmla="*/ 1609 w 2556"/>
                <a:gd name="T77" fmla="*/ 2515 h 2558"/>
                <a:gd name="T78" fmla="*/ 1767 w 2556"/>
                <a:gd name="T79" fmla="*/ 2462 h 2558"/>
                <a:gd name="T80" fmla="*/ 1917 w 2556"/>
                <a:gd name="T81" fmla="*/ 2387 h 2558"/>
                <a:gd name="T82" fmla="*/ 2057 w 2556"/>
                <a:gd name="T83" fmla="*/ 2294 h 2558"/>
                <a:gd name="T84" fmla="*/ 2182 w 2556"/>
                <a:gd name="T85" fmla="*/ 2184 h 2558"/>
                <a:gd name="T86" fmla="*/ 2293 w 2556"/>
                <a:gd name="T87" fmla="*/ 2058 h 2558"/>
                <a:gd name="T88" fmla="*/ 2385 w 2556"/>
                <a:gd name="T89" fmla="*/ 1919 h 2558"/>
                <a:gd name="T90" fmla="*/ 2460 w 2556"/>
                <a:gd name="T91" fmla="*/ 1768 h 2558"/>
                <a:gd name="T92" fmla="*/ 2513 w 2556"/>
                <a:gd name="T93" fmla="*/ 1611 h 2558"/>
                <a:gd name="T94" fmla="*/ 2546 w 2556"/>
                <a:gd name="T95" fmla="*/ 1446 h 2558"/>
                <a:gd name="T96" fmla="*/ 2556 w 2556"/>
                <a:gd name="T97" fmla="*/ 1279 h 2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56" h="2558">
                  <a:moveTo>
                    <a:pt x="2556" y="1279"/>
                  </a:moveTo>
                  <a:lnTo>
                    <a:pt x="2546" y="1112"/>
                  </a:lnTo>
                  <a:lnTo>
                    <a:pt x="2513" y="948"/>
                  </a:lnTo>
                  <a:lnTo>
                    <a:pt x="2460" y="790"/>
                  </a:lnTo>
                  <a:lnTo>
                    <a:pt x="2385" y="639"/>
                  </a:lnTo>
                  <a:lnTo>
                    <a:pt x="2293" y="500"/>
                  </a:lnTo>
                  <a:lnTo>
                    <a:pt x="2182" y="374"/>
                  </a:lnTo>
                  <a:lnTo>
                    <a:pt x="2057" y="264"/>
                  </a:lnTo>
                  <a:lnTo>
                    <a:pt x="1917" y="171"/>
                  </a:lnTo>
                  <a:lnTo>
                    <a:pt x="1767" y="97"/>
                  </a:lnTo>
                  <a:lnTo>
                    <a:pt x="1609" y="43"/>
                  </a:lnTo>
                  <a:lnTo>
                    <a:pt x="1445" y="11"/>
                  </a:lnTo>
                  <a:lnTo>
                    <a:pt x="1278" y="0"/>
                  </a:lnTo>
                  <a:lnTo>
                    <a:pt x="1111" y="11"/>
                  </a:lnTo>
                  <a:lnTo>
                    <a:pt x="946" y="43"/>
                  </a:lnTo>
                  <a:lnTo>
                    <a:pt x="789" y="97"/>
                  </a:lnTo>
                  <a:lnTo>
                    <a:pt x="639" y="171"/>
                  </a:lnTo>
                  <a:lnTo>
                    <a:pt x="499" y="264"/>
                  </a:lnTo>
                  <a:lnTo>
                    <a:pt x="373" y="374"/>
                  </a:lnTo>
                  <a:lnTo>
                    <a:pt x="263" y="500"/>
                  </a:lnTo>
                  <a:lnTo>
                    <a:pt x="170" y="639"/>
                  </a:lnTo>
                  <a:lnTo>
                    <a:pt x="96" y="790"/>
                  </a:lnTo>
                  <a:lnTo>
                    <a:pt x="43" y="948"/>
                  </a:lnTo>
                  <a:lnTo>
                    <a:pt x="10" y="1112"/>
                  </a:lnTo>
                  <a:lnTo>
                    <a:pt x="0" y="1279"/>
                  </a:lnTo>
                  <a:lnTo>
                    <a:pt x="10" y="1446"/>
                  </a:lnTo>
                  <a:lnTo>
                    <a:pt x="43" y="1611"/>
                  </a:lnTo>
                  <a:lnTo>
                    <a:pt x="96" y="1768"/>
                  </a:lnTo>
                  <a:lnTo>
                    <a:pt x="170" y="1919"/>
                  </a:lnTo>
                  <a:lnTo>
                    <a:pt x="263" y="2058"/>
                  </a:lnTo>
                  <a:lnTo>
                    <a:pt x="373" y="2184"/>
                  </a:lnTo>
                  <a:lnTo>
                    <a:pt x="499" y="2294"/>
                  </a:lnTo>
                  <a:lnTo>
                    <a:pt x="639" y="2387"/>
                  </a:lnTo>
                  <a:lnTo>
                    <a:pt x="789" y="2462"/>
                  </a:lnTo>
                  <a:lnTo>
                    <a:pt x="946" y="2515"/>
                  </a:lnTo>
                  <a:lnTo>
                    <a:pt x="1111" y="2548"/>
                  </a:lnTo>
                  <a:lnTo>
                    <a:pt x="1278" y="2558"/>
                  </a:lnTo>
                  <a:lnTo>
                    <a:pt x="1445" y="2548"/>
                  </a:lnTo>
                  <a:lnTo>
                    <a:pt x="1609" y="2515"/>
                  </a:lnTo>
                  <a:lnTo>
                    <a:pt x="1767" y="2462"/>
                  </a:lnTo>
                  <a:lnTo>
                    <a:pt x="1917" y="2387"/>
                  </a:lnTo>
                  <a:lnTo>
                    <a:pt x="2057" y="2294"/>
                  </a:lnTo>
                  <a:lnTo>
                    <a:pt x="2182" y="2184"/>
                  </a:lnTo>
                  <a:lnTo>
                    <a:pt x="2293" y="2058"/>
                  </a:lnTo>
                  <a:lnTo>
                    <a:pt x="2385" y="1919"/>
                  </a:lnTo>
                  <a:lnTo>
                    <a:pt x="2460" y="1768"/>
                  </a:lnTo>
                  <a:lnTo>
                    <a:pt x="2513" y="1611"/>
                  </a:lnTo>
                  <a:lnTo>
                    <a:pt x="2546" y="1446"/>
                  </a:lnTo>
                  <a:lnTo>
                    <a:pt x="2556" y="1279"/>
                  </a:lnTo>
                  <a:close/>
                </a:path>
              </a:pathLst>
            </a:cu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9" name="Line 71">
              <a:extLst>
                <a:ext uri="{FF2B5EF4-FFF2-40B4-BE49-F238E27FC236}">
                  <a16:creationId xmlns:a16="http://schemas.microsoft.com/office/drawing/2014/main" id="{21BF56B5-1D69-4744-94C1-AF0DCAE1E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3" y="3313"/>
              <a:ext cx="2" cy="696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0" name="Line 72">
              <a:extLst>
                <a:ext uri="{FF2B5EF4-FFF2-40B4-BE49-F238E27FC236}">
                  <a16:creationId xmlns:a16="http://schemas.microsoft.com/office/drawing/2014/main" id="{D0B226D2-070D-42C4-9329-268D75A0B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5" y="3388"/>
              <a:ext cx="962" cy="2"/>
            </a:xfrm>
            <a:prstGeom prst="line">
              <a:avLst/>
            </a:prstGeom>
            <a:noFill/>
            <a:ln w="12700" cap="flat" algn="ctr">
              <a:solidFill>
                <a:srgbClr val="800080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1" name="Line 73">
              <a:extLst>
                <a:ext uri="{FF2B5EF4-FFF2-40B4-BE49-F238E27FC236}">
                  <a16:creationId xmlns:a16="http://schemas.microsoft.com/office/drawing/2014/main" id="{0FF4A8C5-58E3-4B87-967C-F5413AD98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5" y="2973"/>
              <a:ext cx="962" cy="1"/>
            </a:xfrm>
            <a:prstGeom prst="line">
              <a:avLst/>
            </a:prstGeom>
            <a:noFill/>
            <a:ln w="12700" cap="flat" algn="ctr">
              <a:solidFill>
                <a:srgbClr val="800080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2" name="Line 74">
              <a:extLst>
                <a:ext uri="{FF2B5EF4-FFF2-40B4-BE49-F238E27FC236}">
                  <a16:creationId xmlns:a16="http://schemas.microsoft.com/office/drawing/2014/main" id="{58F92BFF-5FB5-45B3-BF98-58A2CC7F5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4" y="2775"/>
              <a:ext cx="965" cy="0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3" name="Line 75">
              <a:extLst>
                <a:ext uri="{FF2B5EF4-FFF2-40B4-BE49-F238E27FC236}">
                  <a16:creationId xmlns:a16="http://schemas.microsoft.com/office/drawing/2014/main" id="{F0EE86F4-083F-426E-ACCF-E44CC814E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2" y="2774"/>
              <a:ext cx="0" cy="1248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4" name="Line 76">
              <a:extLst>
                <a:ext uri="{FF2B5EF4-FFF2-40B4-BE49-F238E27FC236}">
                  <a16:creationId xmlns:a16="http://schemas.microsoft.com/office/drawing/2014/main" id="{A142E308-37E4-47A6-8F05-0EFA8EFCB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" y="2766"/>
              <a:ext cx="0" cy="1254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5" name="Line 77">
              <a:extLst>
                <a:ext uri="{FF2B5EF4-FFF2-40B4-BE49-F238E27FC236}">
                  <a16:creationId xmlns:a16="http://schemas.microsoft.com/office/drawing/2014/main" id="{AB5293DC-90D5-4AB2-A833-F47469D1F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1" y="4009"/>
              <a:ext cx="906" cy="4"/>
            </a:xfrm>
            <a:prstGeom prst="line">
              <a:avLst/>
            </a:prstGeom>
            <a:noFill/>
            <a:ln w="38100" cap="flat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36" name="Group 78">
            <a:extLst>
              <a:ext uri="{FF2B5EF4-FFF2-40B4-BE49-F238E27FC236}">
                <a16:creationId xmlns:a16="http://schemas.microsoft.com/office/drawing/2014/main" id="{F8F15737-985D-4A69-8D9E-1F41B3A81790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786063"/>
            <a:ext cx="2289175" cy="3175"/>
            <a:chOff x="2108" y="1755"/>
            <a:chExt cx="1442" cy="2"/>
          </a:xfrm>
        </p:grpSpPr>
        <p:sp>
          <p:nvSpPr>
            <p:cNvPr id="4737" name="Line 79">
              <a:extLst>
                <a:ext uri="{FF2B5EF4-FFF2-40B4-BE49-F238E27FC236}">
                  <a16:creationId xmlns:a16="http://schemas.microsoft.com/office/drawing/2014/main" id="{382F4859-158D-44EF-A6E5-838A287F4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" y="1755"/>
              <a:ext cx="344" cy="2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8" name="Line 80">
              <a:extLst>
                <a:ext uri="{FF2B5EF4-FFF2-40B4-BE49-F238E27FC236}">
                  <a16:creationId xmlns:a16="http://schemas.microsoft.com/office/drawing/2014/main" id="{00A447A7-285F-44F5-BDA3-23EB7ECF0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755"/>
              <a:ext cx="69" cy="2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9" name="Line 81">
              <a:extLst>
                <a:ext uri="{FF2B5EF4-FFF2-40B4-BE49-F238E27FC236}">
                  <a16:creationId xmlns:a16="http://schemas.microsoft.com/office/drawing/2014/main" id="{61BA8964-4E56-4BC2-A54B-A77B73D1C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8" y="1755"/>
              <a:ext cx="344" cy="2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0" name="Line 82">
              <a:extLst>
                <a:ext uri="{FF2B5EF4-FFF2-40B4-BE49-F238E27FC236}">
                  <a16:creationId xmlns:a16="http://schemas.microsoft.com/office/drawing/2014/main" id="{620017A5-834E-48EA-A565-33F422192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9" y="1755"/>
              <a:ext cx="69" cy="2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1" name="Line 83">
              <a:extLst>
                <a:ext uri="{FF2B5EF4-FFF2-40B4-BE49-F238E27FC236}">
                  <a16:creationId xmlns:a16="http://schemas.microsoft.com/office/drawing/2014/main" id="{A2D8B9B9-072E-4BA2-9893-05465C2AE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755"/>
              <a:ext cx="343" cy="2"/>
            </a:xfrm>
            <a:prstGeom prst="line">
              <a:avLst/>
            </a:prstGeom>
            <a:noFill/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42" name="Line 84">
            <a:extLst>
              <a:ext uri="{FF2B5EF4-FFF2-40B4-BE49-F238E27FC236}">
                <a16:creationId xmlns:a16="http://schemas.microsoft.com/office/drawing/2014/main" id="{950A6B2C-BCBD-46BB-A797-E5BC58B75C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63963" y="3381375"/>
            <a:ext cx="1533525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43" name="Group 85">
            <a:extLst>
              <a:ext uri="{FF2B5EF4-FFF2-40B4-BE49-F238E27FC236}">
                <a16:creationId xmlns:a16="http://schemas.microsoft.com/office/drawing/2014/main" id="{0AB0377D-340E-4FB1-A3A6-00BDA5B6CA78}"/>
              </a:ext>
            </a:extLst>
          </p:cNvPr>
          <p:cNvGrpSpPr>
            <a:grpSpLocks/>
          </p:cNvGrpSpPr>
          <p:nvPr/>
        </p:nvGrpSpPr>
        <p:grpSpPr bwMode="auto">
          <a:xfrm>
            <a:off x="401638" y="3379788"/>
            <a:ext cx="4908550" cy="658812"/>
            <a:chOff x="1623" y="3833"/>
            <a:chExt cx="3092" cy="415"/>
          </a:xfrm>
        </p:grpSpPr>
        <p:sp>
          <p:nvSpPr>
            <p:cNvPr id="4744" name="Line 86">
              <a:extLst>
                <a:ext uri="{FF2B5EF4-FFF2-40B4-BE49-F238E27FC236}">
                  <a16:creationId xmlns:a16="http://schemas.microsoft.com/office/drawing/2014/main" id="{2A848372-122F-435D-AF4F-F2E2C1C5D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37"/>
              <a:ext cx="1" cy="402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5" name="Line 87">
              <a:extLst>
                <a:ext uri="{FF2B5EF4-FFF2-40B4-BE49-F238E27FC236}">
                  <a16:creationId xmlns:a16="http://schemas.microsoft.com/office/drawing/2014/main" id="{EC5BA7AC-4842-494B-9C37-279BB775F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4239"/>
              <a:ext cx="1828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6" name="Line 88">
              <a:extLst>
                <a:ext uri="{FF2B5EF4-FFF2-40B4-BE49-F238E27FC236}">
                  <a16:creationId xmlns:a16="http://schemas.microsoft.com/office/drawing/2014/main" id="{F93DA48D-702D-4DC4-ACC6-A169E9E0F7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9" y="3837"/>
              <a:ext cx="1" cy="402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7" name="Line 89">
              <a:extLst>
                <a:ext uri="{FF2B5EF4-FFF2-40B4-BE49-F238E27FC236}">
                  <a16:creationId xmlns:a16="http://schemas.microsoft.com/office/drawing/2014/main" id="{68895B38-613A-47C6-A6C7-F14E360FF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3837"/>
              <a:ext cx="2" cy="401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8" name="Line 90">
              <a:extLst>
                <a:ext uri="{FF2B5EF4-FFF2-40B4-BE49-F238E27FC236}">
                  <a16:creationId xmlns:a16="http://schemas.microsoft.com/office/drawing/2014/main" id="{B8217FA7-66D9-4369-879E-0B6F26F39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3833"/>
              <a:ext cx="1" cy="40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9" name="Line 91">
              <a:extLst>
                <a:ext uri="{FF2B5EF4-FFF2-40B4-BE49-F238E27FC236}">
                  <a16:creationId xmlns:a16="http://schemas.microsoft.com/office/drawing/2014/main" id="{33EB8783-D28C-4C3E-B75F-C64BC7033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" y="3833"/>
              <a:ext cx="1" cy="40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0" name="Line 92">
              <a:extLst>
                <a:ext uri="{FF2B5EF4-FFF2-40B4-BE49-F238E27FC236}">
                  <a16:creationId xmlns:a16="http://schemas.microsoft.com/office/drawing/2014/main" id="{3EACEE87-5D7D-4B9F-B3E2-600D775D5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4241"/>
              <a:ext cx="974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1" name="Line 93">
              <a:extLst>
                <a:ext uri="{FF2B5EF4-FFF2-40B4-BE49-F238E27FC236}">
                  <a16:creationId xmlns:a16="http://schemas.microsoft.com/office/drawing/2014/main" id="{12675E7A-6D76-4E40-8936-48ED9CD78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7" y="3848"/>
              <a:ext cx="1" cy="40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2" name="Line 94">
              <a:extLst>
                <a:ext uri="{FF2B5EF4-FFF2-40B4-BE49-F238E27FC236}">
                  <a16:creationId xmlns:a16="http://schemas.microsoft.com/office/drawing/2014/main" id="{27A4BFB0-B8FB-4000-8CA2-99E4EEB74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" y="3848"/>
              <a:ext cx="0" cy="40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3" name="Line 95">
              <a:extLst>
                <a:ext uri="{FF2B5EF4-FFF2-40B4-BE49-F238E27FC236}">
                  <a16:creationId xmlns:a16="http://schemas.microsoft.com/office/drawing/2014/main" id="{A156A31A-544F-47CC-B19D-FFAB56520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3844"/>
              <a:ext cx="1829" cy="4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4" name="Line 96">
              <a:extLst>
                <a:ext uri="{FF2B5EF4-FFF2-40B4-BE49-F238E27FC236}">
                  <a16:creationId xmlns:a16="http://schemas.microsoft.com/office/drawing/2014/main" id="{81AB6E23-786C-4DD3-9186-7260E75F6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33" y="3841"/>
              <a:ext cx="982" cy="7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55" name="Group 97">
            <a:extLst>
              <a:ext uri="{FF2B5EF4-FFF2-40B4-BE49-F238E27FC236}">
                <a16:creationId xmlns:a16="http://schemas.microsoft.com/office/drawing/2014/main" id="{3F5064EF-6DFA-42E0-967F-6D3127258850}"/>
              </a:ext>
            </a:extLst>
          </p:cNvPr>
          <p:cNvGrpSpPr>
            <a:grpSpLocks/>
          </p:cNvGrpSpPr>
          <p:nvPr/>
        </p:nvGrpSpPr>
        <p:grpSpPr bwMode="auto">
          <a:xfrm>
            <a:off x="1108075" y="2168525"/>
            <a:ext cx="4076700" cy="1238250"/>
            <a:chOff x="1374" y="2800"/>
            <a:chExt cx="2568" cy="780"/>
          </a:xfrm>
        </p:grpSpPr>
        <p:sp>
          <p:nvSpPr>
            <p:cNvPr id="4756" name="Line 98">
              <a:extLst>
                <a:ext uri="{FF2B5EF4-FFF2-40B4-BE49-F238E27FC236}">
                  <a16:creationId xmlns:a16="http://schemas.microsoft.com/office/drawing/2014/main" id="{9A4B6370-91BE-4927-9242-45035945B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0" y="2800"/>
              <a:ext cx="0" cy="767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7" name="Line 99">
              <a:extLst>
                <a:ext uri="{FF2B5EF4-FFF2-40B4-BE49-F238E27FC236}">
                  <a16:creationId xmlns:a16="http://schemas.microsoft.com/office/drawing/2014/main" id="{0622B800-39D2-4A7A-A78A-22995283D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2808"/>
              <a:ext cx="486" cy="1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8" name="Line 100">
              <a:extLst>
                <a:ext uri="{FF2B5EF4-FFF2-40B4-BE49-F238E27FC236}">
                  <a16:creationId xmlns:a16="http://schemas.microsoft.com/office/drawing/2014/main" id="{907D5361-0CF6-411F-BDD0-758DC224F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803"/>
              <a:ext cx="0" cy="765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9" name="Line 101">
              <a:extLst>
                <a:ext uri="{FF2B5EF4-FFF2-40B4-BE49-F238E27FC236}">
                  <a16:creationId xmlns:a16="http://schemas.microsoft.com/office/drawing/2014/main" id="{461E229D-8228-458C-BBC6-F67697854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8" y="3175"/>
              <a:ext cx="4" cy="405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60" name="Line 102">
              <a:extLst>
                <a:ext uri="{FF2B5EF4-FFF2-40B4-BE49-F238E27FC236}">
                  <a16:creationId xmlns:a16="http://schemas.microsoft.com/office/drawing/2014/main" id="{FCFA2CA5-5DB8-4DED-9490-ED8517FDC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1" y="3191"/>
              <a:ext cx="1" cy="376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61" name="Line 103">
              <a:extLst>
                <a:ext uri="{FF2B5EF4-FFF2-40B4-BE49-F238E27FC236}">
                  <a16:creationId xmlns:a16="http://schemas.microsoft.com/office/drawing/2014/main" id="{4A81F693-14C6-46B3-8327-6F7D649267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3" y="3567"/>
              <a:ext cx="809" cy="1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62" name="Freeform 104">
              <a:extLst>
                <a:ext uri="{FF2B5EF4-FFF2-40B4-BE49-F238E27FC236}">
                  <a16:creationId xmlns:a16="http://schemas.microsoft.com/office/drawing/2014/main" id="{15DA7BAA-46CE-49C3-AEF1-F3ECEFFFE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2804"/>
              <a:ext cx="797" cy="387"/>
            </a:xfrm>
            <a:custGeom>
              <a:avLst/>
              <a:gdLst>
                <a:gd name="T0" fmla="*/ 4119 w 4119"/>
                <a:gd name="T1" fmla="*/ 2062 h 2062"/>
                <a:gd name="T2" fmla="*/ 4112 w 4119"/>
                <a:gd name="T3" fmla="*/ 1892 h 2062"/>
                <a:gd name="T4" fmla="*/ 4091 w 4119"/>
                <a:gd name="T5" fmla="*/ 1722 h 2062"/>
                <a:gd name="T6" fmla="*/ 4057 w 4119"/>
                <a:gd name="T7" fmla="*/ 1556 h 2062"/>
                <a:gd name="T8" fmla="*/ 4008 w 4119"/>
                <a:gd name="T9" fmla="*/ 1392 h 2062"/>
                <a:gd name="T10" fmla="*/ 3946 w 4119"/>
                <a:gd name="T11" fmla="*/ 1234 h 2062"/>
                <a:gd name="T12" fmla="*/ 3871 w 4119"/>
                <a:gd name="T13" fmla="*/ 1081 h 2062"/>
                <a:gd name="T14" fmla="*/ 3784 w 4119"/>
                <a:gd name="T15" fmla="*/ 935 h 2062"/>
                <a:gd name="T16" fmla="*/ 3684 w 4119"/>
                <a:gd name="T17" fmla="*/ 796 h 2062"/>
                <a:gd name="T18" fmla="*/ 3575 w 4119"/>
                <a:gd name="T19" fmla="*/ 666 h 2062"/>
                <a:gd name="T20" fmla="*/ 3454 w 4119"/>
                <a:gd name="T21" fmla="*/ 545 h 2062"/>
                <a:gd name="T22" fmla="*/ 3325 w 4119"/>
                <a:gd name="T23" fmla="*/ 435 h 2062"/>
                <a:gd name="T24" fmla="*/ 3186 w 4119"/>
                <a:gd name="T25" fmla="*/ 336 h 2062"/>
                <a:gd name="T26" fmla="*/ 3040 w 4119"/>
                <a:gd name="T27" fmla="*/ 249 h 2062"/>
                <a:gd name="T28" fmla="*/ 2886 w 4119"/>
                <a:gd name="T29" fmla="*/ 174 h 2062"/>
                <a:gd name="T30" fmla="*/ 2729 w 4119"/>
                <a:gd name="T31" fmla="*/ 112 h 2062"/>
                <a:gd name="T32" fmla="*/ 2565 w 4119"/>
                <a:gd name="T33" fmla="*/ 64 h 2062"/>
                <a:gd name="T34" fmla="*/ 2398 w 4119"/>
                <a:gd name="T35" fmla="*/ 29 h 2062"/>
                <a:gd name="T36" fmla="*/ 2229 w 4119"/>
                <a:gd name="T37" fmla="*/ 7 h 2062"/>
                <a:gd name="T38" fmla="*/ 2059 w 4119"/>
                <a:gd name="T39" fmla="*/ 0 h 2062"/>
                <a:gd name="T40" fmla="*/ 1889 w 4119"/>
                <a:gd name="T41" fmla="*/ 7 h 2062"/>
                <a:gd name="T42" fmla="*/ 1721 w 4119"/>
                <a:gd name="T43" fmla="*/ 29 h 2062"/>
                <a:gd name="T44" fmla="*/ 1554 w 4119"/>
                <a:gd name="T45" fmla="*/ 64 h 2062"/>
                <a:gd name="T46" fmla="*/ 1390 w 4119"/>
                <a:gd name="T47" fmla="*/ 112 h 2062"/>
                <a:gd name="T48" fmla="*/ 1231 w 4119"/>
                <a:gd name="T49" fmla="*/ 174 h 2062"/>
                <a:gd name="T50" fmla="*/ 1079 w 4119"/>
                <a:gd name="T51" fmla="*/ 249 h 2062"/>
                <a:gd name="T52" fmla="*/ 933 w 4119"/>
                <a:gd name="T53" fmla="*/ 336 h 2062"/>
                <a:gd name="T54" fmla="*/ 794 w 4119"/>
                <a:gd name="T55" fmla="*/ 435 h 2062"/>
                <a:gd name="T56" fmla="*/ 664 w 4119"/>
                <a:gd name="T57" fmla="*/ 545 h 2062"/>
                <a:gd name="T58" fmla="*/ 544 w 4119"/>
                <a:gd name="T59" fmla="*/ 666 h 2062"/>
                <a:gd name="T60" fmla="*/ 433 w 4119"/>
                <a:gd name="T61" fmla="*/ 796 h 2062"/>
                <a:gd name="T62" fmla="*/ 335 w 4119"/>
                <a:gd name="T63" fmla="*/ 935 h 2062"/>
                <a:gd name="T64" fmla="*/ 247 w 4119"/>
                <a:gd name="T65" fmla="*/ 1081 h 2062"/>
                <a:gd name="T66" fmla="*/ 172 w 4119"/>
                <a:gd name="T67" fmla="*/ 1234 h 2062"/>
                <a:gd name="T68" fmla="*/ 111 w 4119"/>
                <a:gd name="T69" fmla="*/ 1392 h 2062"/>
                <a:gd name="T70" fmla="*/ 62 w 4119"/>
                <a:gd name="T71" fmla="*/ 1556 h 2062"/>
                <a:gd name="T72" fmla="*/ 27 w 4119"/>
                <a:gd name="T73" fmla="*/ 1722 h 2062"/>
                <a:gd name="T74" fmla="*/ 7 w 4119"/>
                <a:gd name="T75" fmla="*/ 1892 h 2062"/>
                <a:gd name="T76" fmla="*/ 0 w 4119"/>
                <a:gd name="T77" fmla="*/ 2062 h 2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19" h="2062">
                  <a:moveTo>
                    <a:pt x="4119" y="2062"/>
                  </a:moveTo>
                  <a:lnTo>
                    <a:pt x="4112" y="1892"/>
                  </a:lnTo>
                  <a:lnTo>
                    <a:pt x="4091" y="1722"/>
                  </a:lnTo>
                  <a:lnTo>
                    <a:pt x="4057" y="1556"/>
                  </a:lnTo>
                  <a:lnTo>
                    <a:pt x="4008" y="1392"/>
                  </a:lnTo>
                  <a:lnTo>
                    <a:pt x="3946" y="1234"/>
                  </a:lnTo>
                  <a:lnTo>
                    <a:pt x="3871" y="1081"/>
                  </a:lnTo>
                  <a:lnTo>
                    <a:pt x="3784" y="935"/>
                  </a:lnTo>
                  <a:lnTo>
                    <a:pt x="3684" y="796"/>
                  </a:lnTo>
                  <a:lnTo>
                    <a:pt x="3575" y="666"/>
                  </a:lnTo>
                  <a:lnTo>
                    <a:pt x="3454" y="545"/>
                  </a:lnTo>
                  <a:lnTo>
                    <a:pt x="3325" y="435"/>
                  </a:lnTo>
                  <a:lnTo>
                    <a:pt x="3186" y="336"/>
                  </a:lnTo>
                  <a:lnTo>
                    <a:pt x="3040" y="249"/>
                  </a:lnTo>
                  <a:lnTo>
                    <a:pt x="2886" y="174"/>
                  </a:lnTo>
                  <a:lnTo>
                    <a:pt x="2729" y="112"/>
                  </a:lnTo>
                  <a:lnTo>
                    <a:pt x="2565" y="64"/>
                  </a:lnTo>
                  <a:lnTo>
                    <a:pt x="2398" y="29"/>
                  </a:lnTo>
                  <a:lnTo>
                    <a:pt x="2229" y="7"/>
                  </a:lnTo>
                  <a:lnTo>
                    <a:pt x="2059" y="0"/>
                  </a:lnTo>
                  <a:lnTo>
                    <a:pt x="1889" y="7"/>
                  </a:lnTo>
                  <a:lnTo>
                    <a:pt x="1721" y="29"/>
                  </a:lnTo>
                  <a:lnTo>
                    <a:pt x="1554" y="64"/>
                  </a:lnTo>
                  <a:lnTo>
                    <a:pt x="1390" y="112"/>
                  </a:lnTo>
                  <a:lnTo>
                    <a:pt x="1231" y="174"/>
                  </a:lnTo>
                  <a:lnTo>
                    <a:pt x="1079" y="249"/>
                  </a:lnTo>
                  <a:lnTo>
                    <a:pt x="933" y="336"/>
                  </a:lnTo>
                  <a:lnTo>
                    <a:pt x="794" y="435"/>
                  </a:lnTo>
                  <a:lnTo>
                    <a:pt x="664" y="545"/>
                  </a:lnTo>
                  <a:lnTo>
                    <a:pt x="544" y="666"/>
                  </a:lnTo>
                  <a:lnTo>
                    <a:pt x="433" y="796"/>
                  </a:lnTo>
                  <a:lnTo>
                    <a:pt x="335" y="935"/>
                  </a:lnTo>
                  <a:lnTo>
                    <a:pt x="247" y="1081"/>
                  </a:lnTo>
                  <a:lnTo>
                    <a:pt x="172" y="1234"/>
                  </a:lnTo>
                  <a:lnTo>
                    <a:pt x="111" y="1392"/>
                  </a:lnTo>
                  <a:lnTo>
                    <a:pt x="62" y="1556"/>
                  </a:lnTo>
                  <a:lnTo>
                    <a:pt x="27" y="1722"/>
                  </a:lnTo>
                  <a:lnTo>
                    <a:pt x="7" y="1892"/>
                  </a:lnTo>
                  <a:lnTo>
                    <a:pt x="0" y="2062"/>
                  </a:lnTo>
                </a:path>
              </a:pathLst>
            </a:cu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63" name="Line 105">
              <a:extLst>
                <a:ext uri="{FF2B5EF4-FFF2-40B4-BE49-F238E27FC236}">
                  <a16:creationId xmlns:a16="http://schemas.microsoft.com/office/drawing/2014/main" id="{2F593B37-7BF7-4935-BD7B-7EAD03B20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3567"/>
              <a:ext cx="500" cy="0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" dur="500"/>
                                        <p:tgtEl>
                                          <p:spTgt spid="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3" dur="500"/>
                                        <p:tgtEl>
                                          <p:spTgt spid="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33" dur="500"/>
                                        <p:tgtEl>
                                          <p:spTgt spid="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additive="base">
                                        <p:cTn id="38" dur="1000" fill="hold"/>
                                        <p:tgtEl>
                                          <p:spTgt spid="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51" dur="500"/>
                                        <p:tgtEl>
                                          <p:spTgt spid="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57" dur="500"/>
                                        <p:tgtEl>
                                          <p:spTgt spid="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additive="base">
                                        <p:cTn id="62" dur="1000" fill="hold"/>
                                        <p:tgtEl>
                                          <p:spTgt spid="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82" dur="500"/>
                                        <p:tgtEl>
                                          <p:spTgt spid="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additive="base">
                                        <p:cTn id="87" dur="1000" fill="hold"/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93" dur="500"/>
                                        <p:tgtEl>
                                          <p:spTgt spid="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1" grpId="0" animBg="1"/>
      <p:bldP spid="4662" grpId="0" animBg="1"/>
      <p:bldP spid="4663" grpId="0" animBg="1"/>
      <p:bldP spid="4664" grpId="0" animBg="1"/>
      <p:bldP spid="466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ooter Placeholder 2">
            <a:extLst>
              <a:ext uri="{FF2B5EF4-FFF2-40B4-BE49-F238E27FC236}">
                <a16:creationId xmlns:a16="http://schemas.microsoft.com/office/drawing/2014/main" id="{4E1BB46E-AADC-4275-B13D-C6C9B0D6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sp>
        <p:nvSpPr>
          <p:cNvPr id="4766" name="Text Box 2">
            <a:extLst>
              <a:ext uri="{FF2B5EF4-FFF2-40B4-BE49-F238E27FC236}">
                <a16:creationId xmlns:a16="http://schemas.microsoft.com/office/drawing/2014/main" id="{8F5F65AC-1CE6-4371-A461-E7448AAD1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712788"/>
            <a:ext cx="2760662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Char char="Ø"/>
            </a:pPr>
            <a:r>
              <a:rPr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zh-C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形体分析</a:t>
            </a:r>
          </a:p>
          <a:p>
            <a:pPr algn="l" eaLnBrk="1" hangingPunct="1">
              <a:buFont typeface="Wingdings" panose="05000000000000000000" pitchFamily="2" charset="2"/>
              <a:buChar char="Ø"/>
            </a:pPr>
            <a:r>
              <a:rPr lang="zh-CN" altLang="en-US" sz="36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线面分析</a:t>
            </a:r>
          </a:p>
        </p:txBody>
      </p:sp>
      <p:grpSp>
        <p:nvGrpSpPr>
          <p:cNvPr id="4767" name="Group 3">
            <a:extLst>
              <a:ext uri="{FF2B5EF4-FFF2-40B4-BE49-F238E27FC236}">
                <a16:creationId xmlns:a16="http://schemas.microsoft.com/office/drawing/2014/main" id="{751C877E-BFAB-4B41-9BCD-A8FBE4F5C2A0}"/>
              </a:ext>
            </a:extLst>
          </p:cNvPr>
          <p:cNvGrpSpPr>
            <a:grpSpLocks/>
          </p:cNvGrpSpPr>
          <p:nvPr/>
        </p:nvGrpSpPr>
        <p:grpSpPr bwMode="auto">
          <a:xfrm>
            <a:off x="2447925" y="4114800"/>
            <a:ext cx="941388" cy="1758950"/>
            <a:chOff x="1542" y="2592"/>
            <a:chExt cx="593" cy="1108"/>
          </a:xfrm>
        </p:grpSpPr>
        <p:sp>
          <p:nvSpPr>
            <p:cNvPr id="4768" name="Line 4">
              <a:extLst>
                <a:ext uri="{FF2B5EF4-FFF2-40B4-BE49-F238E27FC236}">
                  <a16:creationId xmlns:a16="http://schemas.microsoft.com/office/drawing/2014/main" id="{0E231539-5FAD-4CF7-AB6B-3402DB7EB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592"/>
              <a:ext cx="1" cy="1105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69" name="Line 5">
              <a:extLst>
                <a:ext uri="{FF2B5EF4-FFF2-40B4-BE49-F238E27FC236}">
                  <a16:creationId xmlns:a16="http://schemas.microsoft.com/office/drawing/2014/main" id="{6947E53A-21D3-464A-8858-0DEBE77BE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2" y="2595"/>
              <a:ext cx="2" cy="1105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70" name="Line 6">
            <a:extLst>
              <a:ext uri="{FF2B5EF4-FFF2-40B4-BE49-F238E27FC236}">
                <a16:creationId xmlns:a16="http://schemas.microsoft.com/office/drawing/2014/main" id="{25EA171A-29CE-4799-A130-F1D02C86F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800" y="4114800"/>
            <a:ext cx="3175" cy="1754188"/>
          </a:xfrm>
          <a:prstGeom prst="line">
            <a:avLst/>
          </a:pr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71" name="Group 7">
            <a:extLst>
              <a:ext uri="{FF2B5EF4-FFF2-40B4-BE49-F238E27FC236}">
                <a16:creationId xmlns:a16="http://schemas.microsoft.com/office/drawing/2014/main" id="{7AF77AFF-5FED-42AD-9707-BD041713DE0B}"/>
              </a:ext>
            </a:extLst>
          </p:cNvPr>
          <p:cNvGrpSpPr>
            <a:grpSpLocks/>
          </p:cNvGrpSpPr>
          <p:nvPr/>
        </p:nvGrpSpPr>
        <p:grpSpPr bwMode="auto">
          <a:xfrm>
            <a:off x="1131888" y="4283075"/>
            <a:ext cx="958850" cy="1457325"/>
            <a:chOff x="723" y="2698"/>
            <a:chExt cx="578" cy="915"/>
          </a:xfrm>
        </p:grpSpPr>
        <p:sp>
          <p:nvSpPr>
            <p:cNvPr id="4772" name="Line 8">
              <a:extLst>
                <a:ext uri="{FF2B5EF4-FFF2-40B4-BE49-F238E27FC236}">
                  <a16:creationId xmlns:a16="http://schemas.microsoft.com/office/drawing/2014/main" id="{9A6E2C87-0DB0-4D85-8670-593762ADB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" y="3611"/>
              <a:ext cx="578" cy="2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73" name="Line 9">
              <a:extLst>
                <a:ext uri="{FF2B5EF4-FFF2-40B4-BE49-F238E27FC236}">
                  <a16:creationId xmlns:a16="http://schemas.microsoft.com/office/drawing/2014/main" id="{CA8FCC82-ED33-4C25-A502-B1D880063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" y="2698"/>
              <a:ext cx="578" cy="2"/>
            </a:xfrm>
            <a:prstGeom prst="line">
              <a:avLst/>
            </a:prstGeom>
            <a:noFill/>
            <a:ln w="38100" cap="flat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74" name="Line 10">
            <a:extLst>
              <a:ext uri="{FF2B5EF4-FFF2-40B4-BE49-F238E27FC236}">
                <a16:creationId xmlns:a16="http://schemas.microsoft.com/office/drawing/2014/main" id="{9468F90F-5277-48F7-9E59-97E3D7D9A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7763" y="4283075"/>
            <a:ext cx="3175" cy="1452563"/>
          </a:xfrm>
          <a:prstGeom prst="line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75" name="Line 11">
            <a:extLst>
              <a:ext uri="{FF2B5EF4-FFF2-40B4-BE49-F238E27FC236}">
                <a16:creationId xmlns:a16="http://schemas.microsoft.com/office/drawing/2014/main" id="{96ECFAD9-8EB4-47C1-A108-5030C95E0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150" y="3549650"/>
            <a:ext cx="0" cy="596900"/>
          </a:xfrm>
          <a:prstGeom prst="line">
            <a:avLst/>
          </a:prstGeom>
          <a:noFill/>
          <a:ln w="12700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76" name="Line 12">
            <a:extLst>
              <a:ext uri="{FF2B5EF4-FFF2-40B4-BE49-F238E27FC236}">
                <a16:creationId xmlns:a16="http://schemas.microsoft.com/office/drawing/2014/main" id="{1BF0DC05-D390-46FF-BB25-FCB08726C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688" y="3525838"/>
            <a:ext cx="0" cy="1501775"/>
          </a:xfrm>
          <a:prstGeom prst="line">
            <a:avLst/>
          </a:prstGeom>
          <a:noFill/>
          <a:ln w="12700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77" name="Line 13">
            <a:extLst>
              <a:ext uri="{FF2B5EF4-FFF2-40B4-BE49-F238E27FC236}">
                <a16:creationId xmlns:a16="http://schemas.microsoft.com/office/drawing/2014/main" id="{399551CC-0659-4AD5-8247-E79490903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3552825"/>
            <a:ext cx="0" cy="593725"/>
          </a:xfrm>
          <a:prstGeom prst="line">
            <a:avLst/>
          </a:prstGeom>
          <a:noFill/>
          <a:ln w="12700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78" name="Line 14">
            <a:extLst>
              <a:ext uri="{FF2B5EF4-FFF2-40B4-BE49-F238E27FC236}">
                <a16:creationId xmlns:a16="http://schemas.microsoft.com/office/drawing/2014/main" id="{AA593D63-53ED-48A5-9BB6-B6571C9B3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7763" y="2803525"/>
            <a:ext cx="0" cy="1479550"/>
          </a:xfrm>
          <a:prstGeom prst="line">
            <a:avLst/>
          </a:prstGeom>
          <a:noFill/>
          <a:ln w="9525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79" name="Group 15">
            <a:extLst>
              <a:ext uri="{FF2B5EF4-FFF2-40B4-BE49-F238E27FC236}">
                <a16:creationId xmlns:a16="http://schemas.microsoft.com/office/drawing/2014/main" id="{33CD60B4-66B6-47DE-A6A8-8EE14EC791CF}"/>
              </a:ext>
            </a:extLst>
          </p:cNvPr>
          <p:cNvGrpSpPr>
            <a:grpSpLocks/>
          </p:cNvGrpSpPr>
          <p:nvPr/>
        </p:nvGrpSpPr>
        <p:grpSpPr bwMode="auto">
          <a:xfrm>
            <a:off x="2447925" y="1311275"/>
            <a:ext cx="941388" cy="2835275"/>
            <a:chOff x="1542" y="826"/>
            <a:chExt cx="593" cy="1786"/>
          </a:xfrm>
        </p:grpSpPr>
        <p:sp>
          <p:nvSpPr>
            <p:cNvPr id="4780" name="Line 16">
              <a:extLst>
                <a:ext uri="{FF2B5EF4-FFF2-40B4-BE49-F238E27FC236}">
                  <a16:creationId xmlns:a16="http://schemas.microsoft.com/office/drawing/2014/main" id="{CEAFF32F-3881-4AD9-95BD-8F55AFB53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2" y="826"/>
              <a:ext cx="0" cy="1766"/>
            </a:xfrm>
            <a:prstGeom prst="line">
              <a:avLst/>
            </a:prstGeom>
            <a:noFill/>
            <a:ln w="12700" cap="flat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1" name="Line 17">
              <a:extLst>
                <a:ext uri="{FF2B5EF4-FFF2-40B4-BE49-F238E27FC236}">
                  <a16:creationId xmlns:a16="http://schemas.microsoft.com/office/drawing/2014/main" id="{0BBF71AD-841A-4CA0-8F20-9E8E463EB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826"/>
              <a:ext cx="3" cy="1786"/>
            </a:xfrm>
            <a:prstGeom prst="line">
              <a:avLst/>
            </a:prstGeom>
            <a:noFill/>
            <a:ln w="12700" cap="flat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82" name="Line 18">
            <a:extLst>
              <a:ext uri="{FF2B5EF4-FFF2-40B4-BE49-F238E27FC236}">
                <a16:creationId xmlns:a16="http://schemas.microsoft.com/office/drawing/2014/main" id="{867F1240-94EF-4FAC-AE17-44463FCB7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625" y="2784475"/>
            <a:ext cx="7938" cy="1330325"/>
          </a:xfrm>
          <a:prstGeom prst="line">
            <a:avLst/>
          </a:prstGeom>
          <a:noFill/>
          <a:ln w="12700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83" name="Group 19">
            <a:extLst>
              <a:ext uri="{FF2B5EF4-FFF2-40B4-BE49-F238E27FC236}">
                <a16:creationId xmlns:a16="http://schemas.microsoft.com/office/drawing/2014/main" id="{9A3AC2F3-DDFC-40AD-8A66-BAC042D8102E}"/>
              </a:ext>
            </a:extLst>
          </p:cNvPr>
          <p:cNvGrpSpPr>
            <a:grpSpLocks/>
          </p:cNvGrpSpPr>
          <p:nvPr/>
        </p:nvGrpSpPr>
        <p:grpSpPr bwMode="auto">
          <a:xfrm>
            <a:off x="2935288" y="3919538"/>
            <a:ext cx="1587" cy="2362200"/>
            <a:chOff x="3285" y="2418"/>
            <a:chExt cx="1" cy="1488"/>
          </a:xfrm>
        </p:grpSpPr>
        <p:sp>
          <p:nvSpPr>
            <p:cNvPr id="4784" name="Line 20">
              <a:extLst>
                <a:ext uri="{FF2B5EF4-FFF2-40B4-BE49-F238E27FC236}">
                  <a16:creationId xmlns:a16="http://schemas.microsoft.com/office/drawing/2014/main" id="{86680622-F22B-40F0-AB1D-B3A104A5E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2418"/>
              <a:ext cx="1" cy="269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5" name="Line 21">
              <a:extLst>
                <a:ext uri="{FF2B5EF4-FFF2-40B4-BE49-F238E27FC236}">
                  <a16:creationId xmlns:a16="http://schemas.microsoft.com/office/drawing/2014/main" id="{C840CFB2-302C-4D14-BAA6-5D83E3D11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2738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6" name="Line 22">
              <a:extLst>
                <a:ext uri="{FF2B5EF4-FFF2-40B4-BE49-F238E27FC236}">
                  <a16:creationId xmlns:a16="http://schemas.microsoft.com/office/drawing/2014/main" id="{E5E4D176-860A-4238-BE03-D692BD192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2840"/>
              <a:ext cx="1" cy="253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7" name="Line 23">
              <a:extLst>
                <a:ext uri="{FF2B5EF4-FFF2-40B4-BE49-F238E27FC236}">
                  <a16:creationId xmlns:a16="http://schemas.microsoft.com/office/drawing/2014/main" id="{243AE203-6893-447D-B761-252B91072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3144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8" name="Line 24">
              <a:extLst>
                <a:ext uri="{FF2B5EF4-FFF2-40B4-BE49-F238E27FC236}">
                  <a16:creationId xmlns:a16="http://schemas.microsoft.com/office/drawing/2014/main" id="{66004239-0013-4032-B10F-E3D894A2B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3246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9" name="Line 25">
              <a:extLst>
                <a:ext uri="{FF2B5EF4-FFF2-40B4-BE49-F238E27FC236}">
                  <a16:creationId xmlns:a16="http://schemas.microsoft.com/office/drawing/2014/main" id="{5C3B70FE-896B-4981-9828-1453BFED3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3550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0" name="Line 26">
              <a:extLst>
                <a:ext uri="{FF2B5EF4-FFF2-40B4-BE49-F238E27FC236}">
                  <a16:creationId xmlns:a16="http://schemas.microsoft.com/office/drawing/2014/main" id="{737A42E9-D402-4145-910C-1E101C8ED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3652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91" name="Group 27">
            <a:extLst>
              <a:ext uri="{FF2B5EF4-FFF2-40B4-BE49-F238E27FC236}">
                <a16:creationId xmlns:a16="http://schemas.microsoft.com/office/drawing/2014/main" id="{450FC337-DEF0-4F49-89CC-0EEE5EA5B646}"/>
              </a:ext>
            </a:extLst>
          </p:cNvPr>
          <p:cNvGrpSpPr>
            <a:grpSpLocks/>
          </p:cNvGrpSpPr>
          <p:nvPr/>
        </p:nvGrpSpPr>
        <p:grpSpPr bwMode="auto">
          <a:xfrm>
            <a:off x="242888" y="5018088"/>
            <a:ext cx="3692525" cy="1587"/>
            <a:chOff x="2855" y="2508"/>
            <a:chExt cx="2326" cy="1"/>
          </a:xfrm>
        </p:grpSpPr>
        <p:sp>
          <p:nvSpPr>
            <p:cNvPr id="4792" name="Line 28">
              <a:extLst>
                <a:ext uri="{FF2B5EF4-FFF2-40B4-BE49-F238E27FC236}">
                  <a16:creationId xmlns:a16="http://schemas.microsoft.com/office/drawing/2014/main" id="{6FF74DF6-FA4C-417E-B9AF-01A4C39EA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5" y="2508"/>
              <a:ext cx="275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3" name="Line 29">
              <a:extLst>
                <a:ext uri="{FF2B5EF4-FFF2-40B4-BE49-F238E27FC236}">
                  <a16:creationId xmlns:a16="http://schemas.microsoft.com/office/drawing/2014/main" id="{DF07425B-839E-46B6-A4C7-8115FB14B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1" y="2508"/>
              <a:ext cx="50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4" name="Line 30">
              <a:extLst>
                <a:ext uri="{FF2B5EF4-FFF2-40B4-BE49-F238E27FC236}">
                  <a16:creationId xmlns:a16="http://schemas.microsoft.com/office/drawing/2014/main" id="{BB5890A2-9340-4228-BD41-D9B8CF9B2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2" y="2508"/>
              <a:ext cx="254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5" name="Line 31">
              <a:extLst>
                <a:ext uri="{FF2B5EF4-FFF2-40B4-BE49-F238E27FC236}">
                  <a16:creationId xmlns:a16="http://schemas.microsoft.com/office/drawing/2014/main" id="{52F0C4DE-C3BD-4648-92F2-85484C953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6" y="2508"/>
              <a:ext cx="51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6" name="Line 32">
              <a:extLst>
                <a:ext uri="{FF2B5EF4-FFF2-40B4-BE49-F238E27FC236}">
                  <a16:creationId xmlns:a16="http://schemas.microsoft.com/office/drawing/2014/main" id="{0BC4372F-BE4E-40A4-970F-87C8A4BD5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2508"/>
              <a:ext cx="254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7" name="Line 33">
              <a:extLst>
                <a:ext uri="{FF2B5EF4-FFF2-40B4-BE49-F238E27FC236}">
                  <a16:creationId xmlns:a16="http://schemas.microsoft.com/office/drawing/2014/main" id="{2F08E6FE-F6D5-4F00-BB05-639C87E54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2" y="2508"/>
              <a:ext cx="51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8" name="Line 34">
              <a:extLst>
                <a:ext uri="{FF2B5EF4-FFF2-40B4-BE49-F238E27FC236}">
                  <a16:creationId xmlns:a16="http://schemas.microsoft.com/office/drawing/2014/main" id="{5C8569C2-97F3-43C2-A140-3DC132325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2508"/>
              <a:ext cx="253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9" name="Line 35">
              <a:extLst>
                <a:ext uri="{FF2B5EF4-FFF2-40B4-BE49-F238E27FC236}">
                  <a16:creationId xmlns:a16="http://schemas.microsoft.com/office/drawing/2014/main" id="{DC27E842-2909-4E04-BBED-4A8416357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8" y="2508"/>
              <a:ext cx="51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0" name="Line 36">
              <a:extLst>
                <a:ext uri="{FF2B5EF4-FFF2-40B4-BE49-F238E27FC236}">
                  <a16:creationId xmlns:a16="http://schemas.microsoft.com/office/drawing/2014/main" id="{2D88FC50-99D0-4F8B-BD38-2072B8320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0" y="2508"/>
              <a:ext cx="253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1" name="Line 37">
              <a:extLst>
                <a:ext uri="{FF2B5EF4-FFF2-40B4-BE49-F238E27FC236}">
                  <a16:creationId xmlns:a16="http://schemas.microsoft.com/office/drawing/2014/main" id="{7A3E4332-FD5E-43A2-9333-2C49C6869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2508"/>
              <a:ext cx="51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2" name="Line 38">
              <a:extLst>
                <a:ext uri="{FF2B5EF4-FFF2-40B4-BE49-F238E27FC236}">
                  <a16:creationId xmlns:a16="http://schemas.microsoft.com/office/drawing/2014/main" id="{CB7D2A94-7B6E-4991-8CC4-80F5DEC41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5" y="2508"/>
              <a:ext cx="276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803" name="Picture 39" descr="3-20">
            <a:extLst>
              <a:ext uri="{FF2B5EF4-FFF2-40B4-BE49-F238E27FC236}">
                <a16:creationId xmlns:a16="http://schemas.microsoft.com/office/drawing/2014/main" id="{A8AAE822-993B-4128-8995-238A7FB9466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2771775"/>
            <a:ext cx="468630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804" name="Group 40">
            <a:extLst>
              <a:ext uri="{FF2B5EF4-FFF2-40B4-BE49-F238E27FC236}">
                <a16:creationId xmlns:a16="http://schemas.microsoft.com/office/drawing/2014/main" id="{1A22542C-A34C-48AB-8E09-738A9A59DA65}"/>
              </a:ext>
            </a:extLst>
          </p:cNvPr>
          <p:cNvGrpSpPr>
            <a:grpSpLocks/>
          </p:cNvGrpSpPr>
          <p:nvPr/>
        </p:nvGrpSpPr>
        <p:grpSpPr bwMode="auto">
          <a:xfrm>
            <a:off x="5254625" y="234950"/>
            <a:ext cx="1588" cy="3736975"/>
            <a:chOff x="4149" y="542"/>
            <a:chExt cx="1" cy="1488"/>
          </a:xfrm>
        </p:grpSpPr>
        <p:sp>
          <p:nvSpPr>
            <p:cNvPr id="4805" name="Line 41">
              <a:extLst>
                <a:ext uri="{FF2B5EF4-FFF2-40B4-BE49-F238E27FC236}">
                  <a16:creationId xmlns:a16="http://schemas.microsoft.com/office/drawing/2014/main" id="{A825F725-709C-4B59-8527-856A75281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542"/>
              <a:ext cx="1" cy="269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6" name="Line 42">
              <a:extLst>
                <a:ext uri="{FF2B5EF4-FFF2-40B4-BE49-F238E27FC236}">
                  <a16:creationId xmlns:a16="http://schemas.microsoft.com/office/drawing/2014/main" id="{22D3C962-A000-463D-94F9-E5132131C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862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7" name="Line 43">
              <a:extLst>
                <a:ext uri="{FF2B5EF4-FFF2-40B4-BE49-F238E27FC236}">
                  <a16:creationId xmlns:a16="http://schemas.microsoft.com/office/drawing/2014/main" id="{51E09A86-5742-4157-8C6E-57950D067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964"/>
              <a:ext cx="1" cy="253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8" name="Line 44">
              <a:extLst>
                <a:ext uri="{FF2B5EF4-FFF2-40B4-BE49-F238E27FC236}">
                  <a16:creationId xmlns:a16="http://schemas.microsoft.com/office/drawing/2014/main" id="{3B2CB6A6-30A6-4389-83C2-46341C077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268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9" name="Line 45">
              <a:extLst>
                <a:ext uri="{FF2B5EF4-FFF2-40B4-BE49-F238E27FC236}">
                  <a16:creationId xmlns:a16="http://schemas.microsoft.com/office/drawing/2014/main" id="{2973024C-F991-4B85-9EED-AAD3C76F9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370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0" name="Line 46">
              <a:extLst>
                <a:ext uri="{FF2B5EF4-FFF2-40B4-BE49-F238E27FC236}">
                  <a16:creationId xmlns:a16="http://schemas.microsoft.com/office/drawing/2014/main" id="{8E754F79-40C2-414D-88AD-526466C76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674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1" name="Line 47">
              <a:extLst>
                <a:ext uri="{FF2B5EF4-FFF2-40B4-BE49-F238E27FC236}">
                  <a16:creationId xmlns:a16="http://schemas.microsoft.com/office/drawing/2014/main" id="{CE17232D-F021-4C60-8D99-DC3ABAD50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776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2" name="Line 48">
            <a:extLst>
              <a:ext uri="{FF2B5EF4-FFF2-40B4-BE49-F238E27FC236}">
                <a16:creationId xmlns:a16="http://schemas.microsoft.com/office/drawing/2014/main" id="{8A558AD1-E0BF-430A-9C37-2E27E46EC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3" y="2795588"/>
            <a:ext cx="1587" cy="766762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" name="Line 49">
            <a:extLst>
              <a:ext uri="{FF2B5EF4-FFF2-40B4-BE49-F238E27FC236}">
                <a16:creationId xmlns:a16="http://schemas.microsoft.com/office/drawing/2014/main" id="{DEDBF203-7A53-48BB-9A29-5D5909C71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8" y="3562350"/>
            <a:ext cx="3482975" cy="0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" name="Line 50">
            <a:extLst>
              <a:ext uri="{FF2B5EF4-FFF2-40B4-BE49-F238E27FC236}">
                <a16:creationId xmlns:a16="http://schemas.microsoft.com/office/drawing/2014/main" id="{1704DEC1-77F0-4669-9155-B972152EB2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7613" y="2795588"/>
            <a:ext cx="3175" cy="766762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" name="Line 51">
            <a:extLst>
              <a:ext uri="{FF2B5EF4-FFF2-40B4-BE49-F238E27FC236}">
                <a16:creationId xmlns:a16="http://schemas.microsoft.com/office/drawing/2014/main" id="{8E593F35-641D-4CAC-A1AC-00E335871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750" y="2795588"/>
            <a:ext cx="3175" cy="765175"/>
          </a:xfrm>
          <a:prstGeom prst="line">
            <a:avLst/>
          </a:prstGeom>
          <a:noFill/>
          <a:ln w="12700" cap="flat" algn="ctr">
            <a:solidFill>
              <a:srgbClr val="3333CC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" name="Line 52">
            <a:extLst>
              <a:ext uri="{FF2B5EF4-FFF2-40B4-BE49-F238E27FC236}">
                <a16:creationId xmlns:a16="http://schemas.microsoft.com/office/drawing/2014/main" id="{B59ECFE8-B7DA-4337-A408-ED04CCA301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7613" y="1263650"/>
            <a:ext cx="3175" cy="1531938"/>
          </a:xfrm>
          <a:prstGeom prst="line">
            <a:avLst/>
          </a:pr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" name="Line 53">
            <a:extLst>
              <a:ext uri="{FF2B5EF4-FFF2-40B4-BE49-F238E27FC236}">
                <a16:creationId xmlns:a16="http://schemas.microsoft.com/office/drawing/2014/main" id="{96D3C874-6586-4F1B-A3E1-8D9FA3D08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4863" y="1235075"/>
            <a:ext cx="9525" cy="1560513"/>
          </a:xfrm>
          <a:prstGeom prst="line">
            <a:avLst/>
          </a:prstGeom>
          <a:noFill/>
          <a:ln w="38100" cap="flat" algn="ctr">
            <a:solidFill>
              <a:srgbClr val="CCCC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8" name="Freeform 54">
            <a:extLst>
              <a:ext uri="{FF2B5EF4-FFF2-40B4-BE49-F238E27FC236}">
                <a16:creationId xmlns:a16="http://schemas.microsoft.com/office/drawing/2014/main" id="{E6BCA1E3-DD56-41DB-AD52-FA6500E7498B}"/>
              </a:ext>
            </a:extLst>
          </p:cNvPr>
          <p:cNvSpPr>
            <a:spLocks/>
          </p:cNvSpPr>
          <p:nvPr/>
        </p:nvSpPr>
        <p:spPr bwMode="auto">
          <a:xfrm>
            <a:off x="2079625" y="447675"/>
            <a:ext cx="1677988" cy="815975"/>
          </a:xfrm>
          <a:custGeom>
            <a:avLst/>
            <a:gdLst>
              <a:gd name="T0" fmla="*/ 4548 w 4548"/>
              <a:gd name="T1" fmla="*/ 2275 h 2275"/>
              <a:gd name="T2" fmla="*/ 4536 w 4548"/>
              <a:gd name="T3" fmla="*/ 2053 h 2275"/>
              <a:gd name="T4" fmla="*/ 4503 w 4548"/>
              <a:gd name="T5" fmla="*/ 1831 h 2275"/>
              <a:gd name="T6" fmla="*/ 4449 w 4548"/>
              <a:gd name="T7" fmla="*/ 1614 h 2275"/>
              <a:gd name="T8" fmla="*/ 4374 w 4548"/>
              <a:gd name="T9" fmla="*/ 1404 h 2275"/>
              <a:gd name="T10" fmla="*/ 4279 w 4548"/>
              <a:gd name="T11" fmla="*/ 1202 h 2275"/>
              <a:gd name="T12" fmla="*/ 4164 w 4548"/>
              <a:gd name="T13" fmla="*/ 1012 h 2275"/>
              <a:gd name="T14" fmla="*/ 4031 w 4548"/>
              <a:gd name="T15" fmla="*/ 832 h 2275"/>
              <a:gd name="T16" fmla="*/ 3881 w 4548"/>
              <a:gd name="T17" fmla="*/ 667 h 2275"/>
              <a:gd name="T18" fmla="*/ 3716 w 4548"/>
              <a:gd name="T19" fmla="*/ 517 h 2275"/>
              <a:gd name="T20" fmla="*/ 3537 w 4548"/>
              <a:gd name="T21" fmla="*/ 384 h 2275"/>
              <a:gd name="T22" fmla="*/ 3346 w 4548"/>
              <a:gd name="T23" fmla="*/ 269 h 2275"/>
              <a:gd name="T24" fmla="*/ 3143 w 4548"/>
              <a:gd name="T25" fmla="*/ 174 h 2275"/>
              <a:gd name="T26" fmla="*/ 2933 w 4548"/>
              <a:gd name="T27" fmla="*/ 98 h 2275"/>
              <a:gd name="T28" fmla="*/ 2718 w 4548"/>
              <a:gd name="T29" fmla="*/ 45 h 2275"/>
              <a:gd name="T30" fmla="*/ 2496 w 4548"/>
              <a:gd name="T31" fmla="*/ 12 h 2275"/>
              <a:gd name="T32" fmla="*/ 2274 w 4548"/>
              <a:gd name="T33" fmla="*/ 0 h 2275"/>
              <a:gd name="T34" fmla="*/ 2051 w 4548"/>
              <a:gd name="T35" fmla="*/ 12 h 2275"/>
              <a:gd name="T36" fmla="*/ 1830 w 4548"/>
              <a:gd name="T37" fmla="*/ 45 h 2275"/>
              <a:gd name="T38" fmla="*/ 1614 w 4548"/>
              <a:gd name="T39" fmla="*/ 98 h 2275"/>
              <a:gd name="T40" fmla="*/ 1404 w 4548"/>
              <a:gd name="T41" fmla="*/ 174 h 2275"/>
              <a:gd name="T42" fmla="*/ 1202 w 4548"/>
              <a:gd name="T43" fmla="*/ 269 h 2275"/>
              <a:gd name="T44" fmla="*/ 1011 w 4548"/>
              <a:gd name="T45" fmla="*/ 384 h 2275"/>
              <a:gd name="T46" fmla="*/ 832 w 4548"/>
              <a:gd name="T47" fmla="*/ 517 h 2275"/>
              <a:gd name="T48" fmla="*/ 667 w 4548"/>
              <a:gd name="T49" fmla="*/ 667 h 2275"/>
              <a:gd name="T50" fmla="*/ 517 w 4548"/>
              <a:gd name="T51" fmla="*/ 832 h 2275"/>
              <a:gd name="T52" fmla="*/ 384 w 4548"/>
              <a:gd name="T53" fmla="*/ 1012 h 2275"/>
              <a:gd name="T54" fmla="*/ 269 w 4548"/>
              <a:gd name="T55" fmla="*/ 1202 h 2275"/>
              <a:gd name="T56" fmla="*/ 174 w 4548"/>
              <a:gd name="T57" fmla="*/ 1404 h 2275"/>
              <a:gd name="T58" fmla="*/ 99 w 4548"/>
              <a:gd name="T59" fmla="*/ 1614 h 2275"/>
              <a:gd name="T60" fmla="*/ 45 w 4548"/>
              <a:gd name="T61" fmla="*/ 1831 h 2275"/>
              <a:gd name="T62" fmla="*/ 12 w 4548"/>
              <a:gd name="T63" fmla="*/ 2053 h 2275"/>
              <a:gd name="T64" fmla="*/ 0 w 4548"/>
              <a:gd name="T65" fmla="*/ 2275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548" h="2275">
                <a:moveTo>
                  <a:pt x="4548" y="2275"/>
                </a:moveTo>
                <a:lnTo>
                  <a:pt x="4536" y="2053"/>
                </a:lnTo>
                <a:lnTo>
                  <a:pt x="4503" y="1831"/>
                </a:lnTo>
                <a:lnTo>
                  <a:pt x="4449" y="1614"/>
                </a:lnTo>
                <a:lnTo>
                  <a:pt x="4374" y="1404"/>
                </a:lnTo>
                <a:lnTo>
                  <a:pt x="4279" y="1202"/>
                </a:lnTo>
                <a:lnTo>
                  <a:pt x="4164" y="1012"/>
                </a:lnTo>
                <a:lnTo>
                  <a:pt x="4031" y="832"/>
                </a:lnTo>
                <a:lnTo>
                  <a:pt x="3881" y="667"/>
                </a:lnTo>
                <a:lnTo>
                  <a:pt x="3716" y="517"/>
                </a:lnTo>
                <a:lnTo>
                  <a:pt x="3537" y="384"/>
                </a:lnTo>
                <a:lnTo>
                  <a:pt x="3346" y="269"/>
                </a:lnTo>
                <a:lnTo>
                  <a:pt x="3143" y="174"/>
                </a:lnTo>
                <a:lnTo>
                  <a:pt x="2933" y="98"/>
                </a:lnTo>
                <a:lnTo>
                  <a:pt x="2718" y="45"/>
                </a:lnTo>
                <a:lnTo>
                  <a:pt x="2496" y="12"/>
                </a:lnTo>
                <a:lnTo>
                  <a:pt x="2274" y="0"/>
                </a:lnTo>
                <a:lnTo>
                  <a:pt x="2051" y="12"/>
                </a:lnTo>
                <a:lnTo>
                  <a:pt x="1830" y="45"/>
                </a:lnTo>
                <a:lnTo>
                  <a:pt x="1614" y="98"/>
                </a:lnTo>
                <a:lnTo>
                  <a:pt x="1404" y="174"/>
                </a:lnTo>
                <a:lnTo>
                  <a:pt x="1202" y="269"/>
                </a:lnTo>
                <a:lnTo>
                  <a:pt x="1011" y="384"/>
                </a:lnTo>
                <a:lnTo>
                  <a:pt x="832" y="517"/>
                </a:lnTo>
                <a:lnTo>
                  <a:pt x="667" y="667"/>
                </a:lnTo>
                <a:lnTo>
                  <a:pt x="517" y="832"/>
                </a:lnTo>
                <a:lnTo>
                  <a:pt x="384" y="1012"/>
                </a:lnTo>
                <a:lnTo>
                  <a:pt x="269" y="1202"/>
                </a:lnTo>
                <a:lnTo>
                  <a:pt x="174" y="1404"/>
                </a:lnTo>
                <a:lnTo>
                  <a:pt x="99" y="1614"/>
                </a:lnTo>
                <a:lnTo>
                  <a:pt x="45" y="1831"/>
                </a:lnTo>
                <a:lnTo>
                  <a:pt x="12" y="2053"/>
                </a:lnTo>
                <a:lnTo>
                  <a:pt x="0" y="2275"/>
                </a:lnTo>
              </a:path>
            </a:pathLst>
          </a:cu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9" name="Freeform 55">
            <a:extLst>
              <a:ext uri="{FF2B5EF4-FFF2-40B4-BE49-F238E27FC236}">
                <a16:creationId xmlns:a16="http://schemas.microsoft.com/office/drawing/2014/main" id="{227594DD-56D7-4DD5-B9BE-E9229B1D7539}"/>
              </a:ext>
            </a:extLst>
          </p:cNvPr>
          <p:cNvSpPr>
            <a:spLocks/>
          </p:cNvSpPr>
          <p:nvPr/>
        </p:nvSpPr>
        <p:spPr bwMode="auto">
          <a:xfrm>
            <a:off x="2449513" y="806450"/>
            <a:ext cx="941387" cy="915988"/>
          </a:xfrm>
          <a:custGeom>
            <a:avLst/>
            <a:gdLst>
              <a:gd name="T0" fmla="*/ 2556 w 2556"/>
              <a:gd name="T1" fmla="*/ 1279 h 2558"/>
              <a:gd name="T2" fmla="*/ 2546 w 2556"/>
              <a:gd name="T3" fmla="*/ 1112 h 2558"/>
              <a:gd name="T4" fmla="*/ 2513 w 2556"/>
              <a:gd name="T5" fmla="*/ 948 h 2558"/>
              <a:gd name="T6" fmla="*/ 2460 w 2556"/>
              <a:gd name="T7" fmla="*/ 790 h 2558"/>
              <a:gd name="T8" fmla="*/ 2385 w 2556"/>
              <a:gd name="T9" fmla="*/ 639 h 2558"/>
              <a:gd name="T10" fmla="*/ 2293 w 2556"/>
              <a:gd name="T11" fmla="*/ 500 h 2558"/>
              <a:gd name="T12" fmla="*/ 2182 w 2556"/>
              <a:gd name="T13" fmla="*/ 374 h 2558"/>
              <a:gd name="T14" fmla="*/ 2057 w 2556"/>
              <a:gd name="T15" fmla="*/ 264 h 2558"/>
              <a:gd name="T16" fmla="*/ 1917 w 2556"/>
              <a:gd name="T17" fmla="*/ 171 h 2558"/>
              <a:gd name="T18" fmla="*/ 1767 w 2556"/>
              <a:gd name="T19" fmla="*/ 97 h 2558"/>
              <a:gd name="T20" fmla="*/ 1609 w 2556"/>
              <a:gd name="T21" fmla="*/ 43 h 2558"/>
              <a:gd name="T22" fmla="*/ 1445 w 2556"/>
              <a:gd name="T23" fmla="*/ 11 h 2558"/>
              <a:gd name="T24" fmla="*/ 1278 w 2556"/>
              <a:gd name="T25" fmla="*/ 0 h 2558"/>
              <a:gd name="T26" fmla="*/ 1111 w 2556"/>
              <a:gd name="T27" fmla="*/ 11 h 2558"/>
              <a:gd name="T28" fmla="*/ 946 w 2556"/>
              <a:gd name="T29" fmla="*/ 43 h 2558"/>
              <a:gd name="T30" fmla="*/ 789 w 2556"/>
              <a:gd name="T31" fmla="*/ 97 h 2558"/>
              <a:gd name="T32" fmla="*/ 639 w 2556"/>
              <a:gd name="T33" fmla="*/ 171 h 2558"/>
              <a:gd name="T34" fmla="*/ 499 w 2556"/>
              <a:gd name="T35" fmla="*/ 264 h 2558"/>
              <a:gd name="T36" fmla="*/ 373 w 2556"/>
              <a:gd name="T37" fmla="*/ 374 h 2558"/>
              <a:gd name="T38" fmla="*/ 263 w 2556"/>
              <a:gd name="T39" fmla="*/ 500 h 2558"/>
              <a:gd name="T40" fmla="*/ 170 w 2556"/>
              <a:gd name="T41" fmla="*/ 639 h 2558"/>
              <a:gd name="T42" fmla="*/ 96 w 2556"/>
              <a:gd name="T43" fmla="*/ 790 h 2558"/>
              <a:gd name="T44" fmla="*/ 43 w 2556"/>
              <a:gd name="T45" fmla="*/ 948 h 2558"/>
              <a:gd name="T46" fmla="*/ 10 w 2556"/>
              <a:gd name="T47" fmla="*/ 1112 h 2558"/>
              <a:gd name="T48" fmla="*/ 0 w 2556"/>
              <a:gd name="T49" fmla="*/ 1279 h 2558"/>
              <a:gd name="T50" fmla="*/ 10 w 2556"/>
              <a:gd name="T51" fmla="*/ 1446 h 2558"/>
              <a:gd name="T52" fmla="*/ 43 w 2556"/>
              <a:gd name="T53" fmla="*/ 1611 h 2558"/>
              <a:gd name="T54" fmla="*/ 96 w 2556"/>
              <a:gd name="T55" fmla="*/ 1768 h 2558"/>
              <a:gd name="T56" fmla="*/ 170 w 2556"/>
              <a:gd name="T57" fmla="*/ 1919 h 2558"/>
              <a:gd name="T58" fmla="*/ 263 w 2556"/>
              <a:gd name="T59" fmla="*/ 2058 h 2558"/>
              <a:gd name="T60" fmla="*/ 373 w 2556"/>
              <a:gd name="T61" fmla="*/ 2184 h 2558"/>
              <a:gd name="T62" fmla="*/ 499 w 2556"/>
              <a:gd name="T63" fmla="*/ 2294 h 2558"/>
              <a:gd name="T64" fmla="*/ 639 w 2556"/>
              <a:gd name="T65" fmla="*/ 2387 h 2558"/>
              <a:gd name="T66" fmla="*/ 789 w 2556"/>
              <a:gd name="T67" fmla="*/ 2462 h 2558"/>
              <a:gd name="T68" fmla="*/ 946 w 2556"/>
              <a:gd name="T69" fmla="*/ 2515 h 2558"/>
              <a:gd name="T70" fmla="*/ 1111 w 2556"/>
              <a:gd name="T71" fmla="*/ 2548 h 2558"/>
              <a:gd name="T72" fmla="*/ 1278 w 2556"/>
              <a:gd name="T73" fmla="*/ 2558 h 2558"/>
              <a:gd name="T74" fmla="*/ 1445 w 2556"/>
              <a:gd name="T75" fmla="*/ 2548 h 2558"/>
              <a:gd name="T76" fmla="*/ 1609 w 2556"/>
              <a:gd name="T77" fmla="*/ 2515 h 2558"/>
              <a:gd name="T78" fmla="*/ 1767 w 2556"/>
              <a:gd name="T79" fmla="*/ 2462 h 2558"/>
              <a:gd name="T80" fmla="*/ 1917 w 2556"/>
              <a:gd name="T81" fmla="*/ 2387 h 2558"/>
              <a:gd name="T82" fmla="*/ 2057 w 2556"/>
              <a:gd name="T83" fmla="*/ 2294 h 2558"/>
              <a:gd name="T84" fmla="*/ 2182 w 2556"/>
              <a:gd name="T85" fmla="*/ 2184 h 2558"/>
              <a:gd name="T86" fmla="*/ 2293 w 2556"/>
              <a:gd name="T87" fmla="*/ 2058 h 2558"/>
              <a:gd name="T88" fmla="*/ 2385 w 2556"/>
              <a:gd name="T89" fmla="*/ 1919 h 2558"/>
              <a:gd name="T90" fmla="*/ 2460 w 2556"/>
              <a:gd name="T91" fmla="*/ 1768 h 2558"/>
              <a:gd name="T92" fmla="*/ 2513 w 2556"/>
              <a:gd name="T93" fmla="*/ 1611 h 2558"/>
              <a:gd name="T94" fmla="*/ 2546 w 2556"/>
              <a:gd name="T95" fmla="*/ 1446 h 2558"/>
              <a:gd name="T96" fmla="*/ 2556 w 2556"/>
              <a:gd name="T97" fmla="*/ 1279 h 2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56" h="2558">
                <a:moveTo>
                  <a:pt x="2556" y="1279"/>
                </a:moveTo>
                <a:lnTo>
                  <a:pt x="2546" y="1112"/>
                </a:lnTo>
                <a:lnTo>
                  <a:pt x="2513" y="948"/>
                </a:lnTo>
                <a:lnTo>
                  <a:pt x="2460" y="790"/>
                </a:lnTo>
                <a:lnTo>
                  <a:pt x="2385" y="639"/>
                </a:lnTo>
                <a:lnTo>
                  <a:pt x="2293" y="500"/>
                </a:lnTo>
                <a:lnTo>
                  <a:pt x="2182" y="374"/>
                </a:lnTo>
                <a:lnTo>
                  <a:pt x="2057" y="264"/>
                </a:lnTo>
                <a:lnTo>
                  <a:pt x="1917" y="171"/>
                </a:lnTo>
                <a:lnTo>
                  <a:pt x="1767" y="97"/>
                </a:lnTo>
                <a:lnTo>
                  <a:pt x="1609" y="43"/>
                </a:lnTo>
                <a:lnTo>
                  <a:pt x="1445" y="11"/>
                </a:lnTo>
                <a:lnTo>
                  <a:pt x="1278" y="0"/>
                </a:lnTo>
                <a:lnTo>
                  <a:pt x="1111" y="11"/>
                </a:lnTo>
                <a:lnTo>
                  <a:pt x="946" y="43"/>
                </a:lnTo>
                <a:lnTo>
                  <a:pt x="789" y="97"/>
                </a:lnTo>
                <a:lnTo>
                  <a:pt x="639" y="171"/>
                </a:lnTo>
                <a:lnTo>
                  <a:pt x="499" y="264"/>
                </a:lnTo>
                <a:lnTo>
                  <a:pt x="373" y="374"/>
                </a:lnTo>
                <a:lnTo>
                  <a:pt x="263" y="500"/>
                </a:lnTo>
                <a:lnTo>
                  <a:pt x="170" y="639"/>
                </a:lnTo>
                <a:lnTo>
                  <a:pt x="96" y="790"/>
                </a:lnTo>
                <a:lnTo>
                  <a:pt x="43" y="948"/>
                </a:lnTo>
                <a:lnTo>
                  <a:pt x="10" y="1112"/>
                </a:lnTo>
                <a:lnTo>
                  <a:pt x="0" y="1279"/>
                </a:lnTo>
                <a:lnTo>
                  <a:pt x="10" y="1446"/>
                </a:lnTo>
                <a:lnTo>
                  <a:pt x="43" y="1611"/>
                </a:lnTo>
                <a:lnTo>
                  <a:pt x="96" y="1768"/>
                </a:lnTo>
                <a:lnTo>
                  <a:pt x="170" y="1919"/>
                </a:lnTo>
                <a:lnTo>
                  <a:pt x="263" y="2058"/>
                </a:lnTo>
                <a:lnTo>
                  <a:pt x="373" y="2184"/>
                </a:lnTo>
                <a:lnTo>
                  <a:pt x="499" y="2294"/>
                </a:lnTo>
                <a:lnTo>
                  <a:pt x="639" y="2387"/>
                </a:lnTo>
                <a:lnTo>
                  <a:pt x="789" y="2462"/>
                </a:lnTo>
                <a:lnTo>
                  <a:pt x="946" y="2515"/>
                </a:lnTo>
                <a:lnTo>
                  <a:pt x="1111" y="2548"/>
                </a:lnTo>
                <a:lnTo>
                  <a:pt x="1278" y="2558"/>
                </a:lnTo>
                <a:lnTo>
                  <a:pt x="1445" y="2548"/>
                </a:lnTo>
                <a:lnTo>
                  <a:pt x="1609" y="2515"/>
                </a:lnTo>
                <a:lnTo>
                  <a:pt x="1767" y="2462"/>
                </a:lnTo>
                <a:lnTo>
                  <a:pt x="1917" y="2387"/>
                </a:lnTo>
                <a:lnTo>
                  <a:pt x="2057" y="2294"/>
                </a:lnTo>
                <a:lnTo>
                  <a:pt x="2182" y="2184"/>
                </a:lnTo>
                <a:lnTo>
                  <a:pt x="2293" y="2058"/>
                </a:lnTo>
                <a:lnTo>
                  <a:pt x="2385" y="1919"/>
                </a:lnTo>
                <a:lnTo>
                  <a:pt x="2460" y="1768"/>
                </a:lnTo>
                <a:lnTo>
                  <a:pt x="2513" y="1611"/>
                </a:lnTo>
                <a:lnTo>
                  <a:pt x="2546" y="1446"/>
                </a:lnTo>
                <a:lnTo>
                  <a:pt x="2556" y="1279"/>
                </a:lnTo>
                <a:close/>
              </a:path>
            </a:pathLst>
          </a:cu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0" name="Line 56">
            <a:extLst>
              <a:ext uri="{FF2B5EF4-FFF2-40B4-BE49-F238E27FC236}">
                <a16:creationId xmlns:a16="http://schemas.microsoft.com/office/drawing/2014/main" id="{429606FA-A889-4598-AA98-2F7B3C021E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6150" y="2071688"/>
            <a:ext cx="1588" cy="715962"/>
          </a:xfrm>
          <a:prstGeom prst="line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1" name="Line 57">
            <a:extLst>
              <a:ext uri="{FF2B5EF4-FFF2-40B4-BE49-F238E27FC236}">
                <a16:creationId xmlns:a16="http://schemas.microsoft.com/office/drawing/2014/main" id="{10395664-2B47-40B8-B803-95ACA81683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2071688"/>
            <a:ext cx="1588" cy="715962"/>
          </a:xfrm>
          <a:prstGeom prst="line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2" name="Freeform 58">
            <a:extLst>
              <a:ext uri="{FF2B5EF4-FFF2-40B4-BE49-F238E27FC236}">
                <a16:creationId xmlns:a16="http://schemas.microsoft.com/office/drawing/2014/main" id="{90E58071-640B-4495-A5F6-763B73F3769B}"/>
              </a:ext>
            </a:extLst>
          </p:cNvPr>
          <p:cNvSpPr>
            <a:spLocks/>
          </p:cNvSpPr>
          <p:nvPr/>
        </p:nvSpPr>
        <p:spPr bwMode="auto">
          <a:xfrm>
            <a:off x="4508500" y="1333500"/>
            <a:ext cx="1519238" cy="738188"/>
          </a:xfrm>
          <a:custGeom>
            <a:avLst/>
            <a:gdLst>
              <a:gd name="T0" fmla="*/ 4119 w 4119"/>
              <a:gd name="T1" fmla="*/ 2062 h 2062"/>
              <a:gd name="T2" fmla="*/ 4112 w 4119"/>
              <a:gd name="T3" fmla="*/ 1892 h 2062"/>
              <a:gd name="T4" fmla="*/ 4091 w 4119"/>
              <a:gd name="T5" fmla="*/ 1722 h 2062"/>
              <a:gd name="T6" fmla="*/ 4057 w 4119"/>
              <a:gd name="T7" fmla="*/ 1556 h 2062"/>
              <a:gd name="T8" fmla="*/ 4008 w 4119"/>
              <a:gd name="T9" fmla="*/ 1392 h 2062"/>
              <a:gd name="T10" fmla="*/ 3946 w 4119"/>
              <a:gd name="T11" fmla="*/ 1234 h 2062"/>
              <a:gd name="T12" fmla="*/ 3871 w 4119"/>
              <a:gd name="T13" fmla="*/ 1081 h 2062"/>
              <a:gd name="T14" fmla="*/ 3784 w 4119"/>
              <a:gd name="T15" fmla="*/ 935 h 2062"/>
              <a:gd name="T16" fmla="*/ 3684 w 4119"/>
              <a:gd name="T17" fmla="*/ 796 h 2062"/>
              <a:gd name="T18" fmla="*/ 3575 w 4119"/>
              <a:gd name="T19" fmla="*/ 666 h 2062"/>
              <a:gd name="T20" fmla="*/ 3454 w 4119"/>
              <a:gd name="T21" fmla="*/ 545 h 2062"/>
              <a:gd name="T22" fmla="*/ 3325 w 4119"/>
              <a:gd name="T23" fmla="*/ 435 h 2062"/>
              <a:gd name="T24" fmla="*/ 3186 w 4119"/>
              <a:gd name="T25" fmla="*/ 336 h 2062"/>
              <a:gd name="T26" fmla="*/ 3040 w 4119"/>
              <a:gd name="T27" fmla="*/ 249 h 2062"/>
              <a:gd name="T28" fmla="*/ 2886 w 4119"/>
              <a:gd name="T29" fmla="*/ 174 h 2062"/>
              <a:gd name="T30" fmla="*/ 2729 w 4119"/>
              <a:gd name="T31" fmla="*/ 112 h 2062"/>
              <a:gd name="T32" fmla="*/ 2565 w 4119"/>
              <a:gd name="T33" fmla="*/ 64 h 2062"/>
              <a:gd name="T34" fmla="*/ 2398 w 4119"/>
              <a:gd name="T35" fmla="*/ 29 h 2062"/>
              <a:gd name="T36" fmla="*/ 2229 w 4119"/>
              <a:gd name="T37" fmla="*/ 7 h 2062"/>
              <a:gd name="T38" fmla="*/ 2059 w 4119"/>
              <a:gd name="T39" fmla="*/ 0 h 2062"/>
              <a:gd name="T40" fmla="*/ 1889 w 4119"/>
              <a:gd name="T41" fmla="*/ 7 h 2062"/>
              <a:gd name="T42" fmla="*/ 1721 w 4119"/>
              <a:gd name="T43" fmla="*/ 29 h 2062"/>
              <a:gd name="T44" fmla="*/ 1554 w 4119"/>
              <a:gd name="T45" fmla="*/ 64 h 2062"/>
              <a:gd name="T46" fmla="*/ 1390 w 4119"/>
              <a:gd name="T47" fmla="*/ 112 h 2062"/>
              <a:gd name="T48" fmla="*/ 1231 w 4119"/>
              <a:gd name="T49" fmla="*/ 174 h 2062"/>
              <a:gd name="T50" fmla="*/ 1079 w 4119"/>
              <a:gd name="T51" fmla="*/ 249 h 2062"/>
              <a:gd name="T52" fmla="*/ 933 w 4119"/>
              <a:gd name="T53" fmla="*/ 336 h 2062"/>
              <a:gd name="T54" fmla="*/ 794 w 4119"/>
              <a:gd name="T55" fmla="*/ 435 h 2062"/>
              <a:gd name="T56" fmla="*/ 664 w 4119"/>
              <a:gd name="T57" fmla="*/ 545 h 2062"/>
              <a:gd name="T58" fmla="*/ 544 w 4119"/>
              <a:gd name="T59" fmla="*/ 666 h 2062"/>
              <a:gd name="T60" fmla="*/ 433 w 4119"/>
              <a:gd name="T61" fmla="*/ 796 h 2062"/>
              <a:gd name="T62" fmla="*/ 335 w 4119"/>
              <a:gd name="T63" fmla="*/ 935 h 2062"/>
              <a:gd name="T64" fmla="*/ 247 w 4119"/>
              <a:gd name="T65" fmla="*/ 1081 h 2062"/>
              <a:gd name="T66" fmla="*/ 172 w 4119"/>
              <a:gd name="T67" fmla="*/ 1234 h 2062"/>
              <a:gd name="T68" fmla="*/ 111 w 4119"/>
              <a:gd name="T69" fmla="*/ 1392 h 2062"/>
              <a:gd name="T70" fmla="*/ 62 w 4119"/>
              <a:gd name="T71" fmla="*/ 1556 h 2062"/>
              <a:gd name="T72" fmla="*/ 27 w 4119"/>
              <a:gd name="T73" fmla="*/ 1722 h 2062"/>
              <a:gd name="T74" fmla="*/ 7 w 4119"/>
              <a:gd name="T75" fmla="*/ 1892 h 2062"/>
              <a:gd name="T76" fmla="*/ 0 w 4119"/>
              <a:gd name="T77" fmla="*/ 2062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119" h="2062">
                <a:moveTo>
                  <a:pt x="4119" y="2062"/>
                </a:moveTo>
                <a:lnTo>
                  <a:pt x="4112" y="1892"/>
                </a:lnTo>
                <a:lnTo>
                  <a:pt x="4091" y="1722"/>
                </a:lnTo>
                <a:lnTo>
                  <a:pt x="4057" y="1556"/>
                </a:lnTo>
                <a:lnTo>
                  <a:pt x="4008" y="1392"/>
                </a:lnTo>
                <a:lnTo>
                  <a:pt x="3946" y="1234"/>
                </a:lnTo>
                <a:lnTo>
                  <a:pt x="3871" y="1081"/>
                </a:lnTo>
                <a:lnTo>
                  <a:pt x="3784" y="935"/>
                </a:lnTo>
                <a:lnTo>
                  <a:pt x="3684" y="796"/>
                </a:lnTo>
                <a:lnTo>
                  <a:pt x="3575" y="666"/>
                </a:lnTo>
                <a:lnTo>
                  <a:pt x="3454" y="545"/>
                </a:lnTo>
                <a:lnTo>
                  <a:pt x="3325" y="435"/>
                </a:lnTo>
                <a:lnTo>
                  <a:pt x="3186" y="336"/>
                </a:lnTo>
                <a:lnTo>
                  <a:pt x="3040" y="249"/>
                </a:lnTo>
                <a:lnTo>
                  <a:pt x="2886" y="174"/>
                </a:lnTo>
                <a:lnTo>
                  <a:pt x="2729" y="112"/>
                </a:lnTo>
                <a:lnTo>
                  <a:pt x="2565" y="64"/>
                </a:lnTo>
                <a:lnTo>
                  <a:pt x="2398" y="29"/>
                </a:lnTo>
                <a:lnTo>
                  <a:pt x="2229" y="7"/>
                </a:lnTo>
                <a:lnTo>
                  <a:pt x="2059" y="0"/>
                </a:lnTo>
                <a:lnTo>
                  <a:pt x="1889" y="7"/>
                </a:lnTo>
                <a:lnTo>
                  <a:pt x="1721" y="29"/>
                </a:lnTo>
                <a:lnTo>
                  <a:pt x="1554" y="64"/>
                </a:lnTo>
                <a:lnTo>
                  <a:pt x="1390" y="112"/>
                </a:lnTo>
                <a:lnTo>
                  <a:pt x="1231" y="174"/>
                </a:lnTo>
                <a:lnTo>
                  <a:pt x="1079" y="249"/>
                </a:lnTo>
                <a:lnTo>
                  <a:pt x="933" y="336"/>
                </a:lnTo>
                <a:lnTo>
                  <a:pt x="794" y="435"/>
                </a:lnTo>
                <a:lnTo>
                  <a:pt x="664" y="545"/>
                </a:lnTo>
                <a:lnTo>
                  <a:pt x="544" y="666"/>
                </a:lnTo>
                <a:lnTo>
                  <a:pt x="433" y="796"/>
                </a:lnTo>
                <a:lnTo>
                  <a:pt x="335" y="935"/>
                </a:lnTo>
                <a:lnTo>
                  <a:pt x="247" y="1081"/>
                </a:lnTo>
                <a:lnTo>
                  <a:pt x="172" y="1234"/>
                </a:lnTo>
                <a:lnTo>
                  <a:pt x="111" y="1392"/>
                </a:lnTo>
                <a:lnTo>
                  <a:pt x="62" y="1556"/>
                </a:lnTo>
                <a:lnTo>
                  <a:pt x="27" y="1722"/>
                </a:lnTo>
                <a:lnTo>
                  <a:pt x="7" y="1892"/>
                </a:lnTo>
                <a:lnTo>
                  <a:pt x="0" y="2062"/>
                </a:lnTo>
              </a:path>
            </a:pathLst>
          </a:cu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" name="Line 59">
            <a:extLst>
              <a:ext uri="{FF2B5EF4-FFF2-40B4-BE49-F238E27FC236}">
                <a16:creationId xmlns:a16="http://schemas.microsoft.com/office/drawing/2014/main" id="{8A979A43-774A-412D-8197-A11656A31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450" y="2787650"/>
            <a:ext cx="3175" cy="763588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4" name="Line 60">
            <a:extLst>
              <a:ext uri="{FF2B5EF4-FFF2-40B4-BE49-F238E27FC236}">
                <a16:creationId xmlns:a16="http://schemas.microsoft.com/office/drawing/2014/main" id="{9CA57468-9E55-4ECC-8391-C315C38F6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2787650"/>
            <a:ext cx="1588" cy="763588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5" name="Line 61">
            <a:extLst>
              <a:ext uri="{FF2B5EF4-FFF2-40B4-BE49-F238E27FC236}">
                <a16:creationId xmlns:a16="http://schemas.microsoft.com/office/drawing/2014/main" id="{E56F02FD-ABB3-4A69-B8E8-2D001C632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3875" y="3565525"/>
            <a:ext cx="1855788" cy="0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" name="Line 62">
            <a:extLst>
              <a:ext uri="{FF2B5EF4-FFF2-40B4-BE49-F238E27FC236}">
                <a16:creationId xmlns:a16="http://schemas.microsoft.com/office/drawing/2014/main" id="{E231E4CF-B801-4998-960D-0035FF5488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4988" y="2816225"/>
            <a:ext cx="1587" cy="763588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7" name="Line 63">
            <a:extLst>
              <a:ext uri="{FF2B5EF4-FFF2-40B4-BE49-F238E27FC236}">
                <a16:creationId xmlns:a16="http://schemas.microsoft.com/office/drawing/2014/main" id="{ED2B48C3-12AD-4F2A-AC26-16B22A1E6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0613" y="2816225"/>
            <a:ext cx="0" cy="763588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8" name="Line 64">
            <a:extLst>
              <a:ext uri="{FF2B5EF4-FFF2-40B4-BE49-F238E27FC236}">
                <a16:creationId xmlns:a16="http://schemas.microsoft.com/office/drawing/2014/main" id="{1AD75EEF-A26F-474E-8715-1E9A65C48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820738"/>
            <a:ext cx="1831975" cy="3175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9" name="Line 65">
            <a:extLst>
              <a:ext uri="{FF2B5EF4-FFF2-40B4-BE49-F238E27FC236}">
                <a16:creationId xmlns:a16="http://schemas.microsoft.com/office/drawing/2014/main" id="{1C4305F7-AFD7-4208-8ADA-839A6E71A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29113" y="444500"/>
            <a:ext cx="1839912" cy="0"/>
          </a:xfrm>
          <a:prstGeom prst="line">
            <a:avLst/>
          </a:pr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30" name="Line 66">
            <a:extLst>
              <a:ext uri="{FF2B5EF4-FFF2-40B4-BE49-F238E27FC236}">
                <a16:creationId xmlns:a16="http://schemas.microsoft.com/office/drawing/2014/main" id="{31D4F633-FCE6-478A-B871-5CED66CA4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4988" y="442913"/>
            <a:ext cx="0" cy="2378075"/>
          </a:xfrm>
          <a:prstGeom prst="line">
            <a:avLst/>
          </a:pr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31" name="Line 67">
            <a:extLst>
              <a:ext uri="{FF2B5EF4-FFF2-40B4-BE49-F238E27FC236}">
                <a16:creationId xmlns:a16="http://schemas.microsoft.com/office/drawing/2014/main" id="{4EACE03C-FFAF-4EED-B7D1-72EBA0234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9025" y="427038"/>
            <a:ext cx="0" cy="2389187"/>
          </a:xfrm>
          <a:prstGeom prst="line">
            <a:avLst/>
          </a:pr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32" name="Group 68">
            <a:extLst>
              <a:ext uri="{FF2B5EF4-FFF2-40B4-BE49-F238E27FC236}">
                <a16:creationId xmlns:a16="http://schemas.microsoft.com/office/drawing/2014/main" id="{8812033A-4B8C-42F0-BED7-6031EB43DEBD}"/>
              </a:ext>
            </a:extLst>
          </p:cNvPr>
          <p:cNvGrpSpPr>
            <a:grpSpLocks/>
          </p:cNvGrpSpPr>
          <p:nvPr/>
        </p:nvGrpSpPr>
        <p:grpSpPr bwMode="auto">
          <a:xfrm>
            <a:off x="1960563" y="1235075"/>
            <a:ext cx="4471987" cy="6350"/>
            <a:chOff x="3447" y="2507"/>
            <a:chExt cx="1734" cy="2"/>
          </a:xfrm>
        </p:grpSpPr>
        <p:sp>
          <p:nvSpPr>
            <p:cNvPr id="4833" name="Line 69">
              <a:extLst>
                <a:ext uri="{FF2B5EF4-FFF2-40B4-BE49-F238E27FC236}">
                  <a16:creationId xmlns:a16="http://schemas.microsoft.com/office/drawing/2014/main" id="{8C554535-E470-4105-932A-9FDDCAE3D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" y="2508"/>
              <a:ext cx="51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4" name="Line 70">
              <a:extLst>
                <a:ext uri="{FF2B5EF4-FFF2-40B4-BE49-F238E27FC236}">
                  <a16:creationId xmlns:a16="http://schemas.microsoft.com/office/drawing/2014/main" id="{EB13E5F1-5C68-42B8-9820-526B8F058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5" y="2508"/>
              <a:ext cx="176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35" name="Group 71">
              <a:extLst>
                <a:ext uri="{FF2B5EF4-FFF2-40B4-BE49-F238E27FC236}">
                  <a16:creationId xmlns:a16="http://schemas.microsoft.com/office/drawing/2014/main" id="{86C42FBB-D8D8-45F4-8CCF-3B0268653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7" y="2507"/>
              <a:ext cx="1393" cy="1"/>
              <a:chOff x="3459" y="2508"/>
              <a:chExt cx="1393" cy="1"/>
            </a:xfrm>
          </p:grpSpPr>
          <p:sp>
            <p:nvSpPr>
              <p:cNvPr id="4836" name="Line 72">
                <a:extLst>
                  <a:ext uri="{FF2B5EF4-FFF2-40B4-BE49-F238E27FC236}">
                    <a16:creationId xmlns:a16="http://schemas.microsoft.com/office/drawing/2014/main" id="{0C05B39E-D2EC-44B9-BEED-8C82A34EA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" y="2508"/>
                <a:ext cx="176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7" name="Line 73">
                <a:extLst>
                  <a:ext uri="{FF2B5EF4-FFF2-40B4-BE49-F238E27FC236}">
                    <a16:creationId xmlns:a16="http://schemas.microsoft.com/office/drawing/2014/main" id="{0F4EE628-10F5-4145-8198-E309ED903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6" y="2508"/>
                <a:ext cx="50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8" name="Line 74">
                <a:extLst>
                  <a:ext uri="{FF2B5EF4-FFF2-40B4-BE49-F238E27FC236}">
                    <a16:creationId xmlns:a16="http://schemas.microsoft.com/office/drawing/2014/main" id="{0C4299B0-22E4-4AEE-9619-7700B9282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7" y="2508"/>
                <a:ext cx="254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9" name="Line 75">
                <a:extLst>
                  <a:ext uri="{FF2B5EF4-FFF2-40B4-BE49-F238E27FC236}">
                    <a16:creationId xmlns:a16="http://schemas.microsoft.com/office/drawing/2014/main" id="{A3C7B024-9154-4536-AB70-D89906068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1" y="2508"/>
                <a:ext cx="51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0" name="Line 76">
                <a:extLst>
                  <a:ext uri="{FF2B5EF4-FFF2-40B4-BE49-F238E27FC236}">
                    <a16:creationId xmlns:a16="http://schemas.microsoft.com/office/drawing/2014/main" id="{523FFDFB-C6E0-47F5-9EA5-54A00B803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2508"/>
                <a:ext cx="254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1" name="Line 77">
                <a:extLst>
                  <a:ext uri="{FF2B5EF4-FFF2-40B4-BE49-F238E27FC236}">
                    <a16:creationId xmlns:a16="http://schemas.microsoft.com/office/drawing/2014/main" id="{7FC1543E-AECC-49C1-9FA8-0869CB04D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7" y="2508"/>
                <a:ext cx="51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2" name="Line 78">
                <a:extLst>
                  <a:ext uri="{FF2B5EF4-FFF2-40B4-BE49-F238E27FC236}">
                    <a16:creationId xmlns:a16="http://schemas.microsoft.com/office/drawing/2014/main" id="{77AB21E3-0499-4D1A-AE66-27B2B51BF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" y="2508"/>
                <a:ext cx="253" cy="1"/>
              </a:xfrm>
              <a:prstGeom prst="line">
                <a:avLst/>
              </a:prstGeom>
              <a:noFill/>
              <a:ln w="9525" cap="flat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843" name="Group 79">
            <a:extLst>
              <a:ext uri="{FF2B5EF4-FFF2-40B4-BE49-F238E27FC236}">
                <a16:creationId xmlns:a16="http://schemas.microsoft.com/office/drawing/2014/main" id="{B1C0BBF6-28AF-4077-80D6-F322734FBCED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95250"/>
            <a:ext cx="3175" cy="3736975"/>
            <a:chOff x="4149" y="542"/>
            <a:chExt cx="1" cy="1488"/>
          </a:xfrm>
        </p:grpSpPr>
        <p:sp>
          <p:nvSpPr>
            <p:cNvPr id="4844" name="Line 80">
              <a:extLst>
                <a:ext uri="{FF2B5EF4-FFF2-40B4-BE49-F238E27FC236}">
                  <a16:creationId xmlns:a16="http://schemas.microsoft.com/office/drawing/2014/main" id="{B195087D-1568-47B0-9DE5-3120FA65C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542"/>
              <a:ext cx="1" cy="269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5" name="Line 81">
              <a:extLst>
                <a:ext uri="{FF2B5EF4-FFF2-40B4-BE49-F238E27FC236}">
                  <a16:creationId xmlns:a16="http://schemas.microsoft.com/office/drawing/2014/main" id="{81B7D3BE-9E6F-46A5-86D2-B7A2B4717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862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6" name="Line 82">
              <a:extLst>
                <a:ext uri="{FF2B5EF4-FFF2-40B4-BE49-F238E27FC236}">
                  <a16:creationId xmlns:a16="http://schemas.microsoft.com/office/drawing/2014/main" id="{AE3B93BA-D6A3-4B0C-A075-6E32FA911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964"/>
              <a:ext cx="1" cy="253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7" name="Line 83">
              <a:extLst>
                <a:ext uri="{FF2B5EF4-FFF2-40B4-BE49-F238E27FC236}">
                  <a16:creationId xmlns:a16="http://schemas.microsoft.com/office/drawing/2014/main" id="{4D650D02-2ADC-471C-BE68-274574DE3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268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8" name="Line 84">
              <a:extLst>
                <a:ext uri="{FF2B5EF4-FFF2-40B4-BE49-F238E27FC236}">
                  <a16:creationId xmlns:a16="http://schemas.microsoft.com/office/drawing/2014/main" id="{9167258B-4FAE-4F5C-AA33-BC011F3DD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370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9" name="Line 85">
              <a:extLst>
                <a:ext uri="{FF2B5EF4-FFF2-40B4-BE49-F238E27FC236}">
                  <a16:creationId xmlns:a16="http://schemas.microsoft.com/office/drawing/2014/main" id="{A38E832F-5478-47CA-AE81-FDCB2B7DD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674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0" name="Line 86">
              <a:extLst>
                <a:ext uri="{FF2B5EF4-FFF2-40B4-BE49-F238E27FC236}">
                  <a16:creationId xmlns:a16="http://schemas.microsoft.com/office/drawing/2014/main" id="{F058EA18-6E91-4FB0-8B54-64EE30FF3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776"/>
              <a:ext cx="1" cy="254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51" name="Group 87">
            <a:extLst>
              <a:ext uri="{FF2B5EF4-FFF2-40B4-BE49-F238E27FC236}">
                <a16:creationId xmlns:a16="http://schemas.microsoft.com/office/drawing/2014/main" id="{37D6D432-2EBB-49F3-BDAD-488E10566A38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082800"/>
            <a:ext cx="1108075" cy="1588"/>
            <a:chOff x="1065" y="497"/>
            <a:chExt cx="582" cy="1"/>
          </a:xfrm>
        </p:grpSpPr>
        <p:sp>
          <p:nvSpPr>
            <p:cNvPr id="4852" name="Line 88">
              <a:extLst>
                <a:ext uri="{FF2B5EF4-FFF2-40B4-BE49-F238E27FC236}">
                  <a16:creationId xmlns:a16="http://schemas.microsoft.com/office/drawing/2014/main" id="{823A63E3-DB6F-4193-9D65-750448BAE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497"/>
              <a:ext cx="176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3" name="Line 89">
              <a:extLst>
                <a:ext uri="{FF2B5EF4-FFF2-40B4-BE49-F238E27FC236}">
                  <a16:creationId xmlns:a16="http://schemas.microsoft.com/office/drawing/2014/main" id="{1914AEF0-1095-49F2-A413-5040FDE2B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497"/>
              <a:ext cx="50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4" name="Line 90">
              <a:extLst>
                <a:ext uri="{FF2B5EF4-FFF2-40B4-BE49-F238E27FC236}">
                  <a16:creationId xmlns:a16="http://schemas.microsoft.com/office/drawing/2014/main" id="{7F39FE0C-F773-4D25-AD00-B2FCE690D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3" y="497"/>
              <a:ext cx="254" cy="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55" name="Line 91">
            <a:extLst>
              <a:ext uri="{FF2B5EF4-FFF2-40B4-BE49-F238E27FC236}">
                <a16:creationId xmlns:a16="http://schemas.microsoft.com/office/drawing/2014/main" id="{60115B25-017D-4A5A-AF63-5E1BAE15B2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" y="2809875"/>
            <a:ext cx="1800225" cy="0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56" name="Group 92">
            <a:extLst>
              <a:ext uri="{FF2B5EF4-FFF2-40B4-BE49-F238E27FC236}">
                <a16:creationId xmlns:a16="http://schemas.microsoft.com/office/drawing/2014/main" id="{D85EC2C3-DB6B-4D36-A605-172AFC8BF806}"/>
              </a:ext>
            </a:extLst>
          </p:cNvPr>
          <p:cNvGrpSpPr>
            <a:grpSpLocks/>
          </p:cNvGrpSpPr>
          <p:nvPr/>
        </p:nvGrpSpPr>
        <p:grpSpPr bwMode="auto">
          <a:xfrm>
            <a:off x="3862388" y="2081213"/>
            <a:ext cx="2747962" cy="3175"/>
            <a:chOff x="1791" y="1760"/>
            <a:chExt cx="1442" cy="2"/>
          </a:xfrm>
        </p:grpSpPr>
        <p:sp>
          <p:nvSpPr>
            <p:cNvPr id="4857" name="Line 93">
              <a:extLst>
                <a:ext uri="{FF2B5EF4-FFF2-40B4-BE49-F238E27FC236}">
                  <a16:creationId xmlns:a16="http://schemas.microsoft.com/office/drawing/2014/main" id="{55583434-1986-41AC-8A9E-C7631D12D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1760"/>
              <a:ext cx="344" cy="2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8" name="Line 94">
              <a:extLst>
                <a:ext uri="{FF2B5EF4-FFF2-40B4-BE49-F238E27FC236}">
                  <a16:creationId xmlns:a16="http://schemas.microsoft.com/office/drawing/2014/main" id="{1E758BE1-E8CD-4C26-AD07-0386BE4ED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3" y="1760"/>
              <a:ext cx="69" cy="2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9" name="Line 95">
              <a:extLst>
                <a:ext uri="{FF2B5EF4-FFF2-40B4-BE49-F238E27FC236}">
                  <a16:creationId xmlns:a16="http://schemas.microsoft.com/office/drawing/2014/main" id="{CB15838B-981C-4024-8FBC-39F6D8D64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1" y="1760"/>
              <a:ext cx="344" cy="2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0" name="Line 96">
              <a:extLst>
                <a:ext uri="{FF2B5EF4-FFF2-40B4-BE49-F238E27FC236}">
                  <a16:creationId xmlns:a16="http://schemas.microsoft.com/office/drawing/2014/main" id="{D00E2CA7-FFE5-4DA2-BFA3-5DD10CDA7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1760"/>
              <a:ext cx="69" cy="2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1" name="Line 97">
              <a:extLst>
                <a:ext uri="{FF2B5EF4-FFF2-40B4-BE49-F238E27FC236}">
                  <a16:creationId xmlns:a16="http://schemas.microsoft.com/office/drawing/2014/main" id="{B7289DE0-7D92-4894-9B07-EFFD7BD05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1760"/>
              <a:ext cx="343" cy="2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62" name="Line 98">
            <a:extLst>
              <a:ext uri="{FF2B5EF4-FFF2-40B4-BE49-F238E27FC236}">
                <a16:creationId xmlns:a16="http://schemas.microsoft.com/office/drawing/2014/main" id="{06B09A57-1B37-4A5C-8EFE-2BDB5DA647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55700" y="1333500"/>
            <a:ext cx="0" cy="1462088"/>
          </a:xfrm>
          <a:prstGeom prst="line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3" name="Line 99">
            <a:extLst>
              <a:ext uri="{FF2B5EF4-FFF2-40B4-BE49-F238E27FC236}">
                <a16:creationId xmlns:a16="http://schemas.microsoft.com/office/drawing/2014/main" id="{2216820E-E4EA-4AC5-BD8C-23C5D65CFB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5700" y="1349375"/>
            <a:ext cx="925513" cy="1588"/>
          </a:xfrm>
          <a:prstGeom prst="line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4" name="Line 100">
            <a:extLst>
              <a:ext uri="{FF2B5EF4-FFF2-40B4-BE49-F238E27FC236}">
                <a16:creationId xmlns:a16="http://schemas.microsoft.com/office/drawing/2014/main" id="{091CE10C-635A-44BC-8F47-DB95193734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4863" y="1339850"/>
            <a:ext cx="0" cy="1457325"/>
          </a:xfrm>
          <a:prstGeom prst="line">
            <a:avLst/>
          </a:prstGeom>
          <a:noFill/>
          <a:ln w="38100" cap="flat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5" name="Line 101">
            <a:extLst>
              <a:ext uri="{FF2B5EF4-FFF2-40B4-BE49-F238E27FC236}">
                <a16:creationId xmlns:a16="http://schemas.microsoft.com/office/drawing/2014/main" id="{71814555-EE1C-4E34-A601-1595AC21B4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29113" y="2803525"/>
            <a:ext cx="1860550" cy="0"/>
          </a:xfrm>
          <a:prstGeom prst="line">
            <a:avLst/>
          </a:prstGeom>
          <a:noFill/>
          <a:ln w="381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6" name="Line 102">
            <a:extLst>
              <a:ext uri="{FF2B5EF4-FFF2-40B4-BE49-F238E27FC236}">
                <a16:creationId xmlns:a16="http://schemas.microsoft.com/office/drawing/2014/main" id="{56527B9A-5274-4A03-892E-CA893FB20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4588" y="2795588"/>
            <a:ext cx="952500" cy="0"/>
          </a:xfrm>
          <a:prstGeom prst="line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7" name="Line 103">
            <a:extLst>
              <a:ext uri="{FF2B5EF4-FFF2-40B4-BE49-F238E27FC236}">
                <a16:creationId xmlns:a16="http://schemas.microsoft.com/office/drawing/2014/main" id="{0228C369-312A-4F7D-8E99-1168E7DC4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5463" y="1690688"/>
            <a:ext cx="1833562" cy="1587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68" name="Group 104">
            <a:extLst>
              <a:ext uri="{FF2B5EF4-FFF2-40B4-BE49-F238E27FC236}">
                <a16:creationId xmlns:a16="http://schemas.microsoft.com/office/drawing/2014/main" id="{758F3884-A882-4D5D-ABA1-B7860C72AF04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4130675"/>
            <a:ext cx="3489325" cy="1755775"/>
            <a:chOff x="181" y="2614"/>
            <a:chExt cx="2198" cy="1106"/>
          </a:xfrm>
        </p:grpSpPr>
        <p:sp>
          <p:nvSpPr>
            <p:cNvPr id="4869" name="Line 105">
              <a:extLst>
                <a:ext uri="{FF2B5EF4-FFF2-40B4-BE49-F238E27FC236}">
                  <a16:creationId xmlns:a16="http://schemas.microsoft.com/office/drawing/2014/main" id="{724C04E2-1B4C-4FCD-A6BD-8955D7C16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" y="2614"/>
              <a:ext cx="2198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0" name="Line 106">
              <a:extLst>
                <a:ext uri="{FF2B5EF4-FFF2-40B4-BE49-F238E27FC236}">
                  <a16:creationId xmlns:a16="http://schemas.microsoft.com/office/drawing/2014/main" id="{90CF0EFF-6805-47C2-86FB-D0731A2D6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3" y="2616"/>
              <a:ext cx="12" cy="1102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1" name="Line 107">
              <a:extLst>
                <a:ext uri="{FF2B5EF4-FFF2-40B4-BE49-F238E27FC236}">
                  <a16:creationId xmlns:a16="http://schemas.microsoft.com/office/drawing/2014/main" id="{0178CF96-396C-42AD-94AC-645D79FC0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" y="3718"/>
              <a:ext cx="2180" cy="2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2" name="Freeform 108">
              <a:extLst>
                <a:ext uri="{FF2B5EF4-FFF2-40B4-BE49-F238E27FC236}">
                  <a16:creationId xmlns:a16="http://schemas.microsoft.com/office/drawing/2014/main" id="{5A16A40A-5BEE-4712-81AD-A6ABD757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" y="2945"/>
              <a:ext cx="229" cy="441"/>
            </a:xfrm>
            <a:custGeom>
              <a:avLst/>
              <a:gdLst>
                <a:gd name="T0" fmla="*/ 0 w 995"/>
                <a:gd name="T1" fmla="*/ 1990 h 1990"/>
                <a:gd name="T2" fmla="*/ 121 w 995"/>
                <a:gd name="T3" fmla="*/ 1983 h 1990"/>
                <a:gd name="T4" fmla="*/ 239 w 995"/>
                <a:gd name="T5" fmla="*/ 1962 h 1990"/>
                <a:gd name="T6" fmla="*/ 353 w 995"/>
                <a:gd name="T7" fmla="*/ 1926 h 1990"/>
                <a:gd name="T8" fmla="*/ 462 w 995"/>
                <a:gd name="T9" fmla="*/ 1877 h 1990"/>
                <a:gd name="T10" fmla="*/ 566 w 995"/>
                <a:gd name="T11" fmla="*/ 1814 h 1990"/>
                <a:gd name="T12" fmla="*/ 660 w 995"/>
                <a:gd name="T13" fmla="*/ 1741 h 1990"/>
                <a:gd name="T14" fmla="*/ 745 w 995"/>
                <a:gd name="T15" fmla="*/ 1655 h 1990"/>
                <a:gd name="T16" fmla="*/ 819 w 995"/>
                <a:gd name="T17" fmla="*/ 1560 h 1990"/>
                <a:gd name="T18" fmla="*/ 881 w 995"/>
                <a:gd name="T19" fmla="*/ 1458 h 1990"/>
                <a:gd name="T20" fmla="*/ 930 w 995"/>
                <a:gd name="T21" fmla="*/ 1348 h 1990"/>
                <a:gd name="T22" fmla="*/ 966 w 995"/>
                <a:gd name="T23" fmla="*/ 1233 h 1990"/>
                <a:gd name="T24" fmla="*/ 988 w 995"/>
                <a:gd name="T25" fmla="*/ 1115 h 1990"/>
                <a:gd name="T26" fmla="*/ 995 w 995"/>
                <a:gd name="T27" fmla="*/ 995 h 1990"/>
                <a:gd name="T28" fmla="*/ 988 w 995"/>
                <a:gd name="T29" fmla="*/ 876 h 1990"/>
                <a:gd name="T30" fmla="*/ 966 w 995"/>
                <a:gd name="T31" fmla="*/ 758 h 1990"/>
                <a:gd name="T32" fmla="*/ 930 w 995"/>
                <a:gd name="T33" fmla="*/ 643 h 1990"/>
                <a:gd name="T34" fmla="*/ 881 w 995"/>
                <a:gd name="T35" fmla="*/ 533 h 1990"/>
                <a:gd name="T36" fmla="*/ 819 w 995"/>
                <a:gd name="T37" fmla="*/ 429 h 1990"/>
                <a:gd name="T38" fmla="*/ 745 w 995"/>
                <a:gd name="T39" fmla="*/ 335 h 1990"/>
                <a:gd name="T40" fmla="*/ 660 w 995"/>
                <a:gd name="T41" fmla="*/ 250 h 1990"/>
                <a:gd name="T42" fmla="*/ 566 w 995"/>
                <a:gd name="T43" fmla="*/ 176 h 1990"/>
                <a:gd name="T44" fmla="*/ 462 w 995"/>
                <a:gd name="T45" fmla="*/ 114 h 1990"/>
                <a:gd name="T46" fmla="*/ 353 w 995"/>
                <a:gd name="T47" fmla="*/ 65 h 1990"/>
                <a:gd name="T48" fmla="*/ 239 w 995"/>
                <a:gd name="T49" fmla="*/ 29 h 1990"/>
                <a:gd name="T50" fmla="*/ 121 w 995"/>
                <a:gd name="T51" fmla="*/ 7 h 1990"/>
                <a:gd name="T52" fmla="*/ 0 w 995"/>
                <a:gd name="T53" fmla="*/ 0 h 1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95" h="1990">
                  <a:moveTo>
                    <a:pt x="0" y="1990"/>
                  </a:moveTo>
                  <a:lnTo>
                    <a:pt x="121" y="1983"/>
                  </a:lnTo>
                  <a:lnTo>
                    <a:pt x="239" y="1962"/>
                  </a:lnTo>
                  <a:lnTo>
                    <a:pt x="353" y="1926"/>
                  </a:lnTo>
                  <a:lnTo>
                    <a:pt x="462" y="1877"/>
                  </a:lnTo>
                  <a:lnTo>
                    <a:pt x="566" y="1814"/>
                  </a:lnTo>
                  <a:lnTo>
                    <a:pt x="660" y="1741"/>
                  </a:lnTo>
                  <a:lnTo>
                    <a:pt x="745" y="1655"/>
                  </a:lnTo>
                  <a:lnTo>
                    <a:pt x="819" y="1560"/>
                  </a:lnTo>
                  <a:lnTo>
                    <a:pt x="881" y="1458"/>
                  </a:lnTo>
                  <a:lnTo>
                    <a:pt x="930" y="1348"/>
                  </a:lnTo>
                  <a:lnTo>
                    <a:pt x="966" y="1233"/>
                  </a:lnTo>
                  <a:lnTo>
                    <a:pt x="988" y="1115"/>
                  </a:lnTo>
                  <a:lnTo>
                    <a:pt x="995" y="995"/>
                  </a:lnTo>
                  <a:lnTo>
                    <a:pt x="988" y="876"/>
                  </a:lnTo>
                  <a:lnTo>
                    <a:pt x="966" y="758"/>
                  </a:lnTo>
                  <a:lnTo>
                    <a:pt x="930" y="643"/>
                  </a:lnTo>
                  <a:lnTo>
                    <a:pt x="881" y="533"/>
                  </a:lnTo>
                  <a:lnTo>
                    <a:pt x="819" y="429"/>
                  </a:lnTo>
                  <a:lnTo>
                    <a:pt x="745" y="335"/>
                  </a:lnTo>
                  <a:lnTo>
                    <a:pt x="660" y="250"/>
                  </a:lnTo>
                  <a:lnTo>
                    <a:pt x="566" y="176"/>
                  </a:lnTo>
                  <a:lnTo>
                    <a:pt x="462" y="114"/>
                  </a:lnTo>
                  <a:lnTo>
                    <a:pt x="353" y="65"/>
                  </a:lnTo>
                  <a:lnTo>
                    <a:pt x="239" y="29"/>
                  </a:lnTo>
                  <a:lnTo>
                    <a:pt x="121" y="7"/>
                  </a:ln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3" name="Line 109">
              <a:extLst>
                <a:ext uri="{FF2B5EF4-FFF2-40B4-BE49-F238E27FC236}">
                  <a16:creationId xmlns:a16="http://schemas.microsoft.com/office/drawing/2014/main" id="{8B554522-E07A-4390-BBD1-A259F9063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" y="2614"/>
              <a:ext cx="2" cy="331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4" name="Line 110">
              <a:extLst>
                <a:ext uri="{FF2B5EF4-FFF2-40B4-BE49-F238E27FC236}">
                  <a16:creationId xmlns:a16="http://schemas.microsoft.com/office/drawing/2014/main" id="{B1E43E91-D3DA-4545-B177-4BD2A3B46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" y="3374"/>
              <a:ext cx="2" cy="346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75" name="Group 111">
            <a:extLst>
              <a:ext uri="{FF2B5EF4-FFF2-40B4-BE49-F238E27FC236}">
                <a16:creationId xmlns:a16="http://schemas.microsoft.com/office/drawing/2014/main" id="{18037B2C-404B-49C1-A369-E25A1452CA65}"/>
              </a:ext>
            </a:extLst>
          </p:cNvPr>
          <p:cNvGrpSpPr>
            <a:grpSpLocks/>
          </p:cNvGrpSpPr>
          <p:nvPr/>
        </p:nvGrpSpPr>
        <p:grpSpPr bwMode="auto">
          <a:xfrm>
            <a:off x="1146175" y="2797175"/>
            <a:ext cx="4111625" cy="2235200"/>
            <a:chOff x="722" y="1762"/>
            <a:chExt cx="2590" cy="1408"/>
          </a:xfrm>
        </p:grpSpPr>
        <p:sp>
          <p:nvSpPr>
            <p:cNvPr id="4876" name="Line 112">
              <a:extLst>
                <a:ext uri="{FF2B5EF4-FFF2-40B4-BE49-F238E27FC236}">
                  <a16:creationId xmlns:a16="http://schemas.microsoft.com/office/drawing/2014/main" id="{7A8FFF45-5DED-42CC-99C0-8F19FBC0DC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3" y="1762"/>
              <a:ext cx="479" cy="2"/>
            </a:xfrm>
            <a:prstGeom prst="line">
              <a:avLst/>
            </a:prstGeom>
            <a:noFill/>
            <a:ln w="38100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7" name="Line 113">
              <a:extLst>
                <a:ext uri="{FF2B5EF4-FFF2-40B4-BE49-F238E27FC236}">
                  <a16:creationId xmlns:a16="http://schemas.microsoft.com/office/drawing/2014/main" id="{2D47194F-21D4-43F7-A153-F3DEF9285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2" y="2699"/>
              <a:ext cx="0" cy="471"/>
            </a:xfrm>
            <a:prstGeom prst="line">
              <a:avLst/>
            </a:prstGeom>
            <a:noFill/>
            <a:ln w="38100" cap="flat" algn="ctr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78" name="Group 114">
            <a:extLst>
              <a:ext uri="{FF2B5EF4-FFF2-40B4-BE49-F238E27FC236}">
                <a16:creationId xmlns:a16="http://schemas.microsoft.com/office/drawing/2014/main" id="{78FAF6BB-2D5C-4F55-8EF0-D00ECACDE60D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4445000"/>
            <a:ext cx="1588" cy="1071563"/>
            <a:chOff x="2846" y="2738"/>
            <a:chExt cx="1" cy="675"/>
          </a:xfrm>
        </p:grpSpPr>
        <p:sp>
          <p:nvSpPr>
            <p:cNvPr id="4879" name="Line 115">
              <a:extLst>
                <a:ext uri="{FF2B5EF4-FFF2-40B4-BE49-F238E27FC236}">
                  <a16:creationId xmlns:a16="http://schemas.microsoft.com/office/drawing/2014/main" id="{79A9241E-DAE0-4764-A3E4-3415C8A64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" y="2738"/>
              <a:ext cx="1" cy="269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80" name="Line 116">
              <a:extLst>
                <a:ext uri="{FF2B5EF4-FFF2-40B4-BE49-F238E27FC236}">
                  <a16:creationId xmlns:a16="http://schemas.microsoft.com/office/drawing/2014/main" id="{95DB5DE9-D457-400F-818C-A46C7EACC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" y="3058"/>
              <a:ext cx="1" cy="51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81" name="Line 117">
              <a:extLst>
                <a:ext uri="{FF2B5EF4-FFF2-40B4-BE49-F238E27FC236}">
                  <a16:creationId xmlns:a16="http://schemas.microsoft.com/office/drawing/2014/main" id="{60C85CE6-0231-4104-A67F-A87C0F7CE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" y="3160"/>
              <a:ext cx="1" cy="253"/>
            </a:xfrm>
            <a:prstGeom prst="line">
              <a:avLst/>
            </a:prstGeom>
            <a:noFill/>
            <a:ln w="9525" cap="flat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base">
                                        <p:cTn id="7" dur="500"/>
                                        <p:tgtEl>
                                          <p:spTgt spid="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" dur="500"/>
                                        <p:tgtEl>
                                          <p:spTgt spid="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19" dur="500"/>
                                        <p:tgtEl>
                                          <p:spTgt spid="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5" dur="500"/>
                                        <p:tgtEl>
                                          <p:spTgt spid="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8" dur="500"/>
                                        <p:tgtEl>
                                          <p:spTgt spid="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4" dur="500"/>
                                        <p:tgtEl>
                                          <p:spTgt spid="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0" dur="500"/>
                                        <p:tgtEl>
                                          <p:spTgt spid="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46" dur="500"/>
                                        <p:tgtEl>
                                          <p:spTgt spid="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2" dur="500"/>
                                        <p:tgtEl>
                                          <p:spTgt spid="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8" dur="500"/>
                                        <p:tgtEl>
                                          <p:spTgt spid="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64" dur="500"/>
                                        <p:tgtEl>
                                          <p:spTgt spid="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0" dur="500"/>
                                        <p:tgtEl>
                                          <p:spTgt spid="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6" dur="500"/>
                                        <p:tgtEl>
                                          <p:spTgt spid="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4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84" dur="1000"/>
                                        <p:tgtEl>
                                          <p:spTgt spid="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90" dur="500"/>
                                        <p:tgtEl>
                                          <p:spTgt spid="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6" dur="500"/>
                                        <p:tgtEl>
                                          <p:spTgt spid="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oter Placeholder 2">
            <a:extLst>
              <a:ext uri="{FF2B5EF4-FFF2-40B4-BE49-F238E27FC236}">
                <a16:creationId xmlns:a16="http://schemas.microsoft.com/office/drawing/2014/main" id="{BB197BBA-8324-45B3-839E-6B1550DA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grpSp>
        <p:nvGrpSpPr>
          <p:cNvPr id="4884" name="Group 2">
            <a:extLst>
              <a:ext uri="{FF2B5EF4-FFF2-40B4-BE49-F238E27FC236}">
                <a16:creationId xmlns:a16="http://schemas.microsoft.com/office/drawing/2014/main" id="{7B8F3C94-35B0-49BF-B5A5-253DE56327FD}"/>
              </a:ext>
            </a:extLst>
          </p:cNvPr>
          <p:cNvGrpSpPr>
            <a:grpSpLocks/>
          </p:cNvGrpSpPr>
          <p:nvPr/>
        </p:nvGrpSpPr>
        <p:grpSpPr bwMode="auto">
          <a:xfrm>
            <a:off x="1771650" y="4562475"/>
            <a:ext cx="2320925" cy="1443038"/>
            <a:chOff x="2611" y="222"/>
            <a:chExt cx="1462" cy="909"/>
          </a:xfrm>
        </p:grpSpPr>
        <p:sp>
          <p:nvSpPr>
            <p:cNvPr id="4885" name="Freeform 3">
              <a:extLst>
                <a:ext uri="{FF2B5EF4-FFF2-40B4-BE49-F238E27FC236}">
                  <a16:creationId xmlns:a16="http://schemas.microsoft.com/office/drawing/2014/main" id="{4791B417-11AF-4D49-B6E4-50166E69F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414"/>
              <a:ext cx="553" cy="717"/>
            </a:xfrm>
            <a:custGeom>
              <a:avLst/>
              <a:gdLst>
                <a:gd name="T0" fmla="*/ 297 w 763"/>
                <a:gd name="T1" fmla="*/ 0 h 989"/>
                <a:gd name="T2" fmla="*/ 235 w 763"/>
                <a:gd name="T3" fmla="*/ 48 h 989"/>
                <a:gd name="T4" fmla="*/ 177 w 763"/>
                <a:gd name="T5" fmla="*/ 81 h 989"/>
                <a:gd name="T6" fmla="*/ 86 w 763"/>
                <a:gd name="T7" fmla="*/ 192 h 989"/>
                <a:gd name="T8" fmla="*/ 0 w 763"/>
                <a:gd name="T9" fmla="*/ 389 h 989"/>
                <a:gd name="T10" fmla="*/ 9 w 763"/>
                <a:gd name="T11" fmla="*/ 681 h 989"/>
                <a:gd name="T12" fmla="*/ 187 w 763"/>
                <a:gd name="T13" fmla="*/ 883 h 989"/>
                <a:gd name="T14" fmla="*/ 292 w 763"/>
                <a:gd name="T15" fmla="*/ 941 h 989"/>
                <a:gd name="T16" fmla="*/ 417 w 763"/>
                <a:gd name="T17" fmla="*/ 979 h 989"/>
                <a:gd name="T18" fmla="*/ 475 w 763"/>
                <a:gd name="T19" fmla="*/ 979 h 989"/>
                <a:gd name="T20" fmla="*/ 571 w 763"/>
                <a:gd name="T21" fmla="*/ 989 h 989"/>
                <a:gd name="T22" fmla="*/ 763 w 763"/>
                <a:gd name="T23" fmla="*/ 797 h 989"/>
                <a:gd name="T24" fmla="*/ 705 w 763"/>
                <a:gd name="T25" fmla="*/ 797 h 989"/>
                <a:gd name="T26" fmla="*/ 652 w 763"/>
                <a:gd name="T27" fmla="*/ 782 h 989"/>
                <a:gd name="T28" fmla="*/ 604 w 763"/>
                <a:gd name="T29" fmla="*/ 768 h 989"/>
                <a:gd name="T30" fmla="*/ 537 w 763"/>
                <a:gd name="T31" fmla="*/ 744 h 989"/>
                <a:gd name="T32" fmla="*/ 494 w 763"/>
                <a:gd name="T33" fmla="*/ 725 h 989"/>
                <a:gd name="T34" fmla="*/ 446 w 763"/>
                <a:gd name="T35" fmla="*/ 696 h 989"/>
                <a:gd name="T36" fmla="*/ 412 w 763"/>
                <a:gd name="T37" fmla="*/ 667 h 989"/>
                <a:gd name="T38" fmla="*/ 374 w 763"/>
                <a:gd name="T39" fmla="*/ 629 h 989"/>
                <a:gd name="T40" fmla="*/ 336 w 763"/>
                <a:gd name="T41" fmla="*/ 590 h 989"/>
                <a:gd name="T42" fmla="*/ 307 w 763"/>
                <a:gd name="T43" fmla="*/ 552 h 989"/>
                <a:gd name="T44" fmla="*/ 273 w 763"/>
                <a:gd name="T45" fmla="*/ 499 h 989"/>
                <a:gd name="T46" fmla="*/ 254 w 763"/>
                <a:gd name="T47" fmla="*/ 432 h 989"/>
                <a:gd name="T48" fmla="*/ 235 w 763"/>
                <a:gd name="T49" fmla="*/ 374 h 989"/>
                <a:gd name="T50" fmla="*/ 225 w 763"/>
                <a:gd name="T51" fmla="*/ 293 h 989"/>
                <a:gd name="T52" fmla="*/ 225 w 763"/>
                <a:gd name="T53" fmla="*/ 211 h 989"/>
                <a:gd name="T54" fmla="*/ 240 w 763"/>
                <a:gd name="T55" fmla="*/ 153 h 989"/>
                <a:gd name="T56" fmla="*/ 259 w 763"/>
                <a:gd name="T57" fmla="*/ 101 h 989"/>
                <a:gd name="T58" fmla="*/ 278 w 763"/>
                <a:gd name="T59" fmla="*/ 48 h 989"/>
                <a:gd name="T60" fmla="*/ 297 w 763"/>
                <a:gd name="T61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63" h="989">
                  <a:moveTo>
                    <a:pt x="297" y="0"/>
                  </a:moveTo>
                  <a:lnTo>
                    <a:pt x="235" y="48"/>
                  </a:lnTo>
                  <a:lnTo>
                    <a:pt x="177" y="81"/>
                  </a:lnTo>
                  <a:lnTo>
                    <a:pt x="86" y="192"/>
                  </a:lnTo>
                  <a:lnTo>
                    <a:pt x="0" y="389"/>
                  </a:lnTo>
                  <a:lnTo>
                    <a:pt x="9" y="681"/>
                  </a:lnTo>
                  <a:lnTo>
                    <a:pt x="187" y="883"/>
                  </a:lnTo>
                  <a:lnTo>
                    <a:pt x="292" y="941"/>
                  </a:lnTo>
                  <a:lnTo>
                    <a:pt x="417" y="979"/>
                  </a:lnTo>
                  <a:lnTo>
                    <a:pt x="475" y="979"/>
                  </a:lnTo>
                  <a:lnTo>
                    <a:pt x="571" y="989"/>
                  </a:lnTo>
                  <a:lnTo>
                    <a:pt x="763" y="797"/>
                  </a:lnTo>
                  <a:lnTo>
                    <a:pt x="705" y="797"/>
                  </a:lnTo>
                  <a:lnTo>
                    <a:pt x="652" y="782"/>
                  </a:lnTo>
                  <a:lnTo>
                    <a:pt x="604" y="768"/>
                  </a:lnTo>
                  <a:lnTo>
                    <a:pt x="537" y="744"/>
                  </a:lnTo>
                  <a:lnTo>
                    <a:pt x="494" y="725"/>
                  </a:lnTo>
                  <a:lnTo>
                    <a:pt x="446" y="696"/>
                  </a:lnTo>
                  <a:lnTo>
                    <a:pt x="412" y="667"/>
                  </a:lnTo>
                  <a:lnTo>
                    <a:pt x="374" y="629"/>
                  </a:lnTo>
                  <a:lnTo>
                    <a:pt x="336" y="590"/>
                  </a:lnTo>
                  <a:lnTo>
                    <a:pt x="307" y="552"/>
                  </a:lnTo>
                  <a:lnTo>
                    <a:pt x="273" y="499"/>
                  </a:lnTo>
                  <a:lnTo>
                    <a:pt x="254" y="432"/>
                  </a:lnTo>
                  <a:lnTo>
                    <a:pt x="235" y="374"/>
                  </a:lnTo>
                  <a:lnTo>
                    <a:pt x="225" y="293"/>
                  </a:lnTo>
                  <a:lnTo>
                    <a:pt x="225" y="211"/>
                  </a:lnTo>
                  <a:lnTo>
                    <a:pt x="240" y="153"/>
                  </a:lnTo>
                  <a:lnTo>
                    <a:pt x="259" y="101"/>
                  </a:lnTo>
                  <a:lnTo>
                    <a:pt x="278" y="48"/>
                  </a:lnTo>
                  <a:lnTo>
                    <a:pt x="297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47"/>
                </a:gs>
                <a:gs pos="100000">
                  <a:srgbClr val="FF9999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86" name="Freeform 4">
              <a:extLst>
                <a:ext uri="{FF2B5EF4-FFF2-40B4-BE49-F238E27FC236}">
                  <a16:creationId xmlns:a16="http://schemas.microsoft.com/office/drawing/2014/main" id="{6031BCE6-E5BC-4406-8EAE-FE2C06663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358"/>
              <a:ext cx="1323" cy="773"/>
            </a:xfrm>
            <a:custGeom>
              <a:avLst/>
              <a:gdLst>
                <a:gd name="T0" fmla="*/ 0 w 1824"/>
                <a:gd name="T1" fmla="*/ 0 h 1066"/>
                <a:gd name="T2" fmla="*/ 1824 w 1824"/>
                <a:gd name="T3" fmla="*/ 0 h 1066"/>
                <a:gd name="T4" fmla="*/ 1771 w 1824"/>
                <a:gd name="T5" fmla="*/ 10 h 1066"/>
                <a:gd name="T6" fmla="*/ 1709 w 1824"/>
                <a:gd name="T7" fmla="*/ 19 h 1066"/>
                <a:gd name="T8" fmla="*/ 1651 w 1824"/>
                <a:gd name="T9" fmla="*/ 34 h 1066"/>
                <a:gd name="T10" fmla="*/ 1584 w 1824"/>
                <a:gd name="T11" fmla="*/ 62 h 1066"/>
                <a:gd name="T12" fmla="*/ 1526 w 1824"/>
                <a:gd name="T13" fmla="*/ 101 h 1066"/>
                <a:gd name="T14" fmla="*/ 1459 w 1824"/>
                <a:gd name="T15" fmla="*/ 144 h 1066"/>
                <a:gd name="T16" fmla="*/ 1406 w 1824"/>
                <a:gd name="T17" fmla="*/ 197 h 1066"/>
                <a:gd name="T18" fmla="*/ 1368 w 1824"/>
                <a:gd name="T19" fmla="*/ 250 h 1066"/>
                <a:gd name="T20" fmla="*/ 1334 w 1824"/>
                <a:gd name="T21" fmla="*/ 317 h 1066"/>
                <a:gd name="T22" fmla="*/ 1305 w 1824"/>
                <a:gd name="T23" fmla="*/ 403 h 1066"/>
                <a:gd name="T24" fmla="*/ 1291 w 1824"/>
                <a:gd name="T25" fmla="*/ 480 h 1066"/>
                <a:gd name="T26" fmla="*/ 1291 w 1824"/>
                <a:gd name="T27" fmla="*/ 557 h 1066"/>
                <a:gd name="T28" fmla="*/ 1296 w 1824"/>
                <a:gd name="T29" fmla="*/ 629 h 1066"/>
                <a:gd name="T30" fmla="*/ 1315 w 1824"/>
                <a:gd name="T31" fmla="*/ 706 h 1066"/>
                <a:gd name="T32" fmla="*/ 1339 w 1824"/>
                <a:gd name="T33" fmla="*/ 758 h 1066"/>
                <a:gd name="T34" fmla="*/ 1373 w 1824"/>
                <a:gd name="T35" fmla="*/ 826 h 1066"/>
                <a:gd name="T36" fmla="*/ 1421 w 1824"/>
                <a:gd name="T37" fmla="*/ 883 h 1066"/>
                <a:gd name="T38" fmla="*/ 1488 w 1824"/>
                <a:gd name="T39" fmla="*/ 946 h 1066"/>
                <a:gd name="T40" fmla="*/ 1550 w 1824"/>
                <a:gd name="T41" fmla="*/ 989 h 1066"/>
                <a:gd name="T42" fmla="*/ 1608 w 1824"/>
                <a:gd name="T43" fmla="*/ 1018 h 1066"/>
                <a:gd name="T44" fmla="*/ 1670 w 1824"/>
                <a:gd name="T45" fmla="*/ 1042 h 1066"/>
                <a:gd name="T46" fmla="*/ 1728 w 1824"/>
                <a:gd name="T47" fmla="*/ 1051 h 1066"/>
                <a:gd name="T48" fmla="*/ 1819 w 1824"/>
                <a:gd name="T49" fmla="*/ 1066 h 1066"/>
                <a:gd name="T50" fmla="*/ 0 w 1824"/>
                <a:gd name="T51" fmla="*/ 1066 h 1066"/>
                <a:gd name="T52" fmla="*/ 0 w 1824"/>
                <a:gd name="T53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24" h="1066">
                  <a:moveTo>
                    <a:pt x="0" y="0"/>
                  </a:moveTo>
                  <a:lnTo>
                    <a:pt x="1824" y="0"/>
                  </a:lnTo>
                  <a:lnTo>
                    <a:pt x="1771" y="10"/>
                  </a:lnTo>
                  <a:lnTo>
                    <a:pt x="1709" y="19"/>
                  </a:lnTo>
                  <a:lnTo>
                    <a:pt x="1651" y="34"/>
                  </a:lnTo>
                  <a:lnTo>
                    <a:pt x="1584" y="62"/>
                  </a:lnTo>
                  <a:lnTo>
                    <a:pt x="1526" y="101"/>
                  </a:lnTo>
                  <a:lnTo>
                    <a:pt x="1459" y="144"/>
                  </a:lnTo>
                  <a:lnTo>
                    <a:pt x="1406" y="197"/>
                  </a:lnTo>
                  <a:lnTo>
                    <a:pt x="1368" y="250"/>
                  </a:lnTo>
                  <a:lnTo>
                    <a:pt x="1334" y="317"/>
                  </a:lnTo>
                  <a:lnTo>
                    <a:pt x="1305" y="403"/>
                  </a:lnTo>
                  <a:lnTo>
                    <a:pt x="1291" y="480"/>
                  </a:lnTo>
                  <a:lnTo>
                    <a:pt x="1291" y="557"/>
                  </a:lnTo>
                  <a:lnTo>
                    <a:pt x="1296" y="629"/>
                  </a:lnTo>
                  <a:lnTo>
                    <a:pt x="1315" y="706"/>
                  </a:lnTo>
                  <a:lnTo>
                    <a:pt x="1339" y="758"/>
                  </a:lnTo>
                  <a:lnTo>
                    <a:pt x="1373" y="826"/>
                  </a:lnTo>
                  <a:lnTo>
                    <a:pt x="1421" y="883"/>
                  </a:lnTo>
                  <a:lnTo>
                    <a:pt x="1488" y="946"/>
                  </a:lnTo>
                  <a:lnTo>
                    <a:pt x="1550" y="989"/>
                  </a:lnTo>
                  <a:lnTo>
                    <a:pt x="1608" y="1018"/>
                  </a:lnTo>
                  <a:lnTo>
                    <a:pt x="1670" y="1042"/>
                  </a:lnTo>
                  <a:lnTo>
                    <a:pt x="1728" y="1051"/>
                  </a:lnTo>
                  <a:lnTo>
                    <a:pt x="1819" y="1066"/>
                  </a:lnTo>
                  <a:lnTo>
                    <a:pt x="0" y="1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87" name="Freeform 5">
              <a:extLst>
                <a:ext uri="{FF2B5EF4-FFF2-40B4-BE49-F238E27FC236}">
                  <a16:creationId xmlns:a16="http://schemas.microsoft.com/office/drawing/2014/main" id="{E44A9A32-A172-4B38-867E-E5034A044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22"/>
              <a:ext cx="1455" cy="136"/>
            </a:xfrm>
            <a:custGeom>
              <a:avLst/>
              <a:gdLst>
                <a:gd name="T0" fmla="*/ 0 w 2006"/>
                <a:gd name="T1" fmla="*/ 187 h 187"/>
                <a:gd name="T2" fmla="*/ 187 w 2006"/>
                <a:gd name="T3" fmla="*/ 0 h 187"/>
                <a:gd name="T4" fmla="*/ 2006 w 2006"/>
                <a:gd name="T5" fmla="*/ 0 h 187"/>
                <a:gd name="T6" fmla="*/ 1819 w 2006"/>
                <a:gd name="T7" fmla="*/ 187 h 187"/>
                <a:gd name="T8" fmla="*/ 0 w 2006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6" h="187">
                  <a:moveTo>
                    <a:pt x="0" y="187"/>
                  </a:moveTo>
                  <a:lnTo>
                    <a:pt x="187" y="0"/>
                  </a:lnTo>
                  <a:lnTo>
                    <a:pt x="2006" y="0"/>
                  </a:lnTo>
                  <a:lnTo>
                    <a:pt x="1819" y="187"/>
                  </a:lnTo>
                  <a:lnTo>
                    <a:pt x="0" y="187"/>
                  </a:lnTo>
                  <a:close/>
                </a:path>
              </a:pathLst>
            </a:custGeom>
            <a:gradFill rotWithShape="0">
              <a:gsLst>
                <a:gs pos="0">
                  <a:srgbClr val="267226"/>
                </a:gs>
                <a:gs pos="100000">
                  <a:srgbClr val="339933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888" name="Group 6">
            <a:extLst>
              <a:ext uri="{FF2B5EF4-FFF2-40B4-BE49-F238E27FC236}">
                <a16:creationId xmlns:a16="http://schemas.microsoft.com/office/drawing/2014/main" id="{D8C59AF1-737F-47BE-98BB-41EE9F519919}"/>
              </a:ext>
            </a:extLst>
          </p:cNvPr>
          <p:cNvGrpSpPr>
            <a:grpSpLocks/>
          </p:cNvGrpSpPr>
          <p:nvPr/>
        </p:nvGrpSpPr>
        <p:grpSpPr bwMode="auto">
          <a:xfrm>
            <a:off x="1765300" y="4999038"/>
            <a:ext cx="1255713" cy="790575"/>
            <a:chOff x="2607" y="497"/>
            <a:chExt cx="791" cy="498"/>
          </a:xfrm>
        </p:grpSpPr>
        <p:sp>
          <p:nvSpPr>
            <p:cNvPr id="4889" name="Freeform 7">
              <a:extLst>
                <a:ext uri="{FF2B5EF4-FFF2-40B4-BE49-F238E27FC236}">
                  <a16:creationId xmlns:a16="http://schemas.microsoft.com/office/drawing/2014/main" id="{901A7FB3-2B69-44DE-866E-66A33A121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498"/>
              <a:ext cx="718" cy="431"/>
            </a:xfrm>
            <a:custGeom>
              <a:avLst/>
              <a:gdLst>
                <a:gd name="T0" fmla="*/ 0 w 989"/>
                <a:gd name="T1" fmla="*/ 0 h 593"/>
                <a:gd name="T2" fmla="*/ 989 w 989"/>
                <a:gd name="T3" fmla="*/ 3 h 593"/>
                <a:gd name="T4" fmla="*/ 989 w 989"/>
                <a:gd name="T5" fmla="*/ 593 h 593"/>
                <a:gd name="T6" fmla="*/ 0 w 989"/>
                <a:gd name="T7" fmla="*/ 586 h 593"/>
                <a:gd name="T8" fmla="*/ 0 w 989"/>
                <a:gd name="T9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9" h="593">
                  <a:moveTo>
                    <a:pt x="0" y="0"/>
                  </a:moveTo>
                  <a:lnTo>
                    <a:pt x="989" y="3"/>
                  </a:lnTo>
                  <a:lnTo>
                    <a:pt x="989" y="593"/>
                  </a:lnTo>
                  <a:lnTo>
                    <a:pt x="0" y="58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BCD"/>
                </a:gs>
                <a:gs pos="100000">
                  <a:srgbClr val="0099FF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90" name="Freeform 8">
              <a:extLst>
                <a:ext uri="{FF2B5EF4-FFF2-40B4-BE49-F238E27FC236}">
                  <a16:creationId xmlns:a16="http://schemas.microsoft.com/office/drawing/2014/main" id="{D056D34F-29CB-405C-A1F7-93859CF29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922"/>
              <a:ext cx="791" cy="73"/>
            </a:xfrm>
            <a:custGeom>
              <a:avLst/>
              <a:gdLst>
                <a:gd name="T0" fmla="*/ 0 w 1090"/>
                <a:gd name="T1" fmla="*/ 96 h 100"/>
                <a:gd name="T2" fmla="*/ 101 w 1090"/>
                <a:gd name="T3" fmla="*/ 0 h 100"/>
                <a:gd name="T4" fmla="*/ 1090 w 1090"/>
                <a:gd name="T5" fmla="*/ 4 h 100"/>
                <a:gd name="T6" fmla="*/ 1090 w 1090"/>
                <a:gd name="T7" fmla="*/ 100 h 100"/>
                <a:gd name="T8" fmla="*/ 0 w 1090"/>
                <a:gd name="T9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0" h="100">
                  <a:moveTo>
                    <a:pt x="0" y="96"/>
                  </a:moveTo>
                  <a:lnTo>
                    <a:pt x="101" y="0"/>
                  </a:lnTo>
                  <a:lnTo>
                    <a:pt x="1090" y="4"/>
                  </a:lnTo>
                  <a:lnTo>
                    <a:pt x="1090" y="100"/>
                  </a:lnTo>
                  <a:lnTo>
                    <a:pt x="0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006C87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 useBgFill="1">
          <p:nvSpPr>
            <p:cNvPr id="4891" name="Freeform 9">
              <a:extLst>
                <a:ext uri="{FF2B5EF4-FFF2-40B4-BE49-F238E27FC236}">
                  <a16:creationId xmlns:a16="http://schemas.microsoft.com/office/drawing/2014/main" id="{E382EBAF-33F0-476F-9AC1-BF8C08DCD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497"/>
              <a:ext cx="73" cy="495"/>
            </a:xfrm>
            <a:custGeom>
              <a:avLst/>
              <a:gdLst>
                <a:gd name="T0" fmla="*/ 0 w 101"/>
                <a:gd name="T1" fmla="*/ 0 h 682"/>
                <a:gd name="T2" fmla="*/ 0 w 101"/>
                <a:gd name="T3" fmla="*/ 682 h 682"/>
                <a:gd name="T4" fmla="*/ 101 w 101"/>
                <a:gd name="T5" fmla="*/ 586 h 682"/>
                <a:gd name="T6" fmla="*/ 101 w 101"/>
                <a:gd name="T7" fmla="*/ 5 h 682"/>
                <a:gd name="T8" fmla="*/ 0 w 10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682">
                  <a:moveTo>
                    <a:pt x="0" y="0"/>
                  </a:moveTo>
                  <a:lnTo>
                    <a:pt x="0" y="682"/>
                  </a:lnTo>
                  <a:lnTo>
                    <a:pt x="101" y="586"/>
                  </a:lnTo>
                  <a:lnTo>
                    <a:pt x="101" y="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892" name="Text Box 10">
            <a:extLst>
              <a:ext uri="{FF2B5EF4-FFF2-40B4-BE49-F238E27FC236}">
                <a16:creationId xmlns:a16="http://schemas.microsoft.com/office/drawing/2014/main" id="{7CE87AA6-1D9C-4EEC-B824-CAB001094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138" y="2370138"/>
            <a:ext cx="18415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利用局部孔和槽分解形体</a:t>
            </a:r>
          </a:p>
        </p:txBody>
      </p:sp>
      <p:grpSp>
        <p:nvGrpSpPr>
          <p:cNvPr id="4893" name="Group 13">
            <a:extLst>
              <a:ext uri="{FF2B5EF4-FFF2-40B4-BE49-F238E27FC236}">
                <a16:creationId xmlns:a16="http://schemas.microsoft.com/office/drawing/2014/main" id="{0CD15E85-3F69-4DE5-BCA1-115A3DCF80F8}"/>
              </a:ext>
            </a:extLst>
          </p:cNvPr>
          <p:cNvGrpSpPr>
            <a:grpSpLocks/>
          </p:cNvGrpSpPr>
          <p:nvPr/>
        </p:nvGrpSpPr>
        <p:grpSpPr bwMode="auto">
          <a:xfrm>
            <a:off x="630238" y="1536700"/>
            <a:ext cx="5902325" cy="2616200"/>
            <a:chOff x="445" y="1120"/>
            <a:chExt cx="3718" cy="1648"/>
          </a:xfrm>
        </p:grpSpPr>
        <p:sp>
          <p:nvSpPr>
            <p:cNvPr id="4894" name="Text Box 14">
              <a:extLst>
                <a:ext uri="{FF2B5EF4-FFF2-40B4-BE49-F238E27FC236}">
                  <a16:creationId xmlns:a16="http://schemas.microsoft.com/office/drawing/2014/main" id="{852AF285-7AF5-4777-842C-37DEA27F2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120"/>
              <a:ext cx="17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例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1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：求作俯视图</a:t>
              </a:r>
            </a:p>
          </p:txBody>
        </p:sp>
        <p:grpSp>
          <p:nvGrpSpPr>
            <p:cNvPr id="4895" name="Group 15">
              <a:extLst>
                <a:ext uri="{FF2B5EF4-FFF2-40B4-BE49-F238E27FC236}">
                  <a16:creationId xmlns:a16="http://schemas.microsoft.com/office/drawing/2014/main" id="{C4035906-B80A-437A-A728-36C9CD126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" y="1568"/>
              <a:ext cx="3718" cy="1200"/>
              <a:chOff x="445" y="1568"/>
              <a:chExt cx="3718" cy="1200"/>
            </a:xfrm>
          </p:grpSpPr>
          <p:sp>
            <p:nvSpPr>
              <p:cNvPr id="4896" name="Freeform 16">
                <a:extLst>
                  <a:ext uri="{FF2B5EF4-FFF2-40B4-BE49-F238E27FC236}">
                    <a16:creationId xmlns:a16="http://schemas.microsoft.com/office/drawing/2014/main" id="{A9C8C547-384C-4844-B58F-0CFF1192C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1664"/>
                <a:ext cx="1" cy="979"/>
              </a:xfrm>
              <a:custGeom>
                <a:avLst/>
                <a:gdLst>
                  <a:gd name="T0" fmla="*/ 0 w 1"/>
                  <a:gd name="T1" fmla="*/ 0 h 979"/>
                  <a:gd name="T2" fmla="*/ 0 w 1"/>
                  <a:gd name="T3" fmla="*/ 979 h 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79">
                    <a:moveTo>
                      <a:pt x="0" y="0"/>
                    </a:moveTo>
                    <a:lnTo>
                      <a:pt x="0" y="979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897" name="Freeform 17">
                <a:extLst>
                  <a:ext uri="{FF2B5EF4-FFF2-40B4-BE49-F238E27FC236}">
                    <a16:creationId xmlns:a16="http://schemas.microsoft.com/office/drawing/2014/main" id="{09BD1407-D339-41F6-A3DE-11324481A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671"/>
                <a:ext cx="803" cy="2"/>
              </a:xfrm>
              <a:custGeom>
                <a:avLst/>
                <a:gdLst>
                  <a:gd name="T0" fmla="*/ 0 w 803"/>
                  <a:gd name="T1" fmla="*/ 0 h 2"/>
                  <a:gd name="T2" fmla="*/ 803 w 803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03" h="2">
                    <a:moveTo>
                      <a:pt x="0" y="0"/>
                    </a:moveTo>
                    <a:lnTo>
                      <a:pt x="803" y="2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898" name="Line 18">
                <a:extLst>
                  <a:ext uri="{FF2B5EF4-FFF2-40B4-BE49-F238E27FC236}">
                    <a16:creationId xmlns:a16="http://schemas.microsoft.com/office/drawing/2014/main" id="{1D263949-A59D-4663-94FF-4553FBEF1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2631"/>
                <a:ext cx="793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899" name="Freeform 19">
                <a:extLst>
                  <a:ext uri="{FF2B5EF4-FFF2-40B4-BE49-F238E27FC236}">
                    <a16:creationId xmlns:a16="http://schemas.microsoft.com/office/drawing/2014/main" id="{707C5891-C92F-4D24-A55E-B94D1D1F1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671"/>
                <a:ext cx="1" cy="252"/>
              </a:xfrm>
              <a:custGeom>
                <a:avLst/>
                <a:gdLst>
                  <a:gd name="T0" fmla="*/ 0 w 1"/>
                  <a:gd name="T1" fmla="*/ 0 h 252"/>
                  <a:gd name="T2" fmla="*/ 0 w 1"/>
                  <a:gd name="T3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2">
                    <a:moveTo>
                      <a:pt x="0" y="0"/>
                    </a:moveTo>
                    <a:lnTo>
                      <a:pt x="0" y="252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0" name="Line 20">
                <a:extLst>
                  <a:ext uri="{FF2B5EF4-FFF2-40B4-BE49-F238E27FC236}">
                    <a16:creationId xmlns:a16="http://schemas.microsoft.com/office/drawing/2014/main" id="{86F3A163-FF23-4D95-A891-7CE3105FFB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911"/>
                <a:ext cx="207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1" name="Freeform 21">
                <a:extLst>
                  <a:ext uri="{FF2B5EF4-FFF2-40B4-BE49-F238E27FC236}">
                    <a16:creationId xmlns:a16="http://schemas.microsoft.com/office/drawing/2014/main" id="{54AB48E6-BB6A-4A69-AB6E-C85425CA8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1904"/>
                <a:ext cx="1" cy="499"/>
              </a:xfrm>
              <a:custGeom>
                <a:avLst/>
                <a:gdLst>
                  <a:gd name="T0" fmla="*/ 0 w 1"/>
                  <a:gd name="T1" fmla="*/ 0 h 499"/>
                  <a:gd name="T2" fmla="*/ 0 w 1"/>
                  <a:gd name="T3" fmla="*/ 49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99">
                    <a:moveTo>
                      <a:pt x="0" y="0"/>
                    </a:moveTo>
                    <a:lnTo>
                      <a:pt x="0" y="499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2" name="Freeform 22">
                <a:extLst>
                  <a:ext uri="{FF2B5EF4-FFF2-40B4-BE49-F238E27FC236}">
                    <a16:creationId xmlns:a16="http://schemas.microsoft.com/office/drawing/2014/main" id="{A130CDD2-0186-4F78-8C9D-7F0CADFD8D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391"/>
                <a:ext cx="1" cy="252"/>
              </a:xfrm>
              <a:custGeom>
                <a:avLst/>
                <a:gdLst>
                  <a:gd name="T0" fmla="*/ 0 w 1"/>
                  <a:gd name="T1" fmla="*/ 252 h 252"/>
                  <a:gd name="T2" fmla="*/ 1 w 1"/>
                  <a:gd name="T3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2">
                    <a:moveTo>
                      <a:pt x="0" y="252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3" name="Line 23">
                <a:extLst>
                  <a:ext uri="{FF2B5EF4-FFF2-40B4-BE49-F238E27FC236}">
                    <a16:creationId xmlns:a16="http://schemas.microsoft.com/office/drawing/2014/main" id="{CD30EFED-416A-49BF-AEAF-7D299C2E7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2" y="2384"/>
                <a:ext cx="207" cy="7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4" name="Line 24">
                <a:extLst>
                  <a:ext uri="{FF2B5EF4-FFF2-40B4-BE49-F238E27FC236}">
                    <a16:creationId xmlns:a16="http://schemas.microsoft.com/office/drawing/2014/main" id="{59698149-67F6-40C0-BB30-D00369A9B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" y="2151"/>
                <a:ext cx="2339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5" name="Oval 25">
                <a:extLst>
                  <a:ext uri="{FF2B5EF4-FFF2-40B4-BE49-F238E27FC236}">
                    <a16:creationId xmlns:a16="http://schemas.microsoft.com/office/drawing/2014/main" id="{63F6E77C-8095-43C1-8691-C1F6079A6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1" y="1671"/>
                <a:ext cx="1034" cy="960"/>
              </a:xfrm>
              <a:prstGeom prst="ellips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906" name="Line 26">
                <a:extLst>
                  <a:ext uri="{FF2B5EF4-FFF2-40B4-BE49-F238E27FC236}">
                    <a16:creationId xmlns:a16="http://schemas.microsoft.com/office/drawing/2014/main" id="{603897D8-7D9D-4358-AB3C-EF9C0D9B2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8" y="1568"/>
                <a:ext cx="0" cy="120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7" name="Line 27">
                <a:extLst>
                  <a:ext uri="{FF2B5EF4-FFF2-40B4-BE49-F238E27FC236}">
                    <a16:creationId xmlns:a16="http://schemas.microsoft.com/office/drawing/2014/main" id="{B58BACBB-ECEA-474D-B674-B00890224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8" y="2151"/>
                <a:ext cx="1275" cy="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8" name="Freeform 28">
                <a:extLst>
                  <a:ext uri="{FF2B5EF4-FFF2-40B4-BE49-F238E27FC236}">
                    <a16:creationId xmlns:a16="http://schemas.microsoft.com/office/drawing/2014/main" id="{67C17EA0-6266-47AD-A23E-ADB99C19D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1917"/>
                <a:ext cx="1" cy="474"/>
              </a:xfrm>
              <a:custGeom>
                <a:avLst/>
                <a:gdLst>
                  <a:gd name="T0" fmla="*/ 0 w 1"/>
                  <a:gd name="T1" fmla="*/ 0 h 664"/>
                  <a:gd name="T2" fmla="*/ 0 w 1"/>
                  <a:gd name="T3" fmla="*/ 664 h 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64">
                    <a:moveTo>
                      <a:pt x="0" y="0"/>
                    </a:moveTo>
                    <a:lnTo>
                      <a:pt x="0" y="664"/>
                    </a:lnTo>
                  </a:path>
                </a:pathLst>
              </a:cu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09" name="Oval 29">
                <a:extLst>
                  <a:ext uri="{FF2B5EF4-FFF2-40B4-BE49-F238E27FC236}">
                    <a16:creationId xmlns:a16="http://schemas.microsoft.com/office/drawing/2014/main" id="{FB8BD7A7-9642-4480-A159-2AACB17D4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8" y="1877"/>
                <a:ext cx="620" cy="548"/>
              </a:xfrm>
              <a:prstGeom prst="ellips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4910" name="Line 30">
                <a:extLst>
                  <a:ext uri="{FF2B5EF4-FFF2-40B4-BE49-F238E27FC236}">
                    <a16:creationId xmlns:a16="http://schemas.microsoft.com/office/drawing/2014/main" id="{3DD92119-B41B-4347-AF45-1ACE4CD5A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8" y="1671"/>
                <a:ext cx="162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1" name="Line 31">
                <a:extLst>
                  <a:ext uri="{FF2B5EF4-FFF2-40B4-BE49-F238E27FC236}">
                    <a16:creationId xmlns:a16="http://schemas.microsoft.com/office/drawing/2014/main" id="{E9352F75-7F33-4F78-BF8B-2FB0FC5A8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8" y="2631"/>
                <a:ext cx="1620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2" name="Line 32">
                <a:extLst>
                  <a:ext uri="{FF2B5EF4-FFF2-40B4-BE49-F238E27FC236}">
                    <a16:creationId xmlns:a16="http://schemas.microsoft.com/office/drawing/2014/main" id="{545D4B5C-DCF9-4A3B-BB4A-E4CBFDEFE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1671"/>
                <a:ext cx="0" cy="96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3" name="Freeform 33">
                <a:extLst>
                  <a:ext uri="{FF2B5EF4-FFF2-40B4-BE49-F238E27FC236}">
                    <a16:creationId xmlns:a16="http://schemas.microsoft.com/office/drawing/2014/main" id="{5B88E4AB-141B-4D8C-A136-623414249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1798"/>
                <a:ext cx="998" cy="1"/>
              </a:xfrm>
              <a:custGeom>
                <a:avLst/>
                <a:gdLst>
                  <a:gd name="T0" fmla="*/ 0 w 998"/>
                  <a:gd name="T1" fmla="*/ 1 h 1"/>
                  <a:gd name="T2" fmla="*/ 998 w 99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8" h="1">
                    <a:moveTo>
                      <a:pt x="0" y="1"/>
                    </a:moveTo>
                    <a:lnTo>
                      <a:pt x="998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4" name="Freeform 34">
                <a:extLst>
                  <a:ext uri="{FF2B5EF4-FFF2-40B4-BE49-F238E27FC236}">
                    <a16:creationId xmlns:a16="http://schemas.microsoft.com/office/drawing/2014/main" id="{0AC050F8-AA31-49DF-B145-939C758DE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2489"/>
                <a:ext cx="989" cy="1"/>
              </a:xfrm>
              <a:custGeom>
                <a:avLst/>
                <a:gdLst>
                  <a:gd name="T0" fmla="*/ 0 w 989"/>
                  <a:gd name="T1" fmla="*/ 1 h 1"/>
                  <a:gd name="T2" fmla="*/ 989 w 98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9" h="1">
                    <a:moveTo>
                      <a:pt x="0" y="1"/>
                    </a:moveTo>
                    <a:lnTo>
                      <a:pt x="989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5" name="Freeform 35">
                <a:extLst>
                  <a:ext uri="{FF2B5EF4-FFF2-40B4-BE49-F238E27FC236}">
                    <a16:creationId xmlns:a16="http://schemas.microsoft.com/office/drawing/2014/main" id="{B99C8180-95E2-4152-83D2-6C4179BD0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6" y="1799"/>
                <a:ext cx="1" cy="700"/>
              </a:xfrm>
              <a:custGeom>
                <a:avLst/>
                <a:gdLst>
                  <a:gd name="T0" fmla="*/ 1 w 1"/>
                  <a:gd name="T1" fmla="*/ 0 h 700"/>
                  <a:gd name="T2" fmla="*/ 0 w 1"/>
                  <a:gd name="T3" fmla="*/ 70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00">
                    <a:moveTo>
                      <a:pt x="1" y="0"/>
                    </a:moveTo>
                    <a:lnTo>
                      <a:pt x="0" y="70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6" name="Freeform 36">
                <a:extLst>
                  <a:ext uri="{FF2B5EF4-FFF2-40B4-BE49-F238E27FC236}">
                    <a16:creationId xmlns:a16="http://schemas.microsoft.com/office/drawing/2014/main" id="{D7F858A7-98F8-4949-AAEC-86197706E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904"/>
                <a:ext cx="315" cy="7"/>
              </a:xfrm>
              <a:custGeom>
                <a:avLst/>
                <a:gdLst>
                  <a:gd name="T0" fmla="*/ 0 w 315"/>
                  <a:gd name="T1" fmla="*/ 7 h 7"/>
                  <a:gd name="T2" fmla="*/ 315 w 315"/>
                  <a:gd name="T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5" h="7">
                    <a:moveTo>
                      <a:pt x="0" y="7"/>
                    </a:moveTo>
                    <a:lnTo>
                      <a:pt x="315" y="0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7" name="Line 37">
                <a:extLst>
                  <a:ext uri="{FF2B5EF4-FFF2-40B4-BE49-F238E27FC236}">
                    <a16:creationId xmlns:a16="http://schemas.microsoft.com/office/drawing/2014/main" id="{E78CA83C-A43A-4266-A37B-971FD3688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0" y="1911"/>
                <a:ext cx="276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8" name="Line 38">
                <a:extLst>
                  <a:ext uri="{FF2B5EF4-FFF2-40B4-BE49-F238E27FC236}">
                    <a16:creationId xmlns:a16="http://schemas.microsoft.com/office/drawing/2014/main" id="{F92B83BC-E77B-4927-AFD8-D953FDC59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2391"/>
                <a:ext cx="276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19" name="Line 39">
                <a:extLst>
                  <a:ext uri="{FF2B5EF4-FFF2-40B4-BE49-F238E27FC236}">
                    <a16:creationId xmlns:a16="http://schemas.microsoft.com/office/drawing/2014/main" id="{5790CABC-85D1-4124-8654-54F1C6E50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0" y="2391"/>
                <a:ext cx="276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20" name="Freeform 40">
                <a:extLst>
                  <a:ext uri="{FF2B5EF4-FFF2-40B4-BE49-F238E27FC236}">
                    <a16:creationId xmlns:a16="http://schemas.microsoft.com/office/drawing/2014/main" id="{CBF87DB8-6F5B-42B3-8C9E-7F2B15AAD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0" y="1911"/>
                <a:ext cx="0" cy="474"/>
              </a:xfrm>
              <a:custGeom>
                <a:avLst/>
                <a:gdLst>
                  <a:gd name="T0" fmla="*/ 0 w 1"/>
                  <a:gd name="T1" fmla="*/ 0 h 664"/>
                  <a:gd name="T2" fmla="*/ 0 w 1"/>
                  <a:gd name="T3" fmla="*/ 664 h 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64">
                    <a:moveTo>
                      <a:pt x="0" y="0"/>
                    </a:moveTo>
                    <a:lnTo>
                      <a:pt x="0" y="664"/>
                    </a:lnTo>
                  </a:path>
                </a:pathLst>
              </a:custGeom>
              <a:noFill/>
              <a:ln w="19050" cap="flat" algn="ctr">
                <a:solidFill>
                  <a:srgbClr val="000000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4921" name="Group 41">
                <a:extLst>
                  <a:ext uri="{FF2B5EF4-FFF2-40B4-BE49-F238E27FC236}">
                    <a16:creationId xmlns:a16="http://schemas.microsoft.com/office/drawing/2014/main" id="{0794ACEF-20C9-4EC0-94E0-DE76595194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9" y="1988"/>
                <a:ext cx="823" cy="348"/>
                <a:chOff x="372" y="1200"/>
                <a:chExt cx="823" cy="348"/>
              </a:xfrm>
            </p:grpSpPr>
            <p:sp>
              <p:nvSpPr>
                <p:cNvPr id="4922" name="Oval 42">
                  <a:extLst>
                    <a:ext uri="{FF2B5EF4-FFF2-40B4-BE49-F238E27FC236}">
                      <a16:creationId xmlns:a16="http://schemas.microsoft.com/office/drawing/2014/main" id="{A163F09F-4005-4AF3-8958-52B046D0C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" y="1205"/>
                  <a:ext cx="379" cy="343"/>
                </a:xfrm>
                <a:prstGeom prst="ellipse">
                  <a:avLst/>
                </a:prstGeom>
                <a:noFill/>
                <a:ln w="381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0000"/>
                    </a:solidFill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4923" name="Oval 43">
                  <a:extLst>
                    <a:ext uri="{FF2B5EF4-FFF2-40B4-BE49-F238E27FC236}">
                      <a16:creationId xmlns:a16="http://schemas.microsoft.com/office/drawing/2014/main" id="{8B18C831-7924-49EC-AFDF-0C22673BD0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379" cy="343"/>
                </a:xfrm>
                <a:prstGeom prst="ellipse">
                  <a:avLst/>
                </a:prstGeom>
                <a:noFill/>
                <a:ln w="381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0000"/>
                    </a:solidFill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4924" name="Line 44">
                <a:extLst>
                  <a:ext uri="{FF2B5EF4-FFF2-40B4-BE49-F238E27FC236}">
                    <a16:creationId xmlns:a16="http://schemas.microsoft.com/office/drawing/2014/main" id="{E2C56241-8FCD-47CF-9DA2-F1B164C66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7" y="1671"/>
                <a:ext cx="0" cy="96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25" name="Line 45">
                <a:extLst>
                  <a:ext uri="{FF2B5EF4-FFF2-40B4-BE49-F238E27FC236}">
                    <a16:creationId xmlns:a16="http://schemas.microsoft.com/office/drawing/2014/main" id="{05729118-684C-4211-950C-E3C13DD9E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5" y="1877"/>
                <a:ext cx="793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26" name="Line 46">
                <a:extLst>
                  <a:ext uri="{FF2B5EF4-FFF2-40B4-BE49-F238E27FC236}">
                    <a16:creationId xmlns:a16="http://schemas.microsoft.com/office/drawing/2014/main" id="{23DE4108-C4F2-4C37-862E-31225BC75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5" y="2425"/>
                <a:ext cx="793" cy="0"/>
              </a:xfrm>
              <a:prstGeom prst="line">
                <a:avLst/>
              </a:prstGeom>
              <a:noFill/>
              <a:ln w="19050" cap="flat" algn="ctr">
                <a:solidFill>
                  <a:srgbClr val="0000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27" name="Line 47">
                <a:extLst>
                  <a:ext uri="{FF2B5EF4-FFF2-40B4-BE49-F238E27FC236}">
                    <a16:creationId xmlns:a16="http://schemas.microsoft.com/office/drawing/2014/main" id="{CA7A1FCC-524D-4C4F-BCE2-9E7A47B14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0" y="1794"/>
                <a:ext cx="207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28" name="Line 48">
                <a:extLst>
                  <a:ext uri="{FF2B5EF4-FFF2-40B4-BE49-F238E27FC236}">
                    <a16:creationId xmlns:a16="http://schemas.microsoft.com/office/drawing/2014/main" id="{9020397B-740B-4E5D-AE0F-70E9D105A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0" y="2480"/>
                <a:ext cx="207" cy="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29" name="Freeform 49">
                <a:extLst>
                  <a:ext uri="{FF2B5EF4-FFF2-40B4-BE49-F238E27FC236}">
                    <a16:creationId xmlns:a16="http://schemas.microsoft.com/office/drawing/2014/main" id="{40C906AC-9F3F-47F4-A0D3-7773AEBD4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1794"/>
                <a:ext cx="1" cy="695"/>
              </a:xfrm>
              <a:custGeom>
                <a:avLst/>
                <a:gdLst>
                  <a:gd name="T0" fmla="*/ 0 w 1"/>
                  <a:gd name="T1" fmla="*/ 0 h 695"/>
                  <a:gd name="T2" fmla="*/ 0 w 1"/>
                  <a:gd name="T3" fmla="*/ 69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95">
                    <a:moveTo>
                      <a:pt x="0" y="0"/>
                    </a:moveTo>
                    <a:lnTo>
                      <a:pt x="0" y="695"/>
                    </a:lnTo>
                  </a:path>
                </a:pathLst>
              </a:cu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4930" name="Group 50">
                <a:extLst>
                  <a:ext uri="{FF2B5EF4-FFF2-40B4-BE49-F238E27FC236}">
                    <a16:creationId xmlns:a16="http://schemas.microsoft.com/office/drawing/2014/main" id="{E641D13D-1D52-4090-8659-7DB5883115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5" y="1993"/>
                <a:ext cx="345" cy="343"/>
                <a:chOff x="2750" y="1227"/>
                <a:chExt cx="345" cy="343"/>
              </a:xfrm>
            </p:grpSpPr>
            <p:sp>
              <p:nvSpPr>
                <p:cNvPr id="4931" name="Line 51">
                  <a:extLst>
                    <a:ext uri="{FF2B5EF4-FFF2-40B4-BE49-F238E27FC236}">
                      <a16:creationId xmlns:a16="http://schemas.microsoft.com/office/drawing/2014/main" id="{1CDD38AD-6D46-4E12-867F-15354C97F8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0" y="1227"/>
                  <a:ext cx="345" cy="0"/>
                </a:xfrm>
                <a:prstGeom prst="line">
                  <a:avLst/>
                </a:prstGeom>
                <a:noFill/>
                <a:ln w="19050" cap="flat" algn="ctr">
                  <a:solidFill>
                    <a:srgbClr val="000000"/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2" name="Line 52">
                  <a:extLst>
                    <a:ext uri="{FF2B5EF4-FFF2-40B4-BE49-F238E27FC236}">
                      <a16:creationId xmlns:a16="http://schemas.microsoft.com/office/drawing/2014/main" id="{4941B765-6286-4909-BB2E-2FC9463CD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0" y="1570"/>
                  <a:ext cx="345" cy="0"/>
                </a:xfrm>
                <a:prstGeom prst="line">
                  <a:avLst/>
                </a:prstGeom>
                <a:noFill/>
                <a:ln w="19050" cap="flat" algn="ctr">
                  <a:solidFill>
                    <a:srgbClr val="000000"/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933" name="Group 53">
            <a:extLst>
              <a:ext uri="{FF2B5EF4-FFF2-40B4-BE49-F238E27FC236}">
                <a16:creationId xmlns:a16="http://schemas.microsoft.com/office/drawing/2014/main" id="{45CA58C8-51BD-429C-8DAC-F7A7D7AB0D11}"/>
              </a:ext>
            </a:extLst>
          </p:cNvPr>
          <p:cNvGrpSpPr>
            <a:grpSpLocks/>
          </p:cNvGrpSpPr>
          <p:nvPr/>
        </p:nvGrpSpPr>
        <p:grpSpPr bwMode="auto">
          <a:xfrm>
            <a:off x="842963" y="2409825"/>
            <a:ext cx="2571750" cy="1524000"/>
            <a:chOff x="300" y="912"/>
            <a:chExt cx="1620" cy="960"/>
          </a:xfrm>
        </p:grpSpPr>
        <p:sp>
          <p:nvSpPr>
            <p:cNvPr id="4934" name="Line 54">
              <a:extLst>
                <a:ext uri="{FF2B5EF4-FFF2-40B4-BE49-F238E27FC236}">
                  <a16:creationId xmlns:a16="http://schemas.microsoft.com/office/drawing/2014/main" id="{691FCF47-A403-4EA0-95C9-2A0E8ACD5C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" y="912"/>
              <a:ext cx="1620" cy="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35" name="Line 55">
              <a:extLst>
                <a:ext uri="{FF2B5EF4-FFF2-40B4-BE49-F238E27FC236}">
                  <a16:creationId xmlns:a16="http://schemas.microsoft.com/office/drawing/2014/main" id="{C4A9B226-CF66-4543-9115-D9BF3BB677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" y="1872"/>
              <a:ext cx="1620" cy="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36" name="Line 56">
              <a:extLst>
                <a:ext uri="{FF2B5EF4-FFF2-40B4-BE49-F238E27FC236}">
                  <a16:creationId xmlns:a16="http://schemas.microsoft.com/office/drawing/2014/main" id="{B48DD41F-0853-418A-9850-944B1524B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" y="912"/>
              <a:ext cx="0" cy="96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937" name="Oval 57">
            <a:extLst>
              <a:ext uri="{FF2B5EF4-FFF2-40B4-BE49-F238E27FC236}">
                <a16:creationId xmlns:a16="http://schemas.microsoft.com/office/drawing/2014/main" id="{D45388B8-A40F-4456-9D40-878A9F110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2416175"/>
            <a:ext cx="1655762" cy="1525588"/>
          </a:xfrm>
          <a:prstGeom prst="ellipse">
            <a:avLst/>
          </a:prstGeom>
          <a:noFill/>
          <a:ln w="38100" cap="flat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grpSp>
        <p:nvGrpSpPr>
          <p:cNvPr id="4938" name="Group 58">
            <a:extLst>
              <a:ext uri="{FF2B5EF4-FFF2-40B4-BE49-F238E27FC236}">
                <a16:creationId xmlns:a16="http://schemas.microsoft.com/office/drawing/2014/main" id="{19E95860-87C9-472B-80AA-94DFA7BEFCA3}"/>
              </a:ext>
            </a:extLst>
          </p:cNvPr>
          <p:cNvGrpSpPr>
            <a:grpSpLocks/>
          </p:cNvGrpSpPr>
          <p:nvPr/>
        </p:nvGrpSpPr>
        <p:grpSpPr bwMode="auto">
          <a:xfrm>
            <a:off x="981075" y="2914650"/>
            <a:ext cx="1306513" cy="552450"/>
            <a:chOff x="372" y="1200"/>
            <a:chExt cx="823" cy="348"/>
          </a:xfrm>
        </p:grpSpPr>
        <p:sp>
          <p:nvSpPr>
            <p:cNvPr id="4939" name="Oval 59">
              <a:extLst>
                <a:ext uri="{FF2B5EF4-FFF2-40B4-BE49-F238E27FC236}">
                  <a16:creationId xmlns:a16="http://schemas.microsoft.com/office/drawing/2014/main" id="{548720B7-02A1-4178-9CE9-A7D320CCA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" y="1205"/>
              <a:ext cx="379" cy="343"/>
            </a:xfrm>
            <a:prstGeom prst="ellipse">
              <a:avLst/>
            </a:prstGeom>
            <a:noFill/>
            <a:ln w="38100" cap="flat" algn="ctr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4940" name="Oval 60">
              <a:extLst>
                <a:ext uri="{FF2B5EF4-FFF2-40B4-BE49-F238E27FC236}">
                  <a16:creationId xmlns:a16="http://schemas.microsoft.com/office/drawing/2014/main" id="{28E5B0E3-34ED-4AA1-B34C-090259AA9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79" cy="343"/>
            </a:xfrm>
            <a:prstGeom prst="ellipse">
              <a:avLst/>
            </a:prstGeom>
            <a:noFill/>
            <a:ln w="38100" cap="flat" algn="ctr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  <p:grpSp>
        <p:nvGrpSpPr>
          <p:cNvPr id="4941" name="Group 61">
            <a:extLst>
              <a:ext uri="{FF2B5EF4-FFF2-40B4-BE49-F238E27FC236}">
                <a16:creationId xmlns:a16="http://schemas.microsoft.com/office/drawing/2014/main" id="{3E93C906-7153-4EBB-B886-104361C7368C}"/>
              </a:ext>
            </a:extLst>
          </p:cNvPr>
          <p:cNvGrpSpPr>
            <a:grpSpLocks/>
          </p:cNvGrpSpPr>
          <p:nvPr/>
        </p:nvGrpSpPr>
        <p:grpSpPr bwMode="auto">
          <a:xfrm>
            <a:off x="854075" y="2614613"/>
            <a:ext cx="1547813" cy="1095375"/>
            <a:chOff x="303" y="1056"/>
            <a:chExt cx="965" cy="686"/>
          </a:xfrm>
        </p:grpSpPr>
        <p:sp>
          <p:nvSpPr>
            <p:cNvPr id="4942" name="Line 62">
              <a:extLst>
                <a:ext uri="{FF2B5EF4-FFF2-40B4-BE49-F238E27FC236}">
                  <a16:creationId xmlns:a16="http://schemas.microsoft.com/office/drawing/2014/main" id="{8B2897F3-5A12-4AEB-A271-5E6472326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1056"/>
              <a:ext cx="965" cy="0"/>
            </a:xfrm>
            <a:prstGeom prst="line">
              <a:avLst/>
            </a:prstGeom>
            <a:noFill/>
            <a:ln w="38100" cap="flat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43" name="Line 63">
              <a:extLst>
                <a:ext uri="{FF2B5EF4-FFF2-40B4-BE49-F238E27FC236}">
                  <a16:creationId xmlns:a16="http://schemas.microsoft.com/office/drawing/2014/main" id="{47E74450-291B-4D18-8F20-7FA77B9CF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1742"/>
              <a:ext cx="965" cy="0"/>
            </a:xfrm>
            <a:prstGeom prst="line">
              <a:avLst/>
            </a:prstGeom>
            <a:noFill/>
            <a:ln w="38100" cap="flat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44" name="Line 64">
              <a:extLst>
                <a:ext uri="{FF2B5EF4-FFF2-40B4-BE49-F238E27FC236}">
                  <a16:creationId xmlns:a16="http://schemas.microsoft.com/office/drawing/2014/main" id="{BC86D048-91B3-47A1-B1D1-93D76F407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056"/>
              <a:ext cx="0" cy="686"/>
            </a:xfrm>
            <a:prstGeom prst="line">
              <a:avLst/>
            </a:prstGeom>
            <a:noFill/>
            <a:ln w="38100" cap="flat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45" name="Group 65">
            <a:extLst>
              <a:ext uri="{FF2B5EF4-FFF2-40B4-BE49-F238E27FC236}">
                <a16:creationId xmlns:a16="http://schemas.microsoft.com/office/drawing/2014/main" id="{802FA40B-5365-4710-BDFB-1E95966D32D4}"/>
              </a:ext>
            </a:extLst>
          </p:cNvPr>
          <p:cNvGrpSpPr>
            <a:grpSpLocks/>
          </p:cNvGrpSpPr>
          <p:nvPr/>
        </p:nvGrpSpPr>
        <p:grpSpPr bwMode="auto">
          <a:xfrm>
            <a:off x="5295900" y="2606675"/>
            <a:ext cx="328613" cy="1089025"/>
            <a:chOff x="3095" y="1056"/>
            <a:chExt cx="207" cy="686"/>
          </a:xfrm>
        </p:grpSpPr>
        <p:sp>
          <p:nvSpPr>
            <p:cNvPr id="4946" name="Line 66">
              <a:extLst>
                <a:ext uri="{FF2B5EF4-FFF2-40B4-BE49-F238E27FC236}">
                  <a16:creationId xmlns:a16="http://schemas.microsoft.com/office/drawing/2014/main" id="{575FFE60-BE5E-47B0-A5FB-CB03C1286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" y="1056"/>
              <a:ext cx="207" cy="0"/>
            </a:xfrm>
            <a:prstGeom prst="line">
              <a:avLst/>
            </a:prstGeom>
            <a:noFill/>
            <a:ln w="38100" cap="flat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47" name="Line 67">
              <a:extLst>
                <a:ext uri="{FF2B5EF4-FFF2-40B4-BE49-F238E27FC236}">
                  <a16:creationId xmlns:a16="http://schemas.microsoft.com/office/drawing/2014/main" id="{4337D467-B045-4E2C-B935-E90B7C5FC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" y="1742"/>
              <a:ext cx="207" cy="0"/>
            </a:xfrm>
            <a:prstGeom prst="line">
              <a:avLst/>
            </a:prstGeom>
            <a:noFill/>
            <a:ln w="38100" cap="flat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48" name="Line 68">
              <a:extLst>
                <a:ext uri="{FF2B5EF4-FFF2-40B4-BE49-F238E27FC236}">
                  <a16:creationId xmlns:a16="http://schemas.microsoft.com/office/drawing/2014/main" id="{65E8CBE1-05DE-4741-A922-05F796832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5" y="1056"/>
              <a:ext cx="0" cy="686"/>
            </a:xfrm>
            <a:prstGeom prst="line">
              <a:avLst/>
            </a:prstGeom>
            <a:noFill/>
            <a:ln w="38100" cap="flat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49" name="Group 69">
            <a:extLst>
              <a:ext uri="{FF2B5EF4-FFF2-40B4-BE49-F238E27FC236}">
                <a16:creationId xmlns:a16="http://schemas.microsoft.com/office/drawing/2014/main" id="{846139FD-890C-419E-9F87-AE63893FBF0C}"/>
              </a:ext>
            </a:extLst>
          </p:cNvPr>
          <p:cNvGrpSpPr>
            <a:grpSpLocks/>
          </p:cNvGrpSpPr>
          <p:nvPr/>
        </p:nvGrpSpPr>
        <p:grpSpPr bwMode="auto">
          <a:xfrm>
            <a:off x="4694238" y="2414588"/>
            <a:ext cx="1617662" cy="1524000"/>
            <a:chOff x="2744" y="480"/>
            <a:chExt cx="1000" cy="960"/>
          </a:xfrm>
        </p:grpSpPr>
        <p:sp>
          <p:nvSpPr>
            <p:cNvPr id="4950" name="Line 70">
              <a:extLst>
                <a:ext uri="{FF2B5EF4-FFF2-40B4-BE49-F238E27FC236}">
                  <a16:creationId xmlns:a16="http://schemas.microsoft.com/office/drawing/2014/main" id="{90C22BC1-F205-4176-AAF3-FE3DC770E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480"/>
              <a:ext cx="0" cy="96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1" name="Line 71">
              <a:extLst>
                <a:ext uri="{FF2B5EF4-FFF2-40B4-BE49-F238E27FC236}">
                  <a16:creationId xmlns:a16="http://schemas.microsoft.com/office/drawing/2014/main" id="{314D686B-E697-40DF-96F4-E4D3BD313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480"/>
              <a:ext cx="793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2" name="Line 72">
              <a:extLst>
                <a:ext uri="{FF2B5EF4-FFF2-40B4-BE49-F238E27FC236}">
                  <a16:creationId xmlns:a16="http://schemas.microsoft.com/office/drawing/2014/main" id="{CBE4B84B-EBDC-430B-892E-D3F176E1F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440"/>
              <a:ext cx="793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3" name="Line 73">
              <a:extLst>
                <a:ext uri="{FF2B5EF4-FFF2-40B4-BE49-F238E27FC236}">
                  <a16:creationId xmlns:a16="http://schemas.microsoft.com/office/drawing/2014/main" id="{9804F050-1E3C-4025-8D64-A5D1BD824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480"/>
              <a:ext cx="0" cy="24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4" name="Line 74">
              <a:extLst>
                <a:ext uri="{FF2B5EF4-FFF2-40B4-BE49-F238E27FC236}">
                  <a16:creationId xmlns:a16="http://schemas.microsoft.com/office/drawing/2014/main" id="{FD9B7C75-98B8-4B4D-90C3-2A66DBB2B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720"/>
              <a:ext cx="207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5" name="Line 75">
              <a:extLst>
                <a:ext uri="{FF2B5EF4-FFF2-40B4-BE49-F238E27FC236}">
                  <a16:creationId xmlns:a16="http://schemas.microsoft.com/office/drawing/2014/main" id="{51CC6BD8-2641-4CB9-92A0-D81601EB5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720"/>
              <a:ext cx="0" cy="48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6" name="Line 76">
              <a:extLst>
                <a:ext uri="{FF2B5EF4-FFF2-40B4-BE49-F238E27FC236}">
                  <a16:creationId xmlns:a16="http://schemas.microsoft.com/office/drawing/2014/main" id="{A63F257C-4202-4388-9712-BA931912F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1200"/>
              <a:ext cx="0" cy="24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57" name="Line 77">
              <a:extLst>
                <a:ext uri="{FF2B5EF4-FFF2-40B4-BE49-F238E27FC236}">
                  <a16:creationId xmlns:a16="http://schemas.microsoft.com/office/drawing/2014/main" id="{4342E904-26A1-4FC9-8083-7F665BAAF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200"/>
              <a:ext cx="207" cy="0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58" name="Group 78">
            <a:extLst>
              <a:ext uri="{FF2B5EF4-FFF2-40B4-BE49-F238E27FC236}">
                <a16:creationId xmlns:a16="http://schemas.microsoft.com/office/drawing/2014/main" id="{71B6BB98-E4B2-4F63-9242-1AE993044C62}"/>
              </a:ext>
            </a:extLst>
          </p:cNvPr>
          <p:cNvGrpSpPr>
            <a:grpSpLocks/>
          </p:cNvGrpSpPr>
          <p:nvPr/>
        </p:nvGrpSpPr>
        <p:grpSpPr bwMode="auto">
          <a:xfrm>
            <a:off x="4695825" y="2414588"/>
            <a:ext cx="928688" cy="1535112"/>
            <a:chOff x="2736" y="912"/>
            <a:chExt cx="576" cy="967"/>
          </a:xfrm>
        </p:grpSpPr>
        <p:sp>
          <p:nvSpPr>
            <p:cNvPr id="4959" name="Line 79">
              <a:extLst>
                <a:ext uri="{FF2B5EF4-FFF2-40B4-BE49-F238E27FC236}">
                  <a16:creationId xmlns:a16="http://schemas.microsoft.com/office/drawing/2014/main" id="{D6A76F69-24A5-4EF8-B88C-3BDA920E5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919"/>
              <a:ext cx="0" cy="96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0" name="Line 80">
              <a:extLst>
                <a:ext uri="{FF2B5EF4-FFF2-40B4-BE49-F238E27FC236}">
                  <a16:creationId xmlns:a16="http://schemas.microsoft.com/office/drawing/2014/main" id="{209BE5BA-8431-4C27-8004-1706E1355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12"/>
              <a:ext cx="576" cy="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1" name="Line 81">
              <a:extLst>
                <a:ext uri="{FF2B5EF4-FFF2-40B4-BE49-F238E27FC236}">
                  <a16:creationId xmlns:a16="http://schemas.microsoft.com/office/drawing/2014/main" id="{5F1DFC20-EC2D-4820-88F7-A5A0DDF63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872"/>
              <a:ext cx="576" cy="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2" name="Line 82">
              <a:extLst>
                <a:ext uri="{FF2B5EF4-FFF2-40B4-BE49-F238E27FC236}">
                  <a16:creationId xmlns:a16="http://schemas.microsoft.com/office/drawing/2014/main" id="{40BCAC19-B04F-40DD-9D65-D676BA7A7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919"/>
              <a:ext cx="0" cy="960"/>
            </a:xfrm>
            <a:prstGeom prst="line">
              <a:avLst/>
            </a:prstGeom>
            <a:noFill/>
            <a:ln w="38100" cap="flat" algn="ctr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3" name="Group 83">
            <a:extLst>
              <a:ext uri="{FF2B5EF4-FFF2-40B4-BE49-F238E27FC236}">
                <a16:creationId xmlns:a16="http://schemas.microsoft.com/office/drawing/2014/main" id="{5F908B96-1075-4AE2-9F24-BF2A06FE300E}"/>
              </a:ext>
            </a:extLst>
          </p:cNvPr>
          <p:cNvGrpSpPr>
            <a:grpSpLocks/>
          </p:cNvGrpSpPr>
          <p:nvPr/>
        </p:nvGrpSpPr>
        <p:grpSpPr bwMode="auto">
          <a:xfrm>
            <a:off x="4711700" y="2914650"/>
            <a:ext cx="547688" cy="544513"/>
            <a:chOff x="2750" y="1227"/>
            <a:chExt cx="345" cy="343"/>
          </a:xfrm>
        </p:grpSpPr>
        <p:sp>
          <p:nvSpPr>
            <p:cNvPr id="4964" name="Line 84">
              <a:extLst>
                <a:ext uri="{FF2B5EF4-FFF2-40B4-BE49-F238E27FC236}">
                  <a16:creationId xmlns:a16="http://schemas.microsoft.com/office/drawing/2014/main" id="{27879529-2C05-4B3F-8B07-645F1361A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1227"/>
              <a:ext cx="345" cy="0"/>
            </a:xfrm>
            <a:prstGeom prst="line">
              <a:avLst/>
            </a:prstGeom>
            <a:noFill/>
            <a:ln w="19050" cap="flat" algn="ctr">
              <a:solidFill>
                <a:srgbClr val="FFCC66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5" name="Line 85">
              <a:extLst>
                <a:ext uri="{FF2B5EF4-FFF2-40B4-BE49-F238E27FC236}">
                  <a16:creationId xmlns:a16="http://schemas.microsoft.com/office/drawing/2014/main" id="{F55E5CB5-857E-4795-989B-3A5A6BC68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1570"/>
              <a:ext cx="345" cy="0"/>
            </a:xfrm>
            <a:prstGeom prst="line">
              <a:avLst/>
            </a:prstGeom>
            <a:noFill/>
            <a:ln w="19050" cap="flat" algn="ctr">
              <a:solidFill>
                <a:srgbClr val="FFCC66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6" name="Group 87">
            <a:extLst>
              <a:ext uri="{FF2B5EF4-FFF2-40B4-BE49-F238E27FC236}">
                <a16:creationId xmlns:a16="http://schemas.microsoft.com/office/drawing/2014/main" id="{9DBA51D2-CFCC-424A-AC07-DE95AA181B39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2400300"/>
            <a:ext cx="1341438" cy="1533525"/>
            <a:chOff x="1920" y="989"/>
            <a:chExt cx="845" cy="966"/>
          </a:xfrm>
        </p:grpSpPr>
        <p:sp>
          <p:nvSpPr>
            <p:cNvPr id="4967" name="Line 88">
              <a:extLst>
                <a:ext uri="{FF2B5EF4-FFF2-40B4-BE49-F238E27FC236}">
                  <a16:creationId xmlns:a16="http://schemas.microsoft.com/office/drawing/2014/main" id="{827ED193-1AE8-4207-821F-BB439F238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989"/>
              <a:ext cx="840" cy="0"/>
            </a:xfrm>
            <a:prstGeom prst="line">
              <a:avLst/>
            </a:prstGeom>
            <a:noFill/>
            <a:ln w="9525" cap="flat" algn="ctr">
              <a:solidFill>
                <a:srgbClr val="66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8" name="Line 89">
              <a:extLst>
                <a:ext uri="{FF2B5EF4-FFF2-40B4-BE49-F238E27FC236}">
                  <a16:creationId xmlns:a16="http://schemas.microsoft.com/office/drawing/2014/main" id="{EE58DF5F-6BD9-4444-9089-ED1263EAB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955"/>
              <a:ext cx="827" cy="0"/>
            </a:xfrm>
            <a:prstGeom prst="line">
              <a:avLst/>
            </a:prstGeom>
            <a:noFill/>
            <a:ln w="9525" cap="flat" algn="ctr">
              <a:solidFill>
                <a:srgbClr val="66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9" name="Group 90">
            <a:extLst>
              <a:ext uri="{FF2B5EF4-FFF2-40B4-BE49-F238E27FC236}">
                <a16:creationId xmlns:a16="http://schemas.microsoft.com/office/drawing/2014/main" id="{EB1F2C84-6E96-4277-A0D3-FBB5EE3CABA9}"/>
              </a:ext>
            </a:extLst>
          </p:cNvPr>
          <p:cNvGrpSpPr>
            <a:grpSpLocks/>
          </p:cNvGrpSpPr>
          <p:nvPr/>
        </p:nvGrpSpPr>
        <p:grpSpPr bwMode="auto">
          <a:xfrm>
            <a:off x="2401888" y="2598738"/>
            <a:ext cx="2987675" cy="1096962"/>
            <a:chOff x="1301" y="1114"/>
            <a:chExt cx="1882" cy="691"/>
          </a:xfrm>
        </p:grpSpPr>
        <p:sp>
          <p:nvSpPr>
            <p:cNvPr id="4970" name="Line 91">
              <a:extLst>
                <a:ext uri="{FF2B5EF4-FFF2-40B4-BE49-F238E27FC236}">
                  <a16:creationId xmlns:a16="http://schemas.microsoft.com/office/drawing/2014/main" id="{1A1CC7EB-7E9E-407F-B1BA-C15453724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1" y="1114"/>
              <a:ext cx="1882" cy="0"/>
            </a:xfrm>
            <a:prstGeom prst="line">
              <a:avLst/>
            </a:prstGeom>
            <a:noFill/>
            <a:ln w="9525" cap="flat" algn="ctr">
              <a:solidFill>
                <a:srgbClr val="66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1" name="Line 92">
              <a:extLst>
                <a:ext uri="{FF2B5EF4-FFF2-40B4-BE49-F238E27FC236}">
                  <a16:creationId xmlns:a16="http://schemas.microsoft.com/office/drawing/2014/main" id="{DB531C9D-03D3-4BF8-965E-A9B504618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1" y="1805"/>
              <a:ext cx="1882" cy="0"/>
            </a:xfrm>
            <a:prstGeom prst="line">
              <a:avLst/>
            </a:prstGeom>
            <a:noFill/>
            <a:ln w="9525" cap="flat" algn="ctr">
              <a:solidFill>
                <a:srgbClr val="66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72" name="Group 93">
            <a:extLst>
              <a:ext uri="{FF2B5EF4-FFF2-40B4-BE49-F238E27FC236}">
                <a16:creationId xmlns:a16="http://schemas.microsoft.com/office/drawing/2014/main" id="{781B5FAA-749C-4ADB-AA54-2510F7B9E527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2914650"/>
            <a:ext cx="2762250" cy="560388"/>
            <a:chOff x="1020" y="1313"/>
            <a:chExt cx="1740" cy="353"/>
          </a:xfrm>
        </p:grpSpPr>
        <p:sp>
          <p:nvSpPr>
            <p:cNvPr id="4973" name="Line 94">
              <a:extLst>
                <a:ext uri="{FF2B5EF4-FFF2-40B4-BE49-F238E27FC236}">
                  <a16:creationId xmlns:a16="http://schemas.microsoft.com/office/drawing/2014/main" id="{DDBD47E6-328D-4FBC-9C7D-B382439A2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313"/>
              <a:ext cx="1740" cy="0"/>
            </a:xfrm>
            <a:prstGeom prst="line">
              <a:avLst/>
            </a:prstGeom>
            <a:noFill/>
            <a:ln w="9525" cap="flat" algn="ctr">
              <a:solidFill>
                <a:srgbClr val="66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4" name="Freeform 95">
              <a:extLst>
                <a:ext uri="{FF2B5EF4-FFF2-40B4-BE49-F238E27FC236}">
                  <a16:creationId xmlns:a16="http://schemas.microsoft.com/office/drawing/2014/main" id="{B35761D4-608D-45FC-92B9-E8683211F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" y="1665"/>
              <a:ext cx="1710" cy="1"/>
            </a:xfrm>
            <a:custGeom>
              <a:avLst/>
              <a:gdLst>
                <a:gd name="T0" fmla="*/ 0 w 1710"/>
                <a:gd name="T1" fmla="*/ 0 h 1"/>
                <a:gd name="T2" fmla="*/ 1710 w 171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10" h="1">
                  <a:moveTo>
                    <a:pt x="0" y="0"/>
                  </a:moveTo>
                  <a:lnTo>
                    <a:pt x="1710" y="0"/>
                  </a:lnTo>
                </a:path>
              </a:pathLst>
            </a:custGeom>
            <a:noFill/>
            <a:ln w="9525" cap="flat" algn="ctr">
              <a:solidFill>
                <a:srgbClr val="66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75" name="Group 96">
            <a:extLst>
              <a:ext uri="{FF2B5EF4-FFF2-40B4-BE49-F238E27FC236}">
                <a16:creationId xmlns:a16="http://schemas.microsoft.com/office/drawing/2014/main" id="{18C6E217-1105-42C9-84D6-B094A146FA0B}"/>
              </a:ext>
            </a:extLst>
          </p:cNvPr>
          <p:cNvGrpSpPr>
            <a:grpSpLocks/>
          </p:cNvGrpSpPr>
          <p:nvPr/>
        </p:nvGrpSpPr>
        <p:grpSpPr bwMode="auto">
          <a:xfrm>
            <a:off x="5572125" y="4486275"/>
            <a:ext cx="1692275" cy="1566863"/>
            <a:chOff x="3535" y="605"/>
            <a:chExt cx="1470" cy="1361"/>
          </a:xfrm>
        </p:grpSpPr>
        <p:sp>
          <p:nvSpPr>
            <p:cNvPr id="4976" name="Freeform 97">
              <a:extLst>
                <a:ext uri="{FF2B5EF4-FFF2-40B4-BE49-F238E27FC236}">
                  <a16:creationId xmlns:a16="http://schemas.microsoft.com/office/drawing/2014/main" id="{22C5024F-7DCF-4902-9668-DEB3508A4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884"/>
              <a:ext cx="999" cy="350"/>
            </a:xfrm>
            <a:custGeom>
              <a:avLst/>
              <a:gdLst>
                <a:gd name="T0" fmla="*/ 999 w 999"/>
                <a:gd name="T1" fmla="*/ 350 h 350"/>
                <a:gd name="T2" fmla="*/ 968 w 999"/>
                <a:gd name="T3" fmla="*/ 273 h 350"/>
                <a:gd name="T4" fmla="*/ 915 w 999"/>
                <a:gd name="T5" fmla="*/ 182 h 350"/>
                <a:gd name="T6" fmla="*/ 852 w 999"/>
                <a:gd name="T7" fmla="*/ 129 h 350"/>
                <a:gd name="T8" fmla="*/ 771 w 999"/>
                <a:gd name="T9" fmla="*/ 62 h 350"/>
                <a:gd name="T10" fmla="*/ 689 w 999"/>
                <a:gd name="T11" fmla="*/ 28 h 350"/>
                <a:gd name="T12" fmla="*/ 617 w 999"/>
                <a:gd name="T13" fmla="*/ 9 h 350"/>
                <a:gd name="T14" fmla="*/ 516 w 999"/>
                <a:gd name="T15" fmla="*/ 0 h 350"/>
                <a:gd name="T16" fmla="*/ 406 w 999"/>
                <a:gd name="T17" fmla="*/ 9 h 350"/>
                <a:gd name="T18" fmla="*/ 315 w 999"/>
                <a:gd name="T19" fmla="*/ 28 h 350"/>
                <a:gd name="T20" fmla="*/ 237 w 999"/>
                <a:gd name="T21" fmla="*/ 81 h 350"/>
                <a:gd name="T22" fmla="*/ 162 w 999"/>
                <a:gd name="T23" fmla="*/ 132 h 350"/>
                <a:gd name="T24" fmla="*/ 95 w 999"/>
                <a:gd name="T25" fmla="*/ 195 h 350"/>
                <a:gd name="T26" fmla="*/ 41 w 999"/>
                <a:gd name="T27" fmla="*/ 269 h 350"/>
                <a:gd name="T28" fmla="*/ 0 w 999"/>
                <a:gd name="T29" fmla="*/ 350 h 350"/>
                <a:gd name="T30" fmla="*/ 0 w 999"/>
                <a:gd name="T31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99" h="350">
                  <a:moveTo>
                    <a:pt x="999" y="350"/>
                  </a:moveTo>
                  <a:lnTo>
                    <a:pt x="968" y="273"/>
                  </a:lnTo>
                  <a:lnTo>
                    <a:pt x="915" y="182"/>
                  </a:lnTo>
                  <a:lnTo>
                    <a:pt x="852" y="129"/>
                  </a:lnTo>
                  <a:lnTo>
                    <a:pt x="771" y="62"/>
                  </a:lnTo>
                  <a:lnTo>
                    <a:pt x="689" y="28"/>
                  </a:lnTo>
                  <a:lnTo>
                    <a:pt x="617" y="9"/>
                  </a:lnTo>
                  <a:lnTo>
                    <a:pt x="516" y="0"/>
                  </a:lnTo>
                  <a:lnTo>
                    <a:pt x="406" y="9"/>
                  </a:lnTo>
                  <a:lnTo>
                    <a:pt x="315" y="28"/>
                  </a:lnTo>
                  <a:lnTo>
                    <a:pt x="237" y="81"/>
                  </a:lnTo>
                  <a:lnTo>
                    <a:pt x="162" y="132"/>
                  </a:lnTo>
                  <a:lnTo>
                    <a:pt x="95" y="195"/>
                  </a:lnTo>
                  <a:lnTo>
                    <a:pt x="41" y="269"/>
                  </a:lnTo>
                  <a:lnTo>
                    <a:pt x="0" y="350"/>
                  </a:lnTo>
                </a:path>
              </a:pathLst>
            </a:custGeom>
            <a:gradFill rotWithShape="0">
              <a:gsLst>
                <a:gs pos="0">
                  <a:srgbClr val="FF99FF"/>
                </a:gs>
                <a:gs pos="100000">
                  <a:srgbClr val="DC84DC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77" name="Freeform 98">
              <a:extLst>
                <a:ext uri="{FF2B5EF4-FFF2-40B4-BE49-F238E27FC236}">
                  <a16:creationId xmlns:a16="http://schemas.microsoft.com/office/drawing/2014/main" id="{550B0718-2DD9-47F6-8F3D-9A36A6985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1552"/>
              <a:ext cx="986" cy="414"/>
            </a:xfrm>
            <a:custGeom>
              <a:avLst/>
              <a:gdLst>
                <a:gd name="T0" fmla="*/ 210 w 986"/>
                <a:gd name="T1" fmla="*/ 0 h 414"/>
                <a:gd name="T2" fmla="*/ 0 w 986"/>
                <a:gd name="T3" fmla="*/ 189 h 414"/>
                <a:gd name="T4" fmla="*/ 94 w 986"/>
                <a:gd name="T5" fmla="*/ 276 h 414"/>
                <a:gd name="T6" fmla="*/ 154 w 986"/>
                <a:gd name="T7" fmla="*/ 314 h 414"/>
                <a:gd name="T8" fmla="*/ 238 w 986"/>
                <a:gd name="T9" fmla="*/ 363 h 414"/>
                <a:gd name="T10" fmla="*/ 330 w 986"/>
                <a:gd name="T11" fmla="*/ 397 h 414"/>
                <a:gd name="T12" fmla="*/ 426 w 986"/>
                <a:gd name="T13" fmla="*/ 414 h 414"/>
                <a:gd name="T14" fmla="*/ 523 w 986"/>
                <a:gd name="T15" fmla="*/ 413 h 414"/>
                <a:gd name="T16" fmla="*/ 619 w 986"/>
                <a:gd name="T17" fmla="*/ 395 h 414"/>
                <a:gd name="T18" fmla="*/ 710 w 986"/>
                <a:gd name="T19" fmla="*/ 359 h 414"/>
                <a:gd name="T20" fmla="*/ 798 w 986"/>
                <a:gd name="T21" fmla="*/ 306 h 414"/>
                <a:gd name="T22" fmla="*/ 865 w 986"/>
                <a:gd name="T23" fmla="*/ 243 h 414"/>
                <a:gd name="T24" fmla="*/ 924 w 986"/>
                <a:gd name="T25" fmla="*/ 166 h 414"/>
                <a:gd name="T26" fmla="*/ 986 w 986"/>
                <a:gd name="T27" fmla="*/ 76 h 414"/>
                <a:gd name="T28" fmla="*/ 969 w 986"/>
                <a:gd name="T29" fmla="*/ 79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86" h="414">
                  <a:moveTo>
                    <a:pt x="210" y="0"/>
                  </a:moveTo>
                  <a:lnTo>
                    <a:pt x="0" y="189"/>
                  </a:lnTo>
                  <a:lnTo>
                    <a:pt x="94" y="276"/>
                  </a:lnTo>
                  <a:lnTo>
                    <a:pt x="154" y="314"/>
                  </a:lnTo>
                  <a:lnTo>
                    <a:pt x="238" y="363"/>
                  </a:lnTo>
                  <a:lnTo>
                    <a:pt x="330" y="397"/>
                  </a:lnTo>
                  <a:lnTo>
                    <a:pt x="426" y="414"/>
                  </a:lnTo>
                  <a:lnTo>
                    <a:pt x="523" y="413"/>
                  </a:lnTo>
                  <a:lnTo>
                    <a:pt x="619" y="395"/>
                  </a:lnTo>
                  <a:lnTo>
                    <a:pt x="710" y="359"/>
                  </a:lnTo>
                  <a:lnTo>
                    <a:pt x="798" y="306"/>
                  </a:lnTo>
                  <a:lnTo>
                    <a:pt x="865" y="243"/>
                  </a:lnTo>
                  <a:lnTo>
                    <a:pt x="924" y="166"/>
                  </a:lnTo>
                  <a:lnTo>
                    <a:pt x="986" y="76"/>
                  </a:lnTo>
                  <a:lnTo>
                    <a:pt x="969" y="79"/>
                  </a:lnTo>
                </a:path>
              </a:pathLst>
            </a:custGeom>
            <a:gradFill rotWithShape="0">
              <a:gsLst>
                <a:gs pos="0">
                  <a:srgbClr val="B96FB9"/>
                </a:gs>
                <a:gs pos="100000">
                  <a:srgbClr val="FF99FF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78" name="Freeform 99">
              <a:extLst>
                <a:ext uri="{FF2B5EF4-FFF2-40B4-BE49-F238E27FC236}">
                  <a16:creationId xmlns:a16="http://schemas.microsoft.com/office/drawing/2014/main" id="{86F88AF8-7F18-401A-B324-B5D722803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" y="1326"/>
              <a:ext cx="284" cy="422"/>
            </a:xfrm>
            <a:custGeom>
              <a:avLst/>
              <a:gdLst>
                <a:gd name="T0" fmla="*/ 37 w 284"/>
                <a:gd name="T1" fmla="*/ 0 h 422"/>
                <a:gd name="T2" fmla="*/ 277 w 284"/>
                <a:gd name="T3" fmla="*/ 8 h 422"/>
                <a:gd name="T4" fmla="*/ 255 w 284"/>
                <a:gd name="T5" fmla="*/ 51 h 422"/>
                <a:gd name="T6" fmla="*/ 226 w 284"/>
                <a:gd name="T7" fmla="*/ 110 h 422"/>
                <a:gd name="T8" fmla="*/ 219 w 284"/>
                <a:gd name="T9" fmla="*/ 190 h 422"/>
                <a:gd name="T10" fmla="*/ 226 w 284"/>
                <a:gd name="T11" fmla="*/ 262 h 422"/>
                <a:gd name="T12" fmla="*/ 248 w 284"/>
                <a:gd name="T13" fmla="*/ 342 h 422"/>
                <a:gd name="T14" fmla="*/ 284 w 284"/>
                <a:gd name="T15" fmla="*/ 415 h 422"/>
                <a:gd name="T16" fmla="*/ 59 w 284"/>
                <a:gd name="T17" fmla="*/ 422 h 422"/>
                <a:gd name="T18" fmla="*/ 22 w 284"/>
                <a:gd name="T19" fmla="*/ 350 h 422"/>
                <a:gd name="T20" fmla="*/ 8 w 284"/>
                <a:gd name="T21" fmla="*/ 291 h 422"/>
                <a:gd name="T22" fmla="*/ 0 w 284"/>
                <a:gd name="T23" fmla="*/ 197 h 422"/>
                <a:gd name="T24" fmla="*/ 8 w 284"/>
                <a:gd name="T25" fmla="*/ 131 h 422"/>
                <a:gd name="T26" fmla="*/ 22 w 284"/>
                <a:gd name="T27" fmla="*/ 66 h 422"/>
                <a:gd name="T28" fmla="*/ 37 w 284"/>
                <a:gd name="T29" fmla="*/ 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4" h="422">
                  <a:moveTo>
                    <a:pt x="37" y="0"/>
                  </a:moveTo>
                  <a:lnTo>
                    <a:pt x="277" y="8"/>
                  </a:lnTo>
                  <a:lnTo>
                    <a:pt x="255" y="51"/>
                  </a:lnTo>
                  <a:lnTo>
                    <a:pt x="226" y="110"/>
                  </a:lnTo>
                  <a:lnTo>
                    <a:pt x="219" y="190"/>
                  </a:lnTo>
                  <a:lnTo>
                    <a:pt x="226" y="262"/>
                  </a:lnTo>
                  <a:lnTo>
                    <a:pt x="248" y="342"/>
                  </a:lnTo>
                  <a:lnTo>
                    <a:pt x="284" y="415"/>
                  </a:lnTo>
                  <a:lnTo>
                    <a:pt x="59" y="422"/>
                  </a:lnTo>
                  <a:lnTo>
                    <a:pt x="22" y="350"/>
                  </a:lnTo>
                  <a:lnTo>
                    <a:pt x="8" y="291"/>
                  </a:lnTo>
                  <a:lnTo>
                    <a:pt x="0" y="197"/>
                  </a:lnTo>
                  <a:lnTo>
                    <a:pt x="8" y="131"/>
                  </a:lnTo>
                  <a:lnTo>
                    <a:pt x="22" y="6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9" name="Freeform 100">
              <a:extLst>
                <a:ext uri="{FF2B5EF4-FFF2-40B4-BE49-F238E27FC236}">
                  <a16:creationId xmlns:a16="http://schemas.microsoft.com/office/drawing/2014/main" id="{ADB9ED59-51C2-460A-A973-4538298E2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1326"/>
              <a:ext cx="298" cy="408"/>
            </a:xfrm>
            <a:custGeom>
              <a:avLst/>
              <a:gdLst>
                <a:gd name="T0" fmla="*/ 1 w 298"/>
                <a:gd name="T1" fmla="*/ 0 h 408"/>
                <a:gd name="T2" fmla="*/ 53 w 298"/>
                <a:gd name="T3" fmla="*/ 73 h 408"/>
                <a:gd name="T4" fmla="*/ 80 w 298"/>
                <a:gd name="T5" fmla="*/ 131 h 408"/>
                <a:gd name="T6" fmla="*/ 87 w 298"/>
                <a:gd name="T7" fmla="*/ 219 h 408"/>
                <a:gd name="T8" fmla="*/ 73 w 298"/>
                <a:gd name="T9" fmla="*/ 284 h 408"/>
                <a:gd name="T10" fmla="*/ 51 w 298"/>
                <a:gd name="T11" fmla="*/ 364 h 408"/>
                <a:gd name="T12" fmla="*/ 0 w 298"/>
                <a:gd name="T13" fmla="*/ 408 h 408"/>
                <a:gd name="T14" fmla="*/ 255 w 298"/>
                <a:gd name="T15" fmla="*/ 408 h 408"/>
                <a:gd name="T16" fmla="*/ 262 w 298"/>
                <a:gd name="T17" fmla="*/ 364 h 408"/>
                <a:gd name="T18" fmla="*/ 290 w 298"/>
                <a:gd name="T19" fmla="*/ 303 h 408"/>
                <a:gd name="T20" fmla="*/ 297 w 298"/>
                <a:gd name="T21" fmla="*/ 252 h 408"/>
                <a:gd name="T22" fmla="*/ 298 w 298"/>
                <a:gd name="T23" fmla="*/ 168 h 408"/>
                <a:gd name="T24" fmla="*/ 277 w 298"/>
                <a:gd name="T25" fmla="*/ 60 h 408"/>
                <a:gd name="T26" fmla="*/ 255 w 298"/>
                <a:gd name="T27" fmla="*/ 0 h 408"/>
                <a:gd name="T28" fmla="*/ 1 w 298"/>
                <a:gd name="T29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8" h="408">
                  <a:moveTo>
                    <a:pt x="1" y="0"/>
                  </a:moveTo>
                  <a:lnTo>
                    <a:pt x="53" y="73"/>
                  </a:lnTo>
                  <a:lnTo>
                    <a:pt x="80" y="131"/>
                  </a:lnTo>
                  <a:lnTo>
                    <a:pt x="87" y="219"/>
                  </a:lnTo>
                  <a:lnTo>
                    <a:pt x="73" y="284"/>
                  </a:lnTo>
                  <a:lnTo>
                    <a:pt x="51" y="364"/>
                  </a:lnTo>
                  <a:lnTo>
                    <a:pt x="0" y="408"/>
                  </a:lnTo>
                  <a:lnTo>
                    <a:pt x="255" y="408"/>
                  </a:lnTo>
                  <a:lnTo>
                    <a:pt x="262" y="364"/>
                  </a:lnTo>
                  <a:lnTo>
                    <a:pt x="290" y="303"/>
                  </a:lnTo>
                  <a:lnTo>
                    <a:pt x="297" y="252"/>
                  </a:lnTo>
                  <a:lnTo>
                    <a:pt x="298" y="168"/>
                  </a:lnTo>
                  <a:lnTo>
                    <a:pt x="277" y="60"/>
                  </a:lnTo>
                  <a:lnTo>
                    <a:pt x="25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0" name="Freeform 101">
              <a:extLst>
                <a:ext uri="{FF2B5EF4-FFF2-40B4-BE49-F238E27FC236}">
                  <a16:creationId xmlns:a16="http://schemas.microsoft.com/office/drawing/2014/main" id="{0BDBF874-AA42-4AE7-8BBC-57FBE231A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1224"/>
              <a:ext cx="374" cy="117"/>
            </a:xfrm>
            <a:custGeom>
              <a:avLst/>
              <a:gdLst>
                <a:gd name="T0" fmla="*/ 114 w 374"/>
                <a:gd name="T1" fmla="*/ 1 h 117"/>
                <a:gd name="T2" fmla="*/ 374 w 374"/>
                <a:gd name="T3" fmla="*/ 0 h 117"/>
                <a:gd name="T4" fmla="*/ 237 w 374"/>
                <a:gd name="T5" fmla="*/ 117 h 117"/>
                <a:gd name="T6" fmla="*/ 0 w 374"/>
                <a:gd name="T7" fmla="*/ 117 h 117"/>
                <a:gd name="T8" fmla="*/ 114 w 374"/>
                <a:gd name="T9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117">
                  <a:moveTo>
                    <a:pt x="114" y="1"/>
                  </a:moveTo>
                  <a:lnTo>
                    <a:pt x="374" y="0"/>
                  </a:lnTo>
                  <a:lnTo>
                    <a:pt x="237" y="117"/>
                  </a:lnTo>
                  <a:lnTo>
                    <a:pt x="0" y="117"/>
                  </a:lnTo>
                  <a:lnTo>
                    <a:pt x="114" y="1"/>
                  </a:lnTo>
                  <a:close/>
                </a:path>
              </a:pathLst>
            </a:custGeom>
            <a:gradFill rotWithShape="0">
              <a:gsLst>
                <a:gs pos="0">
                  <a:srgbClr val="BEBE00"/>
                </a:gs>
                <a:gs pos="100000">
                  <a:srgbClr val="FFFF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1" name="Freeform 102">
              <a:extLst>
                <a:ext uri="{FF2B5EF4-FFF2-40B4-BE49-F238E27FC236}">
                  <a16:creationId xmlns:a16="http://schemas.microsoft.com/office/drawing/2014/main" id="{7DF12A4D-73A3-4801-8112-08E09EBD3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1229"/>
              <a:ext cx="347" cy="105"/>
            </a:xfrm>
            <a:custGeom>
              <a:avLst/>
              <a:gdLst>
                <a:gd name="T0" fmla="*/ 103 w 347"/>
                <a:gd name="T1" fmla="*/ 3 h 105"/>
                <a:gd name="T2" fmla="*/ 347 w 347"/>
                <a:gd name="T3" fmla="*/ 0 h 105"/>
                <a:gd name="T4" fmla="*/ 237 w 347"/>
                <a:gd name="T5" fmla="*/ 105 h 105"/>
                <a:gd name="T6" fmla="*/ 0 w 347"/>
                <a:gd name="T7" fmla="*/ 105 h 105"/>
                <a:gd name="T8" fmla="*/ 103 w 347"/>
                <a:gd name="T9" fmla="*/ 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105">
                  <a:moveTo>
                    <a:pt x="103" y="3"/>
                  </a:moveTo>
                  <a:lnTo>
                    <a:pt x="347" y="0"/>
                  </a:lnTo>
                  <a:lnTo>
                    <a:pt x="237" y="105"/>
                  </a:lnTo>
                  <a:lnTo>
                    <a:pt x="0" y="105"/>
                  </a:lnTo>
                  <a:lnTo>
                    <a:pt x="103" y="3"/>
                  </a:lnTo>
                  <a:close/>
                </a:path>
              </a:pathLst>
            </a:custGeom>
            <a:gradFill rotWithShape="0">
              <a:gsLst>
                <a:gs pos="0">
                  <a:srgbClr val="CDCD00"/>
                </a:gs>
                <a:gs pos="100000">
                  <a:srgbClr val="FFFF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2" name="Freeform 103">
              <a:extLst>
                <a:ext uri="{FF2B5EF4-FFF2-40B4-BE49-F238E27FC236}">
                  <a16:creationId xmlns:a16="http://schemas.microsoft.com/office/drawing/2014/main" id="{5942E714-5949-4A6B-99D8-5EB0BDF0E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605"/>
              <a:ext cx="1227" cy="1239"/>
            </a:xfrm>
            <a:custGeom>
              <a:avLst/>
              <a:gdLst>
                <a:gd name="T0" fmla="*/ 0 w 1227"/>
                <a:gd name="T1" fmla="*/ 461 h 1239"/>
                <a:gd name="T2" fmla="*/ 301 w 1227"/>
                <a:gd name="T3" fmla="*/ 159 h 1239"/>
                <a:gd name="T4" fmla="*/ 339 w 1227"/>
                <a:gd name="T5" fmla="*/ 130 h 1239"/>
                <a:gd name="T6" fmla="*/ 378 w 1227"/>
                <a:gd name="T7" fmla="*/ 101 h 1239"/>
                <a:gd name="T8" fmla="*/ 431 w 1227"/>
                <a:gd name="T9" fmla="*/ 72 h 1239"/>
                <a:gd name="T10" fmla="*/ 479 w 1227"/>
                <a:gd name="T11" fmla="*/ 43 h 1239"/>
                <a:gd name="T12" fmla="*/ 541 w 1227"/>
                <a:gd name="T13" fmla="*/ 19 h 1239"/>
                <a:gd name="T14" fmla="*/ 599 w 1227"/>
                <a:gd name="T15" fmla="*/ 5 h 1239"/>
                <a:gd name="T16" fmla="*/ 651 w 1227"/>
                <a:gd name="T17" fmla="*/ 0 h 1239"/>
                <a:gd name="T18" fmla="*/ 728 w 1227"/>
                <a:gd name="T19" fmla="*/ 5 h 1239"/>
                <a:gd name="T20" fmla="*/ 815 w 1227"/>
                <a:gd name="T21" fmla="*/ 19 h 1239"/>
                <a:gd name="T22" fmla="*/ 887 w 1227"/>
                <a:gd name="T23" fmla="*/ 48 h 1239"/>
                <a:gd name="T24" fmla="*/ 949 w 1227"/>
                <a:gd name="T25" fmla="*/ 77 h 1239"/>
                <a:gd name="T26" fmla="*/ 1021 w 1227"/>
                <a:gd name="T27" fmla="*/ 125 h 1239"/>
                <a:gd name="T28" fmla="*/ 1079 w 1227"/>
                <a:gd name="T29" fmla="*/ 173 h 1239"/>
                <a:gd name="T30" fmla="*/ 1127 w 1227"/>
                <a:gd name="T31" fmla="*/ 231 h 1239"/>
                <a:gd name="T32" fmla="*/ 1155 w 1227"/>
                <a:gd name="T33" fmla="*/ 288 h 1239"/>
                <a:gd name="T34" fmla="*/ 1179 w 1227"/>
                <a:gd name="T35" fmla="*/ 336 h 1239"/>
                <a:gd name="T36" fmla="*/ 1203 w 1227"/>
                <a:gd name="T37" fmla="*/ 399 h 1239"/>
                <a:gd name="T38" fmla="*/ 1218 w 1227"/>
                <a:gd name="T39" fmla="*/ 471 h 1239"/>
                <a:gd name="T40" fmla="*/ 1227 w 1227"/>
                <a:gd name="T41" fmla="*/ 562 h 1239"/>
                <a:gd name="T42" fmla="*/ 1213 w 1227"/>
                <a:gd name="T43" fmla="*/ 658 h 1239"/>
                <a:gd name="T44" fmla="*/ 1194 w 1227"/>
                <a:gd name="T45" fmla="*/ 720 h 1239"/>
                <a:gd name="T46" fmla="*/ 1170 w 1227"/>
                <a:gd name="T47" fmla="*/ 773 h 1239"/>
                <a:gd name="T48" fmla="*/ 1146 w 1227"/>
                <a:gd name="T49" fmla="*/ 826 h 1239"/>
                <a:gd name="T50" fmla="*/ 1107 w 1227"/>
                <a:gd name="T51" fmla="*/ 874 h 1239"/>
                <a:gd name="T52" fmla="*/ 1079 w 1227"/>
                <a:gd name="T53" fmla="*/ 912 h 1239"/>
                <a:gd name="T54" fmla="*/ 747 w 1227"/>
                <a:gd name="T55" fmla="*/ 1239 h 1239"/>
                <a:gd name="T56" fmla="*/ 795 w 1227"/>
                <a:gd name="T57" fmla="*/ 1176 h 1239"/>
                <a:gd name="T58" fmla="*/ 829 w 1227"/>
                <a:gd name="T59" fmla="*/ 1133 h 1239"/>
                <a:gd name="T60" fmla="*/ 858 w 1227"/>
                <a:gd name="T61" fmla="*/ 1095 h 1239"/>
                <a:gd name="T62" fmla="*/ 887 w 1227"/>
                <a:gd name="T63" fmla="*/ 1042 h 1239"/>
                <a:gd name="T64" fmla="*/ 791 w 1227"/>
                <a:gd name="T65" fmla="*/ 1133 h 1239"/>
                <a:gd name="T66" fmla="*/ 815 w 1227"/>
                <a:gd name="T67" fmla="*/ 1071 h 1239"/>
                <a:gd name="T68" fmla="*/ 834 w 1227"/>
                <a:gd name="T69" fmla="*/ 1018 h 1239"/>
                <a:gd name="T70" fmla="*/ 839 w 1227"/>
                <a:gd name="T71" fmla="*/ 960 h 1239"/>
                <a:gd name="T72" fmla="*/ 839 w 1227"/>
                <a:gd name="T73" fmla="*/ 907 h 1239"/>
                <a:gd name="T74" fmla="*/ 829 w 1227"/>
                <a:gd name="T75" fmla="*/ 845 h 1239"/>
                <a:gd name="T76" fmla="*/ 815 w 1227"/>
                <a:gd name="T77" fmla="*/ 773 h 1239"/>
                <a:gd name="T78" fmla="*/ 791 w 1227"/>
                <a:gd name="T79" fmla="*/ 725 h 1239"/>
                <a:gd name="T80" fmla="*/ 891 w 1227"/>
                <a:gd name="T81" fmla="*/ 624 h 1239"/>
                <a:gd name="T82" fmla="*/ 867 w 1227"/>
                <a:gd name="T83" fmla="*/ 581 h 1239"/>
                <a:gd name="T84" fmla="*/ 839 w 1227"/>
                <a:gd name="T85" fmla="*/ 533 h 1239"/>
                <a:gd name="T86" fmla="*/ 810 w 1227"/>
                <a:gd name="T87" fmla="*/ 495 h 1239"/>
                <a:gd name="T88" fmla="*/ 776 w 1227"/>
                <a:gd name="T89" fmla="*/ 451 h 1239"/>
                <a:gd name="T90" fmla="*/ 733 w 1227"/>
                <a:gd name="T91" fmla="*/ 413 h 1239"/>
                <a:gd name="T92" fmla="*/ 675 w 1227"/>
                <a:gd name="T93" fmla="*/ 370 h 1239"/>
                <a:gd name="T94" fmla="*/ 608 w 1227"/>
                <a:gd name="T95" fmla="*/ 336 h 1239"/>
                <a:gd name="T96" fmla="*/ 541 w 1227"/>
                <a:gd name="T97" fmla="*/ 312 h 1239"/>
                <a:gd name="T98" fmla="*/ 450 w 1227"/>
                <a:gd name="T99" fmla="*/ 298 h 1239"/>
                <a:gd name="T100" fmla="*/ 363 w 1227"/>
                <a:gd name="T101" fmla="*/ 293 h 1239"/>
                <a:gd name="T102" fmla="*/ 272 w 1227"/>
                <a:gd name="T103" fmla="*/ 307 h 1239"/>
                <a:gd name="T104" fmla="*/ 191 w 1227"/>
                <a:gd name="T105" fmla="*/ 331 h 1239"/>
                <a:gd name="T106" fmla="*/ 147 w 1227"/>
                <a:gd name="T107" fmla="*/ 355 h 1239"/>
                <a:gd name="T108" fmla="*/ 95 w 1227"/>
                <a:gd name="T109" fmla="*/ 389 h 1239"/>
                <a:gd name="T110" fmla="*/ 0 w 1227"/>
                <a:gd name="T111" fmla="*/ 461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27" h="1239">
                  <a:moveTo>
                    <a:pt x="0" y="461"/>
                  </a:moveTo>
                  <a:lnTo>
                    <a:pt x="301" y="159"/>
                  </a:lnTo>
                  <a:lnTo>
                    <a:pt x="339" y="130"/>
                  </a:lnTo>
                  <a:lnTo>
                    <a:pt x="378" y="101"/>
                  </a:lnTo>
                  <a:lnTo>
                    <a:pt x="431" y="72"/>
                  </a:lnTo>
                  <a:lnTo>
                    <a:pt x="479" y="43"/>
                  </a:lnTo>
                  <a:lnTo>
                    <a:pt x="541" y="19"/>
                  </a:lnTo>
                  <a:lnTo>
                    <a:pt x="599" y="5"/>
                  </a:lnTo>
                  <a:lnTo>
                    <a:pt x="651" y="0"/>
                  </a:lnTo>
                  <a:lnTo>
                    <a:pt x="728" y="5"/>
                  </a:lnTo>
                  <a:lnTo>
                    <a:pt x="815" y="19"/>
                  </a:lnTo>
                  <a:lnTo>
                    <a:pt x="887" y="48"/>
                  </a:lnTo>
                  <a:lnTo>
                    <a:pt x="949" y="77"/>
                  </a:lnTo>
                  <a:lnTo>
                    <a:pt x="1021" y="125"/>
                  </a:lnTo>
                  <a:lnTo>
                    <a:pt x="1079" y="173"/>
                  </a:lnTo>
                  <a:lnTo>
                    <a:pt x="1127" y="231"/>
                  </a:lnTo>
                  <a:lnTo>
                    <a:pt x="1155" y="288"/>
                  </a:lnTo>
                  <a:lnTo>
                    <a:pt x="1179" y="336"/>
                  </a:lnTo>
                  <a:lnTo>
                    <a:pt x="1203" y="399"/>
                  </a:lnTo>
                  <a:lnTo>
                    <a:pt x="1218" y="471"/>
                  </a:lnTo>
                  <a:lnTo>
                    <a:pt x="1227" y="562"/>
                  </a:lnTo>
                  <a:lnTo>
                    <a:pt x="1213" y="658"/>
                  </a:lnTo>
                  <a:lnTo>
                    <a:pt x="1194" y="720"/>
                  </a:lnTo>
                  <a:lnTo>
                    <a:pt x="1170" y="773"/>
                  </a:lnTo>
                  <a:lnTo>
                    <a:pt x="1146" y="826"/>
                  </a:lnTo>
                  <a:lnTo>
                    <a:pt x="1107" y="874"/>
                  </a:lnTo>
                  <a:lnTo>
                    <a:pt x="1079" y="912"/>
                  </a:lnTo>
                  <a:lnTo>
                    <a:pt x="747" y="1239"/>
                  </a:lnTo>
                  <a:lnTo>
                    <a:pt x="795" y="1176"/>
                  </a:lnTo>
                  <a:lnTo>
                    <a:pt x="829" y="1133"/>
                  </a:lnTo>
                  <a:lnTo>
                    <a:pt x="858" y="1095"/>
                  </a:lnTo>
                  <a:lnTo>
                    <a:pt x="887" y="1042"/>
                  </a:lnTo>
                  <a:lnTo>
                    <a:pt x="791" y="1133"/>
                  </a:lnTo>
                  <a:lnTo>
                    <a:pt x="815" y="1071"/>
                  </a:lnTo>
                  <a:lnTo>
                    <a:pt x="834" y="1018"/>
                  </a:lnTo>
                  <a:lnTo>
                    <a:pt x="839" y="960"/>
                  </a:lnTo>
                  <a:lnTo>
                    <a:pt x="839" y="907"/>
                  </a:lnTo>
                  <a:lnTo>
                    <a:pt x="829" y="845"/>
                  </a:lnTo>
                  <a:lnTo>
                    <a:pt x="815" y="773"/>
                  </a:lnTo>
                  <a:lnTo>
                    <a:pt x="791" y="725"/>
                  </a:lnTo>
                  <a:lnTo>
                    <a:pt x="891" y="624"/>
                  </a:lnTo>
                  <a:lnTo>
                    <a:pt x="867" y="581"/>
                  </a:lnTo>
                  <a:lnTo>
                    <a:pt x="839" y="533"/>
                  </a:lnTo>
                  <a:lnTo>
                    <a:pt x="810" y="495"/>
                  </a:lnTo>
                  <a:lnTo>
                    <a:pt x="776" y="451"/>
                  </a:lnTo>
                  <a:lnTo>
                    <a:pt x="733" y="413"/>
                  </a:lnTo>
                  <a:lnTo>
                    <a:pt x="675" y="370"/>
                  </a:lnTo>
                  <a:lnTo>
                    <a:pt x="608" y="336"/>
                  </a:lnTo>
                  <a:lnTo>
                    <a:pt x="541" y="312"/>
                  </a:lnTo>
                  <a:lnTo>
                    <a:pt x="450" y="298"/>
                  </a:lnTo>
                  <a:lnTo>
                    <a:pt x="363" y="293"/>
                  </a:lnTo>
                  <a:lnTo>
                    <a:pt x="272" y="307"/>
                  </a:lnTo>
                  <a:lnTo>
                    <a:pt x="191" y="331"/>
                  </a:lnTo>
                  <a:lnTo>
                    <a:pt x="147" y="355"/>
                  </a:lnTo>
                  <a:lnTo>
                    <a:pt x="95" y="389"/>
                  </a:lnTo>
                  <a:lnTo>
                    <a:pt x="0" y="461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3" name="Freeform 104">
              <a:extLst>
                <a:ext uri="{FF2B5EF4-FFF2-40B4-BE49-F238E27FC236}">
                  <a16:creationId xmlns:a16="http://schemas.microsoft.com/office/drawing/2014/main" id="{806F3471-1795-4279-AC5A-0E661D23F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1095"/>
              <a:ext cx="715" cy="691"/>
            </a:xfrm>
            <a:custGeom>
              <a:avLst/>
              <a:gdLst>
                <a:gd name="T0" fmla="*/ 53 w 715"/>
                <a:gd name="T1" fmla="*/ 245 h 691"/>
                <a:gd name="T2" fmla="*/ 29 w 715"/>
                <a:gd name="T3" fmla="*/ 293 h 691"/>
                <a:gd name="T4" fmla="*/ 5 w 715"/>
                <a:gd name="T5" fmla="*/ 355 h 691"/>
                <a:gd name="T6" fmla="*/ 0 w 715"/>
                <a:gd name="T7" fmla="*/ 413 h 691"/>
                <a:gd name="T8" fmla="*/ 5 w 715"/>
                <a:gd name="T9" fmla="*/ 470 h 691"/>
                <a:gd name="T10" fmla="*/ 14 w 715"/>
                <a:gd name="T11" fmla="*/ 518 h 691"/>
                <a:gd name="T12" fmla="*/ 29 w 715"/>
                <a:gd name="T13" fmla="*/ 571 h 691"/>
                <a:gd name="T14" fmla="*/ 48 w 715"/>
                <a:gd name="T15" fmla="*/ 609 h 691"/>
                <a:gd name="T16" fmla="*/ 67 w 715"/>
                <a:gd name="T17" fmla="*/ 648 h 691"/>
                <a:gd name="T18" fmla="*/ 163 w 715"/>
                <a:gd name="T19" fmla="*/ 542 h 691"/>
                <a:gd name="T20" fmla="*/ 192 w 715"/>
                <a:gd name="T21" fmla="*/ 581 h 691"/>
                <a:gd name="T22" fmla="*/ 216 w 715"/>
                <a:gd name="T23" fmla="*/ 609 h 691"/>
                <a:gd name="T24" fmla="*/ 259 w 715"/>
                <a:gd name="T25" fmla="*/ 633 h 691"/>
                <a:gd name="T26" fmla="*/ 298 w 715"/>
                <a:gd name="T27" fmla="*/ 657 h 691"/>
                <a:gd name="T28" fmla="*/ 350 w 715"/>
                <a:gd name="T29" fmla="*/ 672 h 691"/>
                <a:gd name="T30" fmla="*/ 408 w 715"/>
                <a:gd name="T31" fmla="*/ 691 h 691"/>
                <a:gd name="T32" fmla="*/ 480 w 715"/>
                <a:gd name="T33" fmla="*/ 687 h 691"/>
                <a:gd name="T34" fmla="*/ 543 w 715"/>
                <a:gd name="T35" fmla="*/ 672 h 691"/>
                <a:gd name="T36" fmla="*/ 590 w 715"/>
                <a:gd name="T37" fmla="*/ 653 h 691"/>
                <a:gd name="T38" fmla="*/ 624 w 715"/>
                <a:gd name="T39" fmla="*/ 614 h 691"/>
                <a:gd name="T40" fmla="*/ 648 w 715"/>
                <a:gd name="T41" fmla="*/ 571 h 691"/>
                <a:gd name="T42" fmla="*/ 672 w 715"/>
                <a:gd name="T43" fmla="*/ 523 h 691"/>
                <a:gd name="T44" fmla="*/ 677 w 715"/>
                <a:gd name="T45" fmla="*/ 465 h 691"/>
                <a:gd name="T46" fmla="*/ 677 w 715"/>
                <a:gd name="T47" fmla="*/ 413 h 691"/>
                <a:gd name="T48" fmla="*/ 667 w 715"/>
                <a:gd name="T49" fmla="*/ 360 h 691"/>
                <a:gd name="T50" fmla="*/ 643 w 715"/>
                <a:gd name="T51" fmla="*/ 312 h 691"/>
                <a:gd name="T52" fmla="*/ 624 w 715"/>
                <a:gd name="T53" fmla="*/ 273 h 691"/>
                <a:gd name="T54" fmla="*/ 605 w 715"/>
                <a:gd name="T55" fmla="*/ 240 h 691"/>
                <a:gd name="T56" fmla="*/ 715 w 715"/>
                <a:gd name="T57" fmla="*/ 129 h 691"/>
                <a:gd name="T58" fmla="*/ 686 w 715"/>
                <a:gd name="T59" fmla="*/ 110 h 691"/>
                <a:gd name="T60" fmla="*/ 653 w 715"/>
                <a:gd name="T61" fmla="*/ 81 h 691"/>
                <a:gd name="T62" fmla="*/ 610 w 715"/>
                <a:gd name="T63" fmla="*/ 57 h 691"/>
                <a:gd name="T64" fmla="*/ 571 w 715"/>
                <a:gd name="T65" fmla="*/ 33 h 691"/>
                <a:gd name="T66" fmla="*/ 514 w 715"/>
                <a:gd name="T67" fmla="*/ 14 h 691"/>
                <a:gd name="T68" fmla="*/ 446 w 715"/>
                <a:gd name="T69" fmla="*/ 0 h 691"/>
                <a:gd name="T70" fmla="*/ 370 w 715"/>
                <a:gd name="T71" fmla="*/ 5 h 691"/>
                <a:gd name="T72" fmla="*/ 307 w 715"/>
                <a:gd name="T73" fmla="*/ 14 h 691"/>
                <a:gd name="T74" fmla="*/ 254 w 715"/>
                <a:gd name="T75" fmla="*/ 43 h 691"/>
                <a:gd name="T76" fmla="*/ 216 w 715"/>
                <a:gd name="T77" fmla="*/ 72 h 691"/>
                <a:gd name="T78" fmla="*/ 187 w 715"/>
                <a:gd name="T79" fmla="*/ 101 h 691"/>
                <a:gd name="T80" fmla="*/ 164 w 715"/>
                <a:gd name="T81" fmla="*/ 134 h 691"/>
                <a:gd name="T82" fmla="*/ 53 w 715"/>
                <a:gd name="T83" fmla="*/ 245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15" h="691">
                  <a:moveTo>
                    <a:pt x="53" y="245"/>
                  </a:moveTo>
                  <a:lnTo>
                    <a:pt x="29" y="293"/>
                  </a:lnTo>
                  <a:lnTo>
                    <a:pt x="5" y="355"/>
                  </a:lnTo>
                  <a:lnTo>
                    <a:pt x="0" y="413"/>
                  </a:lnTo>
                  <a:lnTo>
                    <a:pt x="5" y="470"/>
                  </a:lnTo>
                  <a:lnTo>
                    <a:pt x="14" y="518"/>
                  </a:lnTo>
                  <a:lnTo>
                    <a:pt x="29" y="571"/>
                  </a:lnTo>
                  <a:lnTo>
                    <a:pt x="48" y="609"/>
                  </a:lnTo>
                  <a:lnTo>
                    <a:pt x="67" y="648"/>
                  </a:lnTo>
                  <a:lnTo>
                    <a:pt x="163" y="542"/>
                  </a:lnTo>
                  <a:lnTo>
                    <a:pt x="192" y="581"/>
                  </a:lnTo>
                  <a:lnTo>
                    <a:pt x="216" y="609"/>
                  </a:lnTo>
                  <a:lnTo>
                    <a:pt x="259" y="633"/>
                  </a:lnTo>
                  <a:lnTo>
                    <a:pt x="298" y="657"/>
                  </a:lnTo>
                  <a:lnTo>
                    <a:pt x="350" y="672"/>
                  </a:lnTo>
                  <a:lnTo>
                    <a:pt x="408" y="691"/>
                  </a:lnTo>
                  <a:lnTo>
                    <a:pt x="480" y="687"/>
                  </a:lnTo>
                  <a:lnTo>
                    <a:pt x="543" y="672"/>
                  </a:lnTo>
                  <a:lnTo>
                    <a:pt x="590" y="653"/>
                  </a:lnTo>
                  <a:lnTo>
                    <a:pt x="624" y="614"/>
                  </a:lnTo>
                  <a:lnTo>
                    <a:pt x="648" y="571"/>
                  </a:lnTo>
                  <a:lnTo>
                    <a:pt x="672" y="523"/>
                  </a:lnTo>
                  <a:lnTo>
                    <a:pt x="677" y="465"/>
                  </a:lnTo>
                  <a:lnTo>
                    <a:pt x="677" y="413"/>
                  </a:lnTo>
                  <a:lnTo>
                    <a:pt x="667" y="360"/>
                  </a:lnTo>
                  <a:lnTo>
                    <a:pt x="643" y="312"/>
                  </a:lnTo>
                  <a:lnTo>
                    <a:pt x="624" y="273"/>
                  </a:lnTo>
                  <a:lnTo>
                    <a:pt x="605" y="240"/>
                  </a:lnTo>
                  <a:lnTo>
                    <a:pt x="715" y="129"/>
                  </a:lnTo>
                  <a:lnTo>
                    <a:pt x="686" y="110"/>
                  </a:lnTo>
                  <a:lnTo>
                    <a:pt x="653" y="81"/>
                  </a:lnTo>
                  <a:lnTo>
                    <a:pt x="610" y="57"/>
                  </a:lnTo>
                  <a:lnTo>
                    <a:pt x="571" y="33"/>
                  </a:lnTo>
                  <a:lnTo>
                    <a:pt x="514" y="14"/>
                  </a:lnTo>
                  <a:lnTo>
                    <a:pt x="446" y="0"/>
                  </a:lnTo>
                  <a:lnTo>
                    <a:pt x="370" y="5"/>
                  </a:lnTo>
                  <a:lnTo>
                    <a:pt x="307" y="14"/>
                  </a:lnTo>
                  <a:lnTo>
                    <a:pt x="254" y="43"/>
                  </a:lnTo>
                  <a:lnTo>
                    <a:pt x="216" y="72"/>
                  </a:lnTo>
                  <a:lnTo>
                    <a:pt x="187" y="101"/>
                  </a:lnTo>
                  <a:lnTo>
                    <a:pt x="164" y="134"/>
                  </a:lnTo>
                  <a:lnTo>
                    <a:pt x="53" y="245"/>
                  </a:lnTo>
                  <a:close/>
                </a:path>
              </a:pathLst>
            </a:custGeom>
            <a:gradFill rotWithShape="0">
              <a:gsLst>
                <a:gs pos="0">
                  <a:srgbClr val="6E582C"/>
                </a:gs>
                <a:gs pos="50000">
                  <a:srgbClr val="FFCC66"/>
                </a:gs>
                <a:gs pos="100000">
                  <a:srgbClr val="6E582C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84" name="Group 105">
            <a:extLst>
              <a:ext uri="{FF2B5EF4-FFF2-40B4-BE49-F238E27FC236}">
                <a16:creationId xmlns:a16="http://schemas.microsoft.com/office/drawing/2014/main" id="{8B5AA74B-A9E6-4EA1-B822-3D7012747FAC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5127625"/>
            <a:ext cx="857250" cy="322263"/>
            <a:chOff x="2800" y="578"/>
            <a:chExt cx="540" cy="203"/>
          </a:xfrm>
        </p:grpSpPr>
        <p:sp>
          <p:nvSpPr>
            <p:cNvPr id="4985" name="Freeform 106">
              <a:extLst>
                <a:ext uri="{FF2B5EF4-FFF2-40B4-BE49-F238E27FC236}">
                  <a16:creationId xmlns:a16="http://schemas.microsoft.com/office/drawing/2014/main" id="{5DFD74C1-348F-437E-AEDD-14647E703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581"/>
              <a:ext cx="195" cy="196"/>
            </a:xfrm>
            <a:custGeom>
              <a:avLst/>
              <a:gdLst>
                <a:gd name="T0" fmla="*/ 1347 w 1348"/>
                <a:gd name="T1" fmla="*/ 674 h 1347"/>
                <a:gd name="T2" fmla="*/ 1313 w 1348"/>
                <a:gd name="T3" fmla="*/ 466 h 1347"/>
                <a:gd name="T4" fmla="*/ 1218 w 1348"/>
                <a:gd name="T5" fmla="*/ 277 h 1347"/>
                <a:gd name="T6" fmla="*/ 1069 w 1348"/>
                <a:gd name="T7" fmla="*/ 128 h 1347"/>
                <a:gd name="T8" fmla="*/ 881 w 1348"/>
                <a:gd name="T9" fmla="*/ 33 h 1347"/>
                <a:gd name="T10" fmla="*/ 673 w 1348"/>
                <a:gd name="T11" fmla="*/ 0 h 1347"/>
                <a:gd name="T12" fmla="*/ 465 w 1348"/>
                <a:gd name="T13" fmla="*/ 33 h 1347"/>
                <a:gd name="T14" fmla="*/ 278 w 1348"/>
                <a:gd name="T15" fmla="*/ 128 h 1347"/>
                <a:gd name="T16" fmla="*/ 129 w 1348"/>
                <a:gd name="T17" fmla="*/ 277 h 1347"/>
                <a:gd name="T18" fmla="*/ 33 w 1348"/>
                <a:gd name="T19" fmla="*/ 466 h 1347"/>
                <a:gd name="T20" fmla="*/ 0 w 1348"/>
                <a:gd name="T21" fmla="*/ 674 h 1347"/>
                <a:gd name="T22" fmla="*/ 33 w 1348"/>
                <a:gd name="T23" fmla="*/ 882 h 1347"/>
                <a:gd name="T24" fmla="*/ 129 w 1348"/>
                <a:gd name="T25" fmla="*/ 1070 h 1347"/>
                <a:gd name="T26" fmla="*/ 278 w 1348"/>
                <a:gd name="T27" fmla="*/ 1219 h 1347"/>
                <a:gd name="T28" fmla="*/ 465 w 1348"/>
                <a:gd name="T29" fmla="*/ 1314 h 1347"/>
                <a:gd name="T30" fmla="*/ 673 w 1348"/>
                <a:gd name="T31" fmla="*/ 1347 h 1347"/>
                <a:gd name="T32" fmla="*/ 881 w 1348"/>
                <a:gd name="T33" fmla="*/ 1314 h 1347"/>
                <a:gd name="T34" fmla="*/ 1069 w 1348"/>
                <a:gd name="T35" fmla="*/ 1219 h 1347"/>
                <a:gd name="T36" fmla="*/ 1218 w 1348"/>
                <a:gd name="T37" fmla="*/ 1070 h 1347"/>
                <a:gd name="T38" fmla="*/ 1313 w 1348"/>
                <a:gd name="T39" fmla="*/ 882 h 1347"/>
                <a:gd name="T40" fmla="*/ 1347 w 1348"/>
                <a:gd name="T41" fmla="*/ 674 h 1347"/>
                <a:gd name="T42" fmla="*/ 1348 w 1348"/>
                <a:gd name="T43" fmla="*/ 67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8" h="1347">
                  <a:moveTo>
                    <a:pt x="1347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5" y="33"/>
                  </a:lnTo>
                  <a:lnTo>
                    <a:pt x="278" y="128"/>
                  </a:lnTo>
                  <a:lnTo>
                    <a:pt x="129" y="277"/>
                  </a:lnTo>
                  <a:lnTo>
                    <a:pt x="33" y="466"/>
                  </a:lnTo>
                  <a:lnTo>
                    <a:pt x="0" y="674"/>
                  </a:lnTo>
                  <a:lnTo>
                    <a:pt x="33" y="882"/>
                  </a:lnTo>
                  <a:lnTo>
                    <a:pt x="129" y="1070"/>
                  </a:lnTo>
                  <a:lnTo>
                    <a:pt x="278" y="1219"/>
                  </a:lnTo>
                  <a:lnTo>
                    <a:pt x="465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7" y="674"/>
                  </a:lnTo>
                  <a:lnTo>
                    <a:pt x="1348" y="674"/>
                  </a:lnTo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86" name="Freeform 107">
              <a:extLst>
                <a:ext uri="{FF2B5EF4-FFF2-40B4-BE49-F238E27FC236}">
                  <a16:creationId xmlns:a16="http://schemas.microsoft.com/office/drawing/2014/main" id="{F2DA2DBE-5AC9-4AB2-A3F4-ACB79AA05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581"/>
              <a:ext cx="198" cy="200"/>
            </a:xfrm>
            <a:custGeom>
              <a:avLst/>
              <a:gdLst>
                <a:gd name="T0" fmla="*/ 108 w 273"/>
                <a:gd name="T1" fmla="*/ 0 h 276"/>
                <a:gd name="T2" fmla="*/ 96 w 273"/>
                <a:gd name="T3" fmla="*/ 36 h 276"/>
                <a:gd name="T4" fmla="*/ 101 w 273"/>
                <a:gd name="T5" fmla="*/ 67 h 276"/>
                <a:gd name="T6" fmla="*/ 113 w 273"/>
                <a:gd name="T7" fmla="*/ 101 h 276"/>
                <a:gd name="T8" fmla="*/ 134 w 273"/>
                <a:gd name="T9" fmla="*/ 132 h 276"/>
                <a:gd name="T10" fmla="*/ 163 w 273"/>
                <a:gd name="T11" fmla="*/ 151 h 276"/>
                <a:gd name="T12" fmla="*/ 189 w 273"/>
                <a:gd name="T13" fmla="*/ 165 h 276"/>
                <a:gd name="T14" fmla="*/ 221 w 273"/>
                <a:gd name="T15" fmla="*/ 170 h 276"/>
                <a:gd name="T16" fmla="*/ 273 w 273"/>
                <a:gd name="T17" fmla="*/ 170 h 276"/>
                <a:gd name="T18" fmla="*/ 259 w 273"/>
                <a:gd name="T19" fmla="*/ 206 h 276"/>
                <a:gd name="T20" fmla="*/ 235 w 273"/>
                <a:gd name="T21" fmla="*/ 238 h 276"/>
                <a:gd name="T22" fmla="*/ 206 w 273"/>
                <a:gd name="T23" fmla="*/ 262 h 276"/>
                <a:gd name="T24" fmla="*/ 170 w 273"/>
                <a:gd name="T25" fmla="*/ 276 h 276"/>
                <a:gd name="T26" fmla="*/ 120 w 273"/>
                <a:gd name="T27" fmla="*/ 274 h 276"/>
                <a:gd name="T28" fmla="*/ 84 w 273"/>
                <a:gd name="T29" fmla="*/ 262 h 276"/>
                <a:gd name="T30" fmla="*/ 55 w 273"/>
                <a:gd name="T31" fmla="*/ 242 h 276"/>
                <a:gd name="T32" fmla="*/ 33 w 273"/>
                <a:gd name="T33" fmla="*/ 223 h 276"/>
                <a:gd name="T34" fmla="*/ 9 w 273"/>
                <a:gd name="T35" fmla="*/ 189 h 276"/>
                <a:gd name="T36" fmla="*/ 0 w 273"/>
                <a:gd name="T37" fmla="*/ 156 h 276"/>
                <a:gd name="T38" fmla="*/ 0 w 273"/>
                <a:gd name="T39" fmla="*/ 110 h 276"/>
                <a:gd name="T40" fmla="*/ 14 w 273"/>
                <a:gd name="T41" fmla="*/ 74 h 276"/>
                <a:gd name="T42" fmla="*/ 31 w 273"/>
                <a:gd name="T43" fmla="*/ 45 h 276"/>
                <a:gd name="T44" fmla="*/ 67 w 273"/>
                <a:gd name="T45" fmla="*/ 17 h 276"/>
                <a:gd name="T46" fmla="*/ 108 w 273"/>
                <a:gd name="T47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3" h="276">
                  <a:moveTo>
                    <a:pt x="108" y="0"/>
                  </a:moveTo>
                  <a:lnTo>
                    <a:pt x="96" y="36"/>
                  </a:lnTo>
                  <a:lnTo>
                    <a:pt x="101" y="67"/>
                  </a:lnTo>
                  <a:lnTo>
                    <a:pt x="113" y="101"/>
                  </a:lnTo>
                  <a:lnTo>
                    <a:pt x="134" y="132"/>
                  </a:lnTo>
                  <a:lnTo>
                    <a:pt x="163" y="151"/>
                  </a:lnTo>
                  <a:lnTo>
                    <a:pt x="189" y="165"/>
                  </a:lnTo>
                  <a:lnTo>
                    <a:pt x="221" y="170"/>
                  </a:lnTo>
                  <a:lnTo>
                    <a:pt x="273" y="170"/>
                  </a:lnTo>
                  <a:lnTo>
                    <a:pt x="259" y="206"/>
                  </a:lnTo>
                  <a:lnTo>
                    <a:pt x="235" y="238"/>
                  </a:lnTo>
                  <a:lnTo>
                    <a:pt x="206" y="262"/>
                  </a:lnTo>
                  <a:lnTo>
                    <a:pt x="170" y="276"/>
                  </a:lnTo>
                  <a:lnTo>
                    <a:pt x="120" y="274"/>
                  </a:lnTo>
                  <a:lnTo>
                    <a:pt x="84" y="262"/>
                  </a:lnTo>
                  <a:lnTo>
                    <a:pt x="55" y="242"/>
                  </a:lnTo>
                  <a:lnTo>
                    <a:pt x="33" y="223"/>
                  </a:lnTo>
                  <a:lnTo>
                    <a:pt x="9" y="189"/>
                  </a:lnTo>
                  <a:lnTo>
                    <a:pt x="0" y="156"/>
                  </a:lnTo>
                  <a:lnTo>
                    <a:pt x="0" y="110"/>
                  </a:lnTo>
                  <a:lnTo>
                    <a:pt x="14" y="74"/>
                  </a:lnTo>
                  <a:lnTo>
                    <a:pt x="31" y="45"/>
                  </a:lnTo>
                  <a:lnTo>
                    <a:pt x="67" y="17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5F5F00"/>
                </a:gs>
                <a:gs pos="50000">
                  <a:srgbClr val="FFFF00"/>
                </a:gs>
                <a:gs pos="100000">
                  <a:srgbClr val="5F5F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" name="Freeform 108">
              <a:extLst>
                <a:ext uri="{FF2B5EF4-FFF2-40B4-BE49-F238E27FC236}">
                  <a16:creationId xmlns:a16="http://schemas.microsoft.com/office/drawing/2014/main" id="{CBD0ADC5-633B-4C22-B278-E0528226B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578"/>
              <a:ext cx="195" cy="196"/>
            </a:xfrm>
            <a:custGeom>
              <a:avLst/>
              <a:gdLst>
                <a:gd name="T0" fmla="*/ 1346 w 1347"/>
                <a:gd name="T1" fmla="*/ 674 h 1347"/>
                <a:gd name="T2" fmla="*/ 1313 w 1347"/>
                <a:gd name="T3" fmla="*/ 466 h 1347"/>
                <a:gd name="T4" fmla="*/ 1218 w 1347"/>
                <a:gd name="T5" fmla="*/ 277 h 1347"/>
                <a:gd name="T6" fmla="*/ 1069 w 1347"/>
                <a:gd name="T7" fmla="*/ 128 h 1347"/>
                <a:gd name="T8" fmla="*/ 881 w 1347"/>
                <a:gd name="T9" fmla="*/ 33 h 1347"/>
                <a:gd name="T10" fmla="*/ 673 w 1347"/>
                <a:gd name="T11" fmla="*/ 0 h 1347"/>
                <a:gd name="T12" fmla="*/ 464 w 1347"/>
                <a:gd name="T13" fmla="*/ 33 h 1347"/>
                <a:gd name="T14" fmla="*/ 277 w 1347"/>
                <a:gd name="T15" fmla="*/ 128 h 1347"/>
                <a:gd name="T16" fmla="*/ 128 w 1347"/>
                <a:gd name="T17" fmla="*/ 277 h 1347"/>
                <a:gd name="T18" fmla="*/ 32 w 1347"/>
                <a:gd name="T19" fmla="*/ 466 h 1347"/>
                <a:gd name="T20" fmla="*/ 0 w 1347"/>
                <a:gd name="T21" fmla="*/ 674 h 1347"/>
                <a:gd name="T22" fmla="*/ 32 w 1347"/>
                <a:gd name="T23" fmla="*/ 882 h 1347"/>
                <a:gd name="T24" fmla="*/ 128 w 1347"/>
                <a:gd name="T25" fmla="*/ 1070 h 1347"/>
                <a:gd name="T26" fmla="*/ 277 w 1347"/>
                <a:gd name="T27" fmla="*/ 1219 h 1347"/>
                <a:gd name="T28" fmla="*/ 464 w 1347"/>
                <a:gd name="T29" fmla="*/ 1314 h 1347"/>
                <a:gd name="T30" fmla="*/ 673 w 1347"/>
                <a:gd name="T31" fmla="*/ 1347 h 1347"/>
                <a:gd name="T32" fmla="*/ 881 w 1347"/>
                <a:gd name="T33" fmla="*/ 1314 h 1347"/>
                <a:gd name="T34" fmla="*/ 1069 w 1347"/>
                <a:gd name="T35" fmla="*/ 1219 h 1347"/>
                <a:gd name="T36" fmla="*/ 1218 w 1347"/>
                <a:gd name="T37" fmla="*/ 1070 h 1347"/>
                <a:gd name="T38" fmla="*/ 1313 w 1347"/>
                <a:gd name="T39" fmla="*/ 882 h 1347"/>
                <a:gd name="T40" fmla="*/ 1346 w 1347"/>
                <a:gd name="T41" fmla="*/ 674 h 1347"/>
                <a:gd name="T42" fmla="*/ 1347 w 1347"/>
                <a:gd name="T43" fmla="*/ 67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7" h="1347">
                  <a:moveTo>
                    <a:pt x="1346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4" y="33"/>
                  </a:lnTo>
                  <a:lnTo>
                    <a:pt x="277" y="128"/>
                  </a:lnTo>
                  <a:lnTo>
                    <a:pt x="128" y="277"/>
                  </a:lnTo>
                  <a:lnTo>
                    <a:pt x="32" y="466"/>
                  </a:lnTo>
                  <a:lnTo>
                    <a:pt x="0" y="674"/>
                  </a:lnTo>
                  <a:lnTo>
                    <a:pt x="32" y="882"/>
                  </a:lnTo>
                  <a:lnTo>
                    <a:pt x="128" y="1070"/>
                  </a:lnTo>
                  <a:lnTo>
                    <a:pt x="277" y="1219"/>
                  </a:lnTo>
                  <a:lnTo>
                    <a:pt x="464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6" y="674"/>
                  </a:lnTo>
                  <a:lnTo>
                    <a:pt x="1347" y="674"/>
                  </a:lnTo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88" name="Freeform 109">
              <a:extLst>
                <a:ext uri="{FF2B5EF4-FFF2-40B4-BE49-F238E27FC236}">
                  <a16:creationId xmlns:a16="http://schemas.microsoft.com/office/drawing/2014/main" id="{45EF91D4-04AF-4F9D-BE2C-4574CAC9F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580"/>
              <a:ext cx="195" cy="197"/>
            </a:xfrm>
            <a:custGeom>
              <a:avLst/>
              <a:gdLst>
                <a:gd name="T0" fmla="*/ 103 w 269"/>
                <a:gd name="T1" fmla="*/ 0 h 271"/>
                <a:gd name="T2" fmla="*/ 96 w 269"/>
                <a:gd name="T3" fmla="*/ 34 h 271"/>
                <a:gd name="T4" fmla="*/ 101 w 269"/>
                <a:gd name="T5" fmla="*/ 65 h 271"/>
                <a:gd name="T6" fmla="*/ 113 w 269"/>
                <a:gd name="T7" fmla="*/ 99 h 271"/>
                <a:gd name="T8" fmla="*/ 134 w 269"/>
                <a:gd name="T9" fmla="*/ 130 h 271"/>
                <a:gd name="T10" fmla="*/ 163 w 269"/>
                <a:gd name="T11" fmla="*/ 149 h 271"/>
                <a:gd name="T12" fmla="*/ 189 w 269"/>
                <a:gd name="T13" fmla="*/ 163 h 271"/>
                <a:gd name="T14" fmla="*/ 221 w 269"/>
                <a:gd name="T15" fmla="*/ 168 h 271"/>
                <a:gd name="T16" fmla="*/ 269 w 269"/>
                <a:gd name="T17" fmla="*/ 168 h 271"/>
                <a:gd name="T18" fmla="*/ 254 w 269"/>
                <a:gd name="T19" fmla="*/ 199 h 271"/>
                <a:gd name="T20" fmla="*/ 230 w 269"/>
                <a:gd name="T21" fmla="*/ 231 h 271"/>
                <a:gd name="T22" fmla="*/ 199 w 269"/>
                <a:gd name="T23" fmla="*/ 255 h 271"/>
                <a:gd name="T24" fmla="*/ 163 w 269"/>
                <a:gd name="T25" fmla="*/ 269 h 271"/>
                <a:gd name="T26" fmla="*/ 120 w 269"/>
                <a:gd name="T27" fmla="*/ 271 h 271"/>
                <a:gd name="T28" fmla="*/ 86 w 269"/>
                <a:gd name="T29" fmla="*/ 262 h 271"/>
                <a:gd name="T30" fmla="*/ 55 w 269"/>
                <a:gd name="T31" fmla="*/ 240 h 271"/>
                <a:gd name="T32" fmla="*/ 33 w 269"/>
                <a:gd name="T33" fmla="*/ 221 h 271"/>
                <a:gd name="T34" fmla="*/ 9 w 269"/>
                <a:gd name="T35" fmla="*/ 187 h 271"/>
                <a:gd name="T36" fmla="*/ 0 w 269"/>
                <a:gd name="T37" fmla="*/ 154 h 271"/>
                <a:gd name="T38" fmla="*/ 0 w 269"/>
                <a:gd name="T39" fmla="*/ 113 h 271"/>
                <a:gd name="T40" fmla="*/ 9 w 269"/>
                <a:gd name="T41" fmla="*/ 72 h 271"/>
                <a:gd name="T42" fmla="*/ 31 w 269"/>
                <a:gd name="T43" fmla="*/ 43 h 271"/>
                <a:gd name="T44" fmla="*/ 62 w 269"/>
                <a:gd name="T45" fmla="*/ 15 h 271"/>
                <a:gd name="T46" fmla="*/ 103 w 269"/>
                <a:gd name="T4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9" h="271">
                  <a:moveTo>
                    <a:pt x="103" y="0"/>
                  </a:moveTo>
                  <a:lnTo>
                    <a:pt x="96" y="34"/>
                  </a:lnTo>
                  <a:lnTo>
                    <a:pt x="101" y="65"/>
                  </a:lnTo>
                  <a:lnTo>
                    <a:pt x="113" y="99"/>
                  </a:lnTo>
                  <a:lnTo>
                    <a:pt x="134" y="130"/>
                  </a:lnTo>
                  <a:lnTo>
                    <a:pt x="163" y="149"/>
                  </a:lnTo>
                  <a:lnTo>
                    <a:pt x="189" y="163"/>
                  </a:lnTo>
                  <a:lnTo>
                    <a:pt x="221" y="168"/>
                  </a:lnTo>
                  <a:lnTo>
                    <a:pt x="269" y="168"/>
                  </a:lnTo>
                  <a:lnTo>
                    <a:pt x="254" y="199"/>
                  </a:lnTo>
                  <a:lnTo>
                    <a:pt x="230" y="231"/>
                  </a:lnTo>
                  <a:lnTo>
                    <a:pt x="199" y="255"/>
                  </a:lnTo>
                  <a:lnTo>
                    <a:pt x="163" y="269"/>
                  </a:lnTo>
                  <a:lnTo>
                    <a:pt x="120" y="271"/>
                  </a:lnTo>
                  <a:lnTo>
                    <a:pt x="86" y="262"/>
                  </a:lnTo>
                  <a:lnTo>
                    <a:pt x="55" y="240"/>
                  </a:lnTo>
                  <a:lnTo>
                    <a:pt x="33" y="221"/>
                  </a:lnTo>
                  <a:lnTo>
                    <a:pt x="9" y="187"/>
                  </a:lnTo>
                  <a:lnTo>
                    <a:pt x="0" y="154"/>
                  </a:lnTo>
                  <a:lnTo>
                    <a:pt x="0" y="113"/>
                  </a:lnTo>
                  <a:lnTo>
                    <a:pt x="9" y="72"/>
                  </a:lnTo>
                  <a:lnTo>
                    <a:pt x="31" y="43"/>
                  </a:lnTo>
                  <a:lnTo>
                    <a:pt x="62" y="15"/>
                  </a:lnTo>
                  <a:lnTo>
                    <a:pt x="103" y="0"/>
                  </a:lnTo>
                  <a:close/>
                </a:path>
              </a:pathLst>
            </a:custGeom>
            <a:gradFill rotWithShape="0">
              <a:gsLst>
                <a:gs pos="0">
                  <a:srgbClr val="696900"/>
                </a:gs>
                <a:gs pos="50000">
                  <a:srgbClr val="FFFF00"/>
                </a:gs>
                <a:gs pos="100000">
                  <a:srgbClr val="6969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89" name="Group 110">
            <a:extLst>
              <a:ext uri="{FF2B5EF4-FFF2-40B4-BE49-F238E27FC236}">
                <a16:creationId xmlns:a16="http://schemas.microsoft.com/office/drawing/2014/main" id="{EC465E66-BA9D-4582-BC20-D7CF97A988E6}"/>
              </a:ext>
            </a:extLst>
          </p:cNvPr>
          <p:cNvGrpSpPr>
            <a:grpSpLocks/>
          </p:cNvGrpSpPr>
          <p:nvPr/>
        </p:nvGrpSpPr>
        <p:grpSpPr bwMode="auto">
          <a:xfrm>
            <a:off x="1570038" y="4448175"/>
            <a:ext cx="5688012" cy="1609725"/>
            <a:chOff x="1038" y="2967"/>
            <a:chExt cx="3583" cy="1014"/>
          </a:xfrm>
        </p:grpSpPr>
        <p:grpSp>
          <p:nvGrpSpPr>
            <p:cNvPr id="4990" name="Group 111">
              <a:extLst>
                <a:ext uri="{FF2B5EF4-FFF2-40B4-BE49-F238E27FC236}">
                  <a16:creationId xmlns:a16="http://schemas.microsoft.com/office/drawing/2014/main" id="{1230106E-AE9D-46BF-B1AE-FCF233AB8D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7" y="2993"/>
              <a:ext cx="1864" cy="988"/>
              <a:chOff x="3169" y="1299"/>
              <a:chExt cx="1864" cy="988"/>
            </a:xfrm>
          </p:grpSpPr>
          <p:grpSp>
            <p:nvGrpSpPr>
              <p:cNvPr id="4991" name="Group 112">
                <a:extLst>
                  <a:ext uri="{FF2B5EF4-FFF2-40B4-BE49-F238E27FC236}">
                    <a16:creationId xmlns:a16="http://schemas.microsoft.com/office/drawing/2014/main" id="{01616F6C-2E7E-417E-9BC3-1F963C3E1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67" y="1300"/>
                <a:ext cx="1066" cy="987"/>
                <a:chOff x="2769" y="2291"/>
                <a:chExt cx="1470" cy="1361"/>
              </a:xfrm>
            </p:grpSpPr>
            <p:sp>
              <p:nvSpPr>
                <p:cNvPr id="4992" name="Freeform 113">
                  <a:extLst>
                    <a:ext uri="{FF2B5EF4-FFF2-40B4-BE49-F238E27FC236}">
                      <a16:creationId xmlns:a16="http://schemas.microsoft.com/office/drawing/2014/main" id="{7E5E6800-AF6B-4302-AE20-02A1C7BE3F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570"/>
                  <a:ext cx="999" cy="350"/>
                </a:xfrm>
                <a:custGeom>
                  <a:avLst/>
                  <a:gdLst>
                    <a:gd name="T0" fmla="*/ 999 w 999"/>
                    <a:gd name="T1" fmla="*/ 350 h 350"/>
                    <a:gd name="T2" fmla="*/ 968 w 999"/>
                    <a:gd name="T3" fmla="*/ 273 h 350"/>
                    <a:gd name="T4" fmla="*/ 915 w 999"/>
                    <a:gd name="T5" fmla="*/ 182 h 350"/>
                    <a:gd name="T6" fmla="*/ 852 w 999"/>
                    <a:gd name="T7" fmla="*/ 129 h 350"/>
                    <a:gd name="T8" fmla="*/ 771 w 999"/>
                    <a:gd name="T9" fmla="*/ 62 h 350"/>
                    <a:gd name="T10" fmla="*/ 689 w 999"/>
                    <a:gd name="T11" fmla="*/ 28 h 350"/>
                    <a:gd name="T12" fmla="*/ 617 w 999"/>
                    <a:gd name="T13" fmla="*/ 9 h 350"/>
                    <a:gd name="T14" fmla="*/ 516 w 999"/>
                    <a:gd name="T15" fmla="*/ 0 h 350"/>
                    <a:gd name="T16" fmla="*/ 406 w 999"/>
                    <a:gd name="T17" fmla="*/ 9 h 350"/>
                    <a:gd name="T18" fmla="*/ 315 w 999"/>
                    <a:gd name="T19" fmla="*/ 28 h 350"/>
                    <a:gd name="T20" fmla="*/ 237 w 999"/>
                    <a:gd name="T21" fmla="*/ 81 h 350"/>
                    <a:gd name="T22" fmla="*/ 162 w 999"/>
                    <a:gd name="T23" fmla="*/ 132 h 350"/>
                    <a:gd name="T24" fmla="*/ 95 w 999"/>
                    <a:gd name="T25" fmla="*/ 195 h 350"/>
                    <a:gd name="T26" fmla="*/ 41 w 999"/>
                    <a:gd name="T27" fmla="*/ 269 h 350"/>
                    <a:gd name="T28" fmla="*/ 0 w 999"/>
                    <a:gd name="T29" fmla="*/ 350 h 350"/>
                    <a:gd name="T30" fmla="*/ 0 w 999"/>
                    <a:gd name="T31" fmla="*/ 350 h 3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999" h="350">
                      <a:moveTo>
                        <a:pt x="999" y="350"/>
                      </a:moveTo>
                      <a:lnTo>
                        <a:pt x="968" y="273"/>
                      </a:lnTo>
                      <a:lnTo>
                        <a:pt x="915" y="182"/>
                      </a:lnTo>
                      <a:lnTo>
                        <a:pt x="852" y="129"/>
                      </a:lnTo>
                      <a:lnTo>
                        <a:pt x="771" y="62"/>
                      </a:lnTo>
                      <a:lnTo>
                        <a:pt x="689" y="28"/>
                      </a:lnTo>
                      <a:lnTo>
                        <a:pt x="617" y="9"/>
                      </a:lnTo>
                      <a:lnTo>
                        <a:pt x="516" y="0"/>
                      </a:lnTo>
                      <a:lnTo>
                        <a:pt x="406" y="9"/>
                      </a:lnTo>
                      <a:lnTo>
                        <a:pt x="315" y="28"/>
                      </a:lnTo>
                      <a:lnTo>
                        <a:pt x="237" y="81"/>
                      </a:lnTo>
                      <a:lnTo>
                        <a:pt x="162" y="132"/>
                      </a:lnTo>
                      <a:lnTo>
                        <a:pt x="95" y="195"/>
                      </a:lnTo>
                      <a:lnTo>
                        <a:pt x="41" y="269"/>
                      </a:lnTo>
                      <a:lnTo>
                        <a:pt x="0" y="350"/>
                      </a:lnTo>
                    </a:path>
                  </a:pathLst>
                </a:custGeom>
                <a:gradFill rotWithShape="0">
                  <a:gsLst>
                    <a:gs pos="0">
                      <a:srgbClr val="FF99FF"/>
                    </a:gs>
                    <a:gs pos="100000">
                      <a:srgbClr val="DC84DC"/>
                    </a:gs>
                  </a:gsLst>
                  <a:lin ang="54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3" name="Freeform 114">
                  <a:extLst>
                    <a:ext uri="{FF2B5EF4-FFF2-40B4-BE49-F238E27FC236}">
                      <a16:creationId xmlns:a16="http://schemas.microsoft.com/office/drawing/2014/main" id="{76AE760E-8FE2-41EA-9FB0-A11DC36804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7" y="3238"/>
                  <a:ext cx="986" cy="414"/>
                </a:xfrm>
                <a:custGeom>
                  <a:avLst/>
                  <a:gdLst>
                    <a:gd name="T0" fmla="*/ 210 w 986"/>
                    <a:gd name="T1" fmla="*/ 0 h 414"/>
                    <a:gd name="T2" fmla="*/ 0 w 986"/>
                    <a:gd name="T3" fmla="*/ 189 h 414"/>
                    <a:gd name="T4" fmla="*/ 94 w 986"/>
                    <a:gd name="T5" fmla="*/ 276 h 414"/>
                    <a:gd name="T6" fmla="*/ 154 w 986"/>
                    <a:gd name="T7" fmla="*/ 314 h 414"/>
                    <a:gd name="T8" fmla="*/ 238 w 986"/>
                    <a:gd name="T9" fmla="*/ 363 h 414"/>
                    <a:gd name="T10" fmla="*/ 327 w 986"/>
                    <a:gd name="T11" fmla="*/ 396 h 414"/>
                    <a:gd name="T12" fmla="*/ 426 w 986"/>
                    <a:gd name="T13" fmla="*/ 414 h 414"/>
                    <a:gd name="T14" fmla="*/ 523 w 986"/>
                    <a:gd name="T15" fmla="*/ 413 h 414"/>
                    <a:gd name="T16" fmla="*/ 625 w 986"/>
                    <a:gd name="T17" fmla="*/ 396 h 414"/>
                    <a:gd name="T18" fmla="*/ 721 w 986"/>
                    <a:gd name="T19" fmla="*/ 362 h 414"/>
                    <a:gd name="T20" fmla="*/ 807 w 986"/>
                    <a:gd name="T21" fmla="*/ 309 h 414"/>
                    <a:gd name="T22" fmla="*/ 865 w 986"/>
                    <a:gd name="T23" fmla="*/ 243 h 414"/>
                    <a:gd name="T24" fmla="*/ 924 w 986"/>
                    <a:gd name="T25" fmla="*/ 166 h 414"/>
                    <a:gd name="T26" fmla="*/ 986 w 986"/>
                    <a:gd name="T27" fmla="*/ 76 h 414"/>
                    <a:gd name="T28" fmla="*/ 969 w 986"/>
                    <a:gd name="T29" fmla="*/ 79 h 4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86" h="414">
                      <a:moveTo>
                        <a:pt x="210" y="0"/>
                      </a:moveTo>
                      <a:lnTo>
                        <a:pt x="0" y="189"/>
                      </a:lnTo>
                      <a:lnTo>
                        <a:pt x="94" y="276"/>
                      </a:lnTo>
                      <a:lnTo>
                        <a:pt x="154" y="314"/>
                      </a:lnTo>
                      <a:lnTo>
                        <a:pt x="238" y="363"/>
                      </a:lnTo>
                      <a:lnTo>
                        <a:pt x="327" y="396"/>
                      </a:lnTo>
                      <a:lnTo>
                        <a:pt x="426" y="414"/>
                      </a:lnTo>
                      <a:lnTo>
                        <a:pt x="523" y="413"/>
                      </a:lnTo>
                      <a:lnTo>
                        <a:pt x="625" y="396"/>
                      </a:lnTo>
                      <a:lnTo>
                        <a:pt x="721" y="362"/>
                      </a:lnTo>
                      <a:lnTo>
                        <a:pt x="807" y="309"/>
                      </a:lnTo>
                      <a:lnTo>
                        <a:pt x="865" y="243"/>
                      </a:lnTo>
                      <a:lnTo>
                        <a:pt x="924" y="166"/>
                      </a:lnTo>
                      <a:lnTo>
                        <a:pt x="986" y="76"/>
                      </a:lnTo>
                      <a:lnTo>
                        <a:pt x="969" y="79"/>
                      </a:lnTo>
                    </a:path>
                  </a:pathLst>
                </a:custGeom>
                <a:gradFill rotWithShape="0">
                  <a:gsLst>
                    <a:gs pos="0">
                      <a:srgbClr val="B96FB9"/>
                    </a:gs>
                    <a:gs pos="100000">
                      <a:srgbClr val="FF99FF"/>
                    </a:gs>
                  </a:gsLst>
                  <a:lin ang="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4" name="Freeform 115">
                  <a:extLst>
                    <a:ext uri="{FF2B5EF4-FFF2-40B4-BE49-F238E27FC236}">
                      <a16:creationId xmlns:a16="http://schemas.microsoft.com/office/drawing/2014/main" id="{BE47931F-A5B1-47A3-9E78-F79AE7430F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9" y="3012"/>
                  <a:ext cx="284" cy="422"/>
                </a:xfrm>
                <a:custGeom>
                  <a:avLst/>
                  <a:gdLst>
                    <a:gd name="T0" fmla="*/ 37 w 284"/>
                    <a:gd name="T1" fmla="*/ 0 h 422"/>
                    <a:gd name="T2" fmla="*/ 277 w 284"/>
                    <a:gd name="T3" fmla="*/ 8 h 422"/>
                    <a:gd name="T4" fmla="*/ 255 w 284"/>
                    <a:gd name="T5" fmla="*/ 51 h 422"/>
                    <a:gd name="T6" fmla="*/ 226 w 284"/>
                    <a:gd name="T7" fmla="*/ 110 h 422"/>
                    <a:gd name="T8" fmla="*/ 219 w 284"/>
                    <a:gd name="T9" fmla="*/ 190 h 422"/>
                    <a:gd name="T10" fmla="*/ 226 w 284"/>
                    <a:gd name="T11" fmla="*/ 262 h 422"/>
                    <a:gd name="T12" fmla="*/ 248 w 284"/>
                    <a:gd name="T13" fmla="*/ 342 h 422"/>
                    <a:gd name="T14" fmla="*/ 284 w 284"/>
                    <a:gd name="T15" fmla="*/ 415 h 422"/>
                    <a:gd name="T16" fmla="*/ 59 w 284"/>
                    <a:gd name="T17" fmla="*/ 422 h 422"/>
                    <a:gd name="T18" fmla="*/ 22 w 284"/>
                    <a:gd name="T19" fmla="*/ 350 h 422"/>
                    <a:gd name="T20" fmla="*/ 8 w 284"/>
                    <a:gd name="T21" fmla="*/ 291 h 422"/>
                    <a:gd name="T22" fmla="*/ 0 w 284"/>
                    <a:gd name="T23" fmla="*/ 197 h 422"/>
                    <a:gd name="T24" fmla="*/ 8 w 284"/>
                    <a:gd name="T25" fmla="*/ 131 h 422"/>
                    <a:gd name="T26" fmla="*/ 22 w 284"/>
                    <a:gd name="T27" fmla="*/ 66 h 422"/>
                    <a:gd name="T28" fmla="*/ 37 w 284"/>
                    <a:gd name="T29" fmla="*/ 0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84" h="422">
                      <a:moveTo>
                        <a:pt x="37" y="0"/>
                      </a:moveTo>
                      <a:lnTo>
                        <a:pt x="277" y="8"/>
                      </a:lnTo>
                      <a:lnTo>
                        <a:pt x="255" y="51"/>
                      </a:lnTo>
                      <a:lnTo>
                        <a:pt x="226" y="110"/>
                      </a:lnTo>
                      <a:lnTo>
                        <a:pt x="219" y="190"/>
                      </a:lnTo>
                      <a:lnTo>
                        <a:pt x="226" y="262"/>
                      </a:lnTo>
                      <a:lnTo>
                        <a:pt x="248" y="342"/>
                      </a:lnTo>
                      <a:lnTo>
                        <a:pt x="284" y="415"/>
                      </a:lnTo>
                      <a:lnTo>
                        <a:pt x="59" y="422"/>
                      </a:lnTo>
                      <a:lnTo>
                        <a:pt x="22" y="350"/>
                      </a:lnTo>
                      <a:lnTo>
                        <a:pt x="8" y="291"/>
                      </a:lnTo>
                      <a:lnTo>
                        <a:pt x="0" y="197"/>
                      </a:lnTo>
                      <a:lnTo>
                        <a:pt x="8" y="131"/>
                      </a:lnTo>
                      <a:lnTo>
                        <a:pt x="22" y="66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CC99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95" name="Freeform 116">
                  <a:extLst>
                    <a:ext uri="{FF2B5EF4-FFF2-40B4-BE49-F238E27FC236}">
                      <a16:creationId xmlns:a16="http://schemas.microsoft.com/office/drawing/2014/main" id="{6B311786-8319-4454-9CB1-8CF73FD06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2" y="3012"/>
                  <a:ext cx="298" cy="408"/>
                </a:xfrm>
                <a:custGeom>
                  <a:avLst/>
                  <a:gdLst>
                    <a:gd name="T0" fmla="*/ 1 w 298"/>
                    <a:gd name="T1" fmla="*/ 0 h 408"/>
                    <a:gd name="T2" fmla="*/ 53 w 298"/>
                    <a:gd name="T3" fmla="*/ 73 h 408"/>
                    <a:gd name="T4" fmla="*/ 80 w 298"/>
                    <a:gd name="T5" fmla="*/ 131 h 408"/>
                    <a:gd name="T6" fmla="*/ 87 w 298"/>
                    <a:gd name="T7" fmla="*/ 219 h 408"/>
                    <a:gd name="T8" fmla="*/ 73 w 298"/>
                    <a:gd name="T9" fmla="*/ 284 h 408"/>
                    <a:gd name="T10" fmla="*/ 51 w 298"/>
                    <a:gd name="T11" fmla="*/ 364 h 408"/>
                    <a:gd name="T12" fmla="*/ 0 w 298"/>
                    <a:gd name="T13" fmla="*/ 408 h 408"/>
                    <a:gd name="T14" fmla="*/ 255 w 298"/>
                    <a:gd name="T15" fmla="*/ 408 h 408"/>
                    <a:gd name="T16" fmla="*/ 262 w 298"/>
                    <a:gd name="T17" fmla="*/ 364 h 408"/>
                    <a:gd name="T18" fmla="*/ 290 w 298"/>
                    <a:gd name="T19" fmla="*/ 303 h 408"/>
                    <a:gd name="T20" fmla="*/ 297 w 298"/>
                    <a:gd name="T21" fmla="*/ 252 h 408"/>
                    <a:gd name="T22" fmla="*/ 298 w 298"/>
                    <a:gd name="T23" fmla="*/ 168 h 408"/>
                    <a:gd name="T24" fmla="*/ 277 w 298"/>
                    <a:gd name="T25" fmla="*/ 60 h 408"/>
                    <a:gd name="T26" fmla="*/ 255 w 298"/>
                    <a:gd name="T27" fmla="*/ 0 h 408"/>
                    <a:gd name="T28" fmla="*/ 1 w 298"/>
                    <a:gd name="T29" fmla="*/ 0 h 4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98" h="408">
                      <a:moveTo>
                        <a:pt x="1" y="0"/>
                      </a:moveTo>
                      <a:lnTo>
                        <a:pt x="53" y="73"/>
                      </a:lnTo>
                      <a:lnTo>
                        <a:pt x="80" y="131"/>
                      </a:lnTo>
                      <a:lnTo>
                        <a:pt x="87" y="219"/>
                      </a:lnTo>
                      <a:lnTo>
                        <a:pt x="73" y="284"/>
                      </a:lnTo>
                      <a:lnTo>
                        <a:pt x="51" y="364"/>
                      </a:lnTo>
                      <a:lnTo>
                        <a:pt x="0" y="408"/>
                      </a:lnTo>
                      <a:lnTo>
                        <a:pt x="255" y="408"/>
                      </a:lnTo>
                      <a:lnTo>
                        <a:pt x="262" y="364"/>
                      </a:lnTo>
                      <a:lnTo>
                        <a:pt x="290" y="303"/>
                      </a:lnTo>
                      <a:lnTo>
                        <a:pt x="297" y="252"/>
                      </a:lnTo>
                      <a:lnTo>
                        <a:pt x="298" y="168"/>
                      </a:lnTo>
                      <a:lnTo>
                        <a:pt x="277" y="60"/>
                      </a:lnTo>
                      <a:lnTo>
                        <a:pt x="2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CC99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96" name="Freeform 117">
                  <a:extLst>
                    <a:ext uri="{FF2B5EF4-FFF2-40B4-BE49-F238E27FC236}">
                      <a16:creationId xmlns:a16="http://schemas.microsoft.com/office/drawing/2014/main" id="{283B29CC-694F-44EF-A1ED-17D3BD0B41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6" y="2910"/>
                  <a:ext cx="374" cy="117"/>
                </a:xfrm>
                <a:custGeom>
                  <a:avLst/>
                  <a:gdLst>
                    <a:gd name="T0" fmla="*/ 114 w 374"/>
                    <a:gd name="T1" fmla="*/ 1 h 117"/>
                    <a:gd name="T2" fmla="*/ 374 w 374"/>
                    <a:gd name="T3" fmla="*/ 0 h 117"/>
                    <a:gd name="T4" fmla="*/ 237 w 374"/>
                    <a:gd name="T5" fmla="*/ 117 h 117"/>
                    <a:gd name="T6" fmla="*/ 0 w 374"/>
                    <a:gd name="T7" fmla="*/ 117 h 117"/>
                    <a:gd name="T8" fmla="*/ 114 w 374"/>
                    <a:gd name="T9" fmla="*/ 1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4" h="117">
                      <a:moveTo>
                        <a:pt x="114" y="1"/>
                      </a:moveTo>
                      <a:lnTo>
                        <a:pt x="374" y="0"/>
                      </a:lnTo>
                      <a:lnTo>
                        <a:pt x="237" y="117"/>
                      </a:lnTo>
                      <a:lnTo>
                        <a:pt x="0" y="117"/>
                      </a:lnTo>
                      <a:lnTo>
                        <a:pt x="11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EBE00"/>
                    </a:gs>
                    <a:gs pos="100000">
                      <a:srgbClr val="FFFF00"/>
                    </a:gs>
                  </a:gsLst>
                  <a:lin ang="27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97" name="Freeform 118">
                  <a:extLst>
                    <a:ext uri="{FF2B5EF4-FFF2-40B4-BE49-F238E27FC236}">
                      <a16:creationId xmlns:a16="http://schemas.microsoft.com/office/drawing/2014/main" id="{CBCEF88F-E798-4C86-A698-FD0E226996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6" y="2915"/>
                  <a:ext cx="347" cy="105"/>
                </a:xfrm>
                <a:custGeom>
                  <a:avLst/>
                  <a:gdLst>
                    <a:gd name="T0" fmla="*/ 103 w 347"/>
                    <a:gd name="T1" fmla="*/ 3 h 105"/>
                    <a:gd name="T2" fmla="*/ 347 w 347"/>
                    <a:gd name="T3" fmla="*/ 0 h 105"/>
                    <a:gd name="T4" fmla="*/ 237 w 347"/>
                    <a:gd name="T5" fmla="*/ 105 h 105"/>
                    <a:gd name="T6" fmla="*/ 0 w 347"/>
                    <a:gd name="T7" fmla="*/ 105 h 105"/>
                    <a:gd name="T8" fmla="*/ 103 w 347"/>
                    <a:gd name="T9" fmla="*/ 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7" h="105">
                      <a:moveTo>
                        <a:pt x="103" y="3"/>
                      </a:moveTo>
                      <a:lnTo>
                        <a:pt x="347" y="0"/>
                      </a:lnTo>
                      <a:lnTo>
                        <a:pt x="237" y="105"/>
                      </a:lnTo>
                      <a:lnTo>
                        <a:pt x="0" y="105"/>
                      </a:lnTo>
                      <a:lnTo>
                        <a:pt x="103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DCD00"/>
                    </a:gs>
                    <a:gs pos="100000">
                      <a:srgbClr val="FFFF00"/>
                    </a:gs>
                  </a:gsLst>
                  <a:lin ang="27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98" name="Freeform 119">
                  <a:extLst>
                    <a:ext uri="{FF2B5EF4-FFF2-40B4-BE49-F238E27FC236}">
                      <a16:creationId xmlns:a16="http://schemas.microsoft.com/office/drawing/2014/main" id="{48B5CAF1-8A2E-4585-9D89-B1FB9265AC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2" y="2291"/>
                  <a:ext cx="1227" cy="1239"/>
                </a:xfrm>
                <a:custGeom>
                  <a:avLst/>
                  <a:gdLst>
                    <a:gd name="T0" fmla="*/ 0 w 1227"/>
                    <a:gd name="T1" fmla="*/ 461 h 1239"/>
                    <a:gd name="T2" fmla="*/ 301 w 1227"/>
                    <a:gd name="T3" fmla="*/ 159 h 1239"/>
                    <a:gd name="T4" fmla="*/ 339 w 1227"/>
                    <a:gd name="T5" fmla="*/ 130 h 1239"/>
                    <a:gd name="T6" fmla="*/ 378 w 1227"/>
                    <a:gd name="T7" fmla="*/ 101 h 1239"/>
                    <a:gd name="T8" fmla="*/ 431 w 1227"/>
                    <a:gd name="T9" fmla="*/ 72 h 1239"/>
                    <a:gd name="T10" fmla="*/ 479 w 1227"/>
                    <a:gd name="T11" fmla="*/ 43 h 1239"/>
                    <a:gd name="T12" fmla="*/ 541 w 1227"/>
                    <a:gd name="T13" fmla="*/ 19 h 1239"/>
                    <a:gd name="T14" fmla="*/ 599 w 1227"/>
                    <a:gd name="T15" fmla="*/ 5 h 1239"/>
                    <a:gd name="T16" fmla="*/ 651 w 1227"/>
                    <a:gd name="T17" fmla="*/ 0 h 1239"/>
                    <a:gd name="T18" fmla="*/ 728 w 1227"/>
                    <a:gd name="T19" fmla="*/ 5 h 1239"/>
                    <a:gd name="T20" fmla="*/ 815 w 1227"/>
                    <a:gd name="T21" fmla="*/ 19 h 1239"/>
                    <a:gd name="T22" fmla="*/ 887 w 1227"/>
                    <a:gd name="T23" fmla="*/ 48 h 1239"/>
                    <a:gd name="T24" fmla="*/ 949 w 1227"/>
                    <a:gd name="T25" fmla="*/ 77 h 1239"/>
                    <a:gd name="T26" fmla="*/ 1021 w 1227"/>
                    <a:gd name="T27" fmla="*/ 125 h 1239"/>
                    <a:gd name="T28" fmla="*/ 1079 w 1227"/>
                    <a:gd name="T29" fmla="*/ 173 h 1239"/>
                    <a:gd name="T30" fmla="*/ 1127 w 1227"/>
                    <a:gd name="T31" fmla="*/ 231 h 1239"/>
                    <a:gd name="T32" fmla="*/ 1155 w 1227"/>
                    <a:gd name="T33" fmla="*/ 288 h 1239"/>
                    <a:gd name="T34" fmla="*/ 1179 w 1227"/>
                    <a:gd name="T35" fmla="*/ 336 h 1239"/>
                    <a:gd name="T36" fmla="*/ 1203 w 1227"/>
                    <a:gd name="T37" fmla="*/ 399 h 1239"/>
                    <a:gd name="T38" fmla="*/ 1218 w 1227"/>
                    <a:gd name="T39" fmla="*/ 471 h 1239"/>
                    <a:gd name="T40" fmla="*/ 1227 w 1227"/>
                    <a:gd name="T41" fmla="*/ 562 h 1239"/>
                    <a:gd name="T42" fmla="*/ 1213 w 1227"/>
                    <a:gd name="T43" fmla="*/ 658 h 1239"/>
                    <a:gd name="T44" fmla="*/ 1194 w 1227"/>
                    <a:gd name="T45" fmla="*/ 720 h 1239"/>
                    <a:gd name="T46" fmla="*/ 1170 w 1227"/>
                    <a:gd name="T47" fmla="*/ 773 h 1239"/>
                    <a:gd name="T48" fmla="*/ 1146 w 1227"/>
                    <a:gd name="T49" fmla="*/ 826 h 1239"/>
                    <a:gd name="T50" fmla="*/ 1107 w 1227"/>
                    <a:gd name="T51" fmla="*/ 874 h 1239"/>
                    <a:gd name="T52" fmla="*/ 1079 w 1227"/>
                    <a:gd name="T53" fmla="*/ 912 h 1239"/>
                    <a:gd name="T54" fmla="*/ 747 w 1227"/>
                    <a:gd name="T55" fmla="*/ 1239 h 1239"/>
                    <a:gd name="T56" fmla="*/ 795 w 1227"/>
                    <a:gd name="T57" fmla="*/ 1176 h 1239"/>
                    <a:gd name="T58" fmla="*/ 829 w 1227"/>
                    <a:gd name="T59" fmla="*/ 1133 h 1239"/>
                    <a:gd name="T60" fmla="*/ 858 w 1227"/>
                    <a:gd name="T61" fmla="*/ 1095 h 1239"/>
                    <a:gd name="T62" fmla="*/ 887 w 1227"/>
                    <a:gd name="T63" fmla="*/ 1042 h 1239"/>
                    <a:gd name="T64" fmla="*/ 791 w 1227"/>
                    <a:gd name="T65" fmla="*/ 1133 h 1239"/>
                    <a:gd name="T66" fmla="*/ 815 w 1227"/>
                    <a:gd name="T67" fmla="*/ 1071 h 1239"/>
                    <a:gd name="T68" fmla="*/ 834 w 1227"/>
                    <a:gd name="T69" fmla="*/ 1018 h 1239"/>
                    <a:gd name="T70" fmla="*/ 839 w 1227"/>
                    <a:gd name="T71" fmla="*/ 960 h 1239"/>
                    <a:gd name="T72" fmla="*/ 839 w 1227"/>
                    <a:gd name="T73" fmla="*/ 907 h 1239"/>
                    <a:gd name="T74" fmla="*/ 829 w 1227"/>
                    <a:gd name="T75" fmla="*/ 845 h 1239"/>
                    <a:gd name="T76" fmla="*/ 815 w 1227"/>
                    <a:gd name="T77" fmla="*/ 773 h 1239"/>
                    <a:gd name="T78" fmla="*/ 791 w 1227"/>
                    <a:gd name="T79" fmla="*/ 725 h 1239"/>
                    <a:gd name="T80" fmla="*/ 891 w 1227"/>
                    <a:gd name="T81" fmla="*/ 624 h 1239"/>
                    <a:gd name="T82" fmla="*/ 867 w 1227"/>
                    <a:gd name="T83" fmla="*/ 581 h 1239"/>
                    <a:gd name="T84" fmla="*/ 839 w 1227"/>
                    <a:gd name="T85" fmla="*/ 533 h 1239"/>
                    <a:gd name="T86" fmla="*/ 810 w 1227"/>
                    <a:gd name="T87" fmla="*/ 495 h 1239"/>
                    <a:gd name="T88" fmla="*/ 776 w 1227"/>
                    <a:gd name="T89" fmla="*/ 451 h 1239"/>
                    <a:gd name="T90" fmla="*/ 733 w 1227"/>
                    <a:gd name="T91" fmla="*/ 413 h 1239"/>
                    <a:gd name="T92" fmla="*/ 675 w 1227"/>
                    <a:gd name="T93" fmla="*/ 370 h 1239"/>
                    <a:gd name="T94" fmla="*/ 608 w 1227"/>
                    <a:gd name="T95" fmla="*/ 336 h 1239"/>
                    <a:gd name="T96" fmla="*/ 541 w 1227"/>
                    <a:gd name="T97" fmla="*/ 312 h 1239"/>
                    <a:gd name="T98" fmla="*/ 450 w 1227"/>
                    <a:gd name="T99" fmla="*/ 298 h 1239"/>
                    <a:gd name="T100" fmla="*/ 363 w 1227"/>
                    <a:gd name="T101" fmla="*/ 293 h 1239"/>
                    <a:gd name="T102" fmla="*/ 272 w 1227"/>
                    <a:gd name="T103" fmla="*/ 307 h 1239"/>
                    <a:gd name="T104" fmla="*/ 191 w 1227"/>
                    <a:gd name="T105" fmla="*/ 331 h 1239"/>
                    <a:gd name="T106" fmla="*/ 147 w 1227"/>
                    <a:gd name="T107" fmla="*/ 355 h 1239"/>
                    <a:gd name="T108" fmla="*/ 95 w 1227"/>
                    <a:gd name="T109" fmla="*/ 389 h 1239"/>
                    <a:gd name="T110" fmla="*/ 0 w 1227"/>
                    <a:gd name="T111" fmla="*/ 461 h 12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227" h="1239">
                      <a:moveTo>
                        <a:pt x="0" y="461"/>
                      </a:moveTo>
                      <a:lnTo>
                        <a:pt x="301" y="159"/>
                      </a:lnTo>
                      <a:lnTo>
                        <a:pt x="339" y="130"/>
                      </a:lnTo>
                      <a:lnTo>
                        <a:pt x="378" y="101"/>
                      </a:lnTo>
                      <a:lnTo>
                        <a:pt x="431" y="72"/>
                      </a:lnTo>
                      <a:lnTo>
                        <a:pt x="479" y="43"/>
                      </a:lnTo>
                      <a:lnTo>
                        <a:pt x="541" y="19"/>
                      </a:lnTo>
                      <a:lnTo>
                        <a:pt x="599" y="5"/>
                      </a:lnTo>
                      <a:lnTo>
                        <a:pt x="651" y="0"/>
                      </a:lnTo>
                      <a:lnTo>
                        <a:pt x="728" y="5"/>
                      </a:lnTo>
                      <a:lnTo>
                        <a:pt x="815" y="19"/>
                      </a:lnTo>
                      <a:lnTo>
                        <a:pt x="887" y="48"/>
                      </a:lnTo>
                      <a:lnTo>
                        <a:pt x="949" y="77"/>
                      </a:lnTo>
                      <a:lnTo>
                        <a:pt x="1021" y="125"/>
                      </a:lnTo>
                      <a:lnTo>
                        <a:pt x="1079" y="173"/>
                      </a:lnTo>
                      <a:lnTo>
                        <a:pt x="1127" y="231"/>
                      </a:lnTo>
                      <a:lnTo>
                        <a:pt x="1155" y="288"/>
                      </a:lnTo>
                      <a:lnTo>
                        <a:pt x="1179" y="336"/>
                      </a:lnTo>
                      <a:lnTo>
                        <a:pt x="1203" y="399"/>
                      </a:lnTo>
                      <a:lnTo>
                        <a:pt x="1218" y="471"/>
                      </a:lnTo>
                      <a:lnTo>
                        <a:pt x="1227" y="562"/>
                      </a:lnTo>
                      <a:lnTo>
                        <a:pt x="1213" y="658"/>
                      </a:lnTo>
                      <a:lnTo>
                        <a:pt x="1194" y="720"/>
                      </a:lnTo>
                      <a:lnTo>
                        <a:pt x="1170" y="773"/>
                      </a:lnTo>
                      <a:lnTo>
                        <a:pt x="1146" y="826"/>
                      </a:lnTo>
                      <a:lnTo>
                        <a:pt x="1107" y="874"/>
                      </a:lnTo>
                      <a:lnTo>
                        <a:pt x="1079" y="912"/>
                      </a:lnTo>
                      <a:lnTo>
                        <a:pt x="747" y="1239"/>
                      </a:lnTo>
                      <a:lnTo>
                        <a:pt x="795" y="1176"/>
                      </a:lnTo>
                      <a:lnTo>
                        <a:pt x="829" y="1133"/>
                      </a:lnTo>
                      <a:lnTo>
                        <a:pt x="858" y="1095"/>
                      </a:lnTo>
                      <a:lnTo>
                        <a:pt x="887" y="1042"/>
                      </a:lnTo>
                      <a:lnTo>
                        <a:pt x="791" y="1133"/>
                      </a:lnTo>
                      <a:lnTo>
                        <a:pt x="815" y="1071"/>
                      </a:lnTo>
                      <a:lnTo>
                        <a:pt x="834" y="1018"/>
                      </a:lnTo>
                      <a:lnTo>
                        <a:pt x="839" y="960"/>
                      </a:lnTo>
                      <a:lnTo>
                        <a:pt x="839" y="907"/>
                      </a:lnTo>
                      <a:lnTo>
                        <a:pt x="829" y="845"/>
                      </a:lnTo>
                      <a:lnTo>
                        <a:pt x="815" y="773"/>
                      </a:lnTo>
                      <a:lnTo>
                        <a:pt x="791" y="725"/>
                      </a:lnTo>
                      <a:lnTo>
                        <a:pt x="891" y="624"/>
                      </a:lnTo>
                      <a:lnTo>
                        <a:pt x="867" y="581"/>
                      </a:lnTo>
                      <a:lnTo>
                        <a:pt x="839" y="533"/>
                      </a:lnTo>
                      <a:lnTo>
                        <a:pt x="810" y="495"/>
                      </a:lnTo>
                      <a:lnTo>
                        <a:pt x="776" y="451"/>
                      </a:lnTo>
                      <a:lnTo>
                        <a:pt x="733" y="413"/>
                      </a:lnTo>
                      <a:lnTo>
                        <a:pt x="675" y="370"/>
                      </a:lnTo>
                      <a:lnTo>
                        <a:pt x="608" y="336"/>
                      </a:lnTo>
                      <a:lnTo>
                        <a:pt x="541" y="312"/>
                      </a:lnTo>
                      <a:lnTo>
                        <a:pt x="450" y="298"/>
                      </a:lnTo>
                      <a:lnTo>
                        <a:pt x="363" y="293"/>
                      </a:lnTo>
                      <a:lnTo>
                        <a:pt x="272" y="307"/>
                      </a:lnTo>
                      <a:lnTo>
                        <a:pt x="191" y="331"/>
                      </a:lnTo>
                      <a:lnTo>
                        <a:pt x="147" y="355"/>
                      </a:lnTo>
                      <a:lnTo>
                        <a:pt x="95" y="389"/>
                      </a:lnTo>
                      <a:lnTo>
                        <a:pt x="0" y="46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1800"/>
                    </a:gs>
                    <a:gs pos="50000">
                      <a:srgbClr val="FF3300"/>
                    </a:gs>
                    <a:gs pos="100000">
                      <a:srgbClr val="761800"/>
                    </a:gs>
                  </a:gsLst>
                  <a:lin ang="27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99" name="Freeform 120">
                  <a:extLst>
                    <a:ext uri="{FF2B5EF4-FFF2-40B4-BE49-F238E27FC236}">
                      <a16:creationId xmlns:a16="http://schemas.microsoft.com/office/drawing/2014/main" id="{BC9533EF-706C-4A66-B617-5B7411ADEE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7" y="2781"/>
                  <a:ext cx="715" cy="691"/>
                </a:xfrm>
                <a:custGeom>
                  <a:avLst/>
                  <a:gdLst>
                    <a:gd name="T0" fmla="*/ 53 w 715"/>
                    <a:gd name="T1" fmla="*/ 245 h 691"/>
                    <a:gd name="T2" fmla="*/ 29 w 715"/>
                    <a:gd name="T3" fmla="*/ 293 h 691"/>
                    <a:gd name="T4" fmla="*/ 5 w 715"/>
                    <a:gd name="T5" fmla="*/ 355 h 691"/>
                    <a:gd name="T6" fmla="*/ 0 w 715"/>
                    <a:gd name="T7" fmla="*/ 413 h 691"/>
                    <a:gd name="T8" fmla="*/ 5 w 715"/>
                    <a:gd name="T9" fmla="*/ 470 h 691"/>
                    <a:gd name="T10" fmla="*/ 14 w 715"/>
                    <a:gd name="T11" fmla="*/ 518 h 691"/>
                    <a:gd name="T12" fmla="*/ 29 w 715"/>
                    <a:gd name="T13" fmla="*/ 571 h 691"/>
                    <a:gd name="T14" fmla="*/ 48 w 715"/>
                    <a:gd name="T15" fmla="*/ 609 h 691"/>
                    <a:gd name="T16" fmla="*/ 67 w 715"/>
                    <a:gd name="T17" fmla="*/ 648 h 691"/>
                    <a:gd name="T18" fmla="*/ 163 w 715"/>
                    <a:gd name="T19" fmla="*/ 542 h 691"/>
                    <a:gd name="T20" fmla="*/ 192 w 715"/>
                    <a:gd name="T21" fmla="*/ 581 h 691"/>
                    <a:gd name="T22" fmla="*/ 216 w 715"/>
                    <a:gd name="T23" fmla="*/ 609 h 691"/>
                    <a:gd name="T24" fmla="*/ 259 w 715"/>
                    <a:gd name="T25" fmla="*/ 633 h 691"/>
                    <a:gd name="T26" fmla="*/ 298 w 715"/>
                    <a:gd name="T27" fmla="*/ 657 h 691"/>
                    <a:gd name="T28" fmla="*/ 350 w 715"/>
                    <a:gd name="T29" fmla="*/ 672 h 691"/>
                    <a:gd name="T30" fmla="*/ 408 w 715"/>
                    <a:gd name="T31" fmla="*/ 691 h 691"/>
                    <a:gd name="T32" fmla="*/ 480 w 715"/>
                    <a:gd name="T33" fmla="*/ 687 h 691"/>
                    <a:gd name="T34" fmla="*/ 543 w 715"/>
                    <a:gd name="T35" fmla="*/ 672 h 691"/>
                    <a:gd name="T36" fmla="*/ 590 w 715"/>
                    <a:gd name="T37" fmla="*/ 653 h 691"/>
                    <a:gd name="T38" fmla="*/ 624 w 715"/>
                    <a:gd name="T39" fmla="*/ 614 h 691"/>
                    <a:gd name="T40" fmla="*/ 648 w 715"/>
                    <a:gd name="T41" fmla="*/ 571 h 691"/>
                    <a:gd name="T42" fmla="*/ 672 w 715"/>
                    <a:gd name="T43" fmla="*/ 523 h 691"/>
                    <a:gd name="T44" fmla="*/ 677 w 715"/>
                    <a:gd name="T45" fmla="*/ 465 h 691"/>
                    <a:gd name="T46" fmla="*/ 677 w 715"/>
                    <a:gd name="T47" fmla="*/ 413 h 691"/>
                    <a:gd name="T48" fmla="*/ 667 w 715"/>
                    <a:gd name="T49" fmla="*/ 360 h 691"/>
                    <a:gd name="T50" fmla="*/ 643 w 715"/>
                    <a:gd name="T51" fmla="*/ 312 h 691"/>
                    <a:gd name="T52" fmla="*/ 624 w 715"/>
                    <a:gd name="T53" fmla="*/ 273 h 691"/>
                    <a:gd name="T54" fmla="*/ 605 w 715"/>
                    <a:gd name="T55" fmla="*/ 240 h 691"/>
                    <a:gd name="T56" fmla="*/ 715 w 715"/>
                    <a:gd name="T57" fmla="*/ 129 h 691"/>
                    <a:gd name="T58" fmla="*/ 686 w 715"/>
                    <a:gd name="T59" fmla="*/ 110 h 691"/>
                    <a:gd name="T60" fmla="*/ 653 w 715"/>
                    <a:gd name="T61" fmla="*/ 81 h 691"/>
                    <a:gd name="T62" fmla="*/ 610 w 715"/>
                    <a:gd name="T63" fmla="*/ 57 h 691"/>
                    <a:gd name="T64" fmla="*/ 571 w 715"/>
                    <a:gd name="T65" fmla="*/ 33 h 691"/>
                    <a:gd name="T66" fmla="*/ 514 w 715"/>
                    <a:gd name="T67" fmla="*/ 14 h 691"/>
                    <a:gd name="T68" fmla="*/ 446 w 715"/>
                    <a:gd name="T69" fmla="*/ 0 h 691"/>
                    <a:gd name="T70" fmla="*/ 370 w 715"/>
                    <a:gd name="T71" fmla="*/ 5 h 691"/>
                    <a:gd name="T72" fmla="*/ 307 w 715"/>
                    <a:gd name="T73" fmla="*/ 14 h 691"/>
                    <a:gd name="T74" fmla="*/ 254 w 715"/>
                    <a:gd name="T75" fmla="*/ 43 h 691"/>
                    <a:gd name="T76" fmla="*/ 216 w 715"/>
                    <a:gd name="T77" fmla="*/ 72 h 691"/>
                    <a:gd name="T78" fmla="*/ 187 w 715"/>
                    <a:gd name="T79" fmla="*/ 101 h 691"/>
                    <a:gd name="T80" fmla="*/ 164 w 715"/>
                    <a:gd name="T81" fmla="*/ 134 h 691"/>
                    <a:gd name="T82" fmla="*/ 53 w 715"/>
                    <a:gd name="T83" fmla="*/ 245 h 6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15" h="691">
                      <a:moveTo>
                        <a:pt x="53" y="245"/>
                      </a:moveTo>
                      <a:lnTo>
                        <a:pt x="29" y="293"/>
                      </a:lnTo>
                      <a:lnTo>
                        <a:pt x="5" y="355"/>
                      </a:lnTo>
                      <a:lnTo>
                        <a:pt x="0" y="413"/>
                      </a:lnTo>
                      <a:lnTo>
                        <a:pt x="5" y="470"/>
                      </a:lnTo>
                      <a:lnTo>
                        <a:pt x="14" y="518"/>
                      </a:lnTo>
                      <a:lnTo>
                        <a:pt x="29" y="571"/>
                      </a:lnTo>
                      <a:lnTo>
                        <a:pt x="48" y="609"/>
                      </a:lnTo>
                      <a:lnTo>
                        <a:pt x="67" y="648"/>
                      </a:lnTo>
                      <a:lnTo>
                        <a:pt x="163" y="542"/>
                      </a:lnTo>
                      <a:lnTo>
                        <a:pt x="192" y="581"/>
                      </a:lnTo>
                      <a:lnTo>
                        <a:pt x="216" y="609"/>
                      </a:lnTo>
                      <a:lnTo>
                        <a:pt x="259" y="633"/>
                      </a:lnTo>
                      <a:lnTo>
                        <a:pt x="298" y="657"/>
                      </a:lnTo>
                      <a:lnTo>
                        <a:pt x="350" y="672"/>
                      </a:lnTo>
                      <a:lnTo>
                        <a:pt x="408" y="691"/>
                      </a:lnTo>
                      <a:lnTo>
                        <a:pt x="480" y="687"/>
                      </a:lnTo>
                      <a:lnTo>
                        <a:pt x="543" y="672"/>
                      </a:lnTo>
                      <a:lnTo>
                        <a:pt x="590" y="653"/>
                      </a:lnTo>
                      <a:lnTo>
                        <a:pt x="624" y="614"/>
                      </a:lnTo>
                      <a:lnTo>
                        <a:pt x="648" y="571"/>
                      </a:lnTo>
                      <a:lnTo>
                        <a:pt x="672" y="523"/>
                      </a:lnTo>
                      <a:lnTo>
                        <a:pt x="677" y="465"/>
                      </a:lnTo>
                      <a:lnTo>
                        <a:pt x="677" y="413"/>
                      </a:lnTo>
                      <a:lnTo>
                        <a:pt x="667" y="360"/>
                      </a:lnTo>
                      <a:lnTo>
                        <a:pt x="643" y="312"/>
                      </a:lnTo>
                      <a:lnTo>
                        <a:pt x="624" y="273"/>
                      </a:lnTo>
                      <a:lnTo>
                        <a:pt x="605" y="240"/>
                      </a:lnTo>
                      <a:lnTo>
                        <a:pt x="715" y="129"/>
                      </a:lnTo>
                      <a:lnTo>
                        <a:pt x="686" y="110"/>
                      </a:lnTo>
                      <a:lnTo>
                        <a:pt x="653" y="81"/>
                      </a:lnTo>
                      <a:lnTo>
                        <a:pt x="610" y="57"/>
                      </a:lnTo>
                      <a:lnTo>
                        <a:pt x="571" y="33"/>
                      </a:lnTo>
                      <a:lnTo>
                        <a:pt x="514" y="14"/>
                      </a:lnTo>
                      <a:lnTo>
                        <a:pt x="446" y="0"/>
                      </a:lnTo>
                      <a:lnTo>
                        <a:pt x="370" y="5"/>
                      </a:lnTo>
                      <a:lnTo>
                        <a:pt x="307" y="14"/>
                      </a:lnTo>
                      <a:lnTo>
                        <a:pt x="254" y="43"/>
                      </a:lnTo>
                      <a:lnTo>
                        <a:pt x="216" y="72"/>
                      </a:lnTo>
                      <a:lnTo>
                        <a:pt x="187" y="101"/>
                      </a:lnTo>
                      <a:lnTo>
                        <a:pt x="164" y="134"/>
                      </a:lnTo>
                      <a:lnTo>
                        <a:pt x="53" y="2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E582C"/>
                    </a:gs>
                    <a:gs pos="50000">
                      <a:srgbClr val="FFCC66"/>
                    </a:gs>
                    <a:gs pos="100000">
                      <a:srgbClr val="6E582C"/>
                    </a:gs>
                  </a:gsLst>
                  <a:lin ang="27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5000" name="Group 121">
                <a:extLst>
                  <a:ext uri="{FF2B5EF4-FFF2-40B4-BE49-F238E27FC236}">
                    <a16:creationId xmlns:a16="http://schemas.microsoft.com/office/drawing/2014/main" id="{2A41305F-31DA-40CD-BAB4-AD1362FCB6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8" y="1299"/>
                <a:ext cx="1454" cy="908"/>
                <a:chOff x="1680" y="2289"/>
                <a:chExt cx="2006" cy="1253"/>
              </a:xfrm>
            </p:grpSpPr>
            <p:sp>
              <p:nvSpPr>
                <p:cNvPr id="5001" name="Freeform 122">
                  <a:extLst>
                    <a:ext uri="{FF2B5EF4-FFF2-40B4-BE49-F238E27FC236}">
                      <a16:creationId xmlns:a16="http://schemas.microsoft.com/office/drawing/2014/main" id="{FE5FF0E6-18F0-4CB5-B076-E2E6ED5858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0" y="2289"/>
                  <a:ext cx="2006" cy="187"/>
                </a:xfrm>
                <a:custGeom>
                  <a:avLst/>
                  <a:gdLst>
                    <a:gd name="T0" fmla="*/ 0 w 2006"/>
                    <a:gd name="T1" fmla="*/ 187 h 187"/>
                    <a:gd name="T2" fmla="*/ 187 w 2006"/>
                    <a:gd name="T3" fmla="*/ 0 h 187"/>
                    <a:gd name="T4" fmla="*/ 2006 w 2006"/>
                    <a:gd name="T5" fmla="*/ 0 h 187"/>
                    <a:gd name="T6" fmla="*/ 1819 w 2006"/>
                    <a:gd name="T7" fmla="*/ 187 h 187"/>
                    <a:gd name="T8" fmla="*/ 0 w 2006"/>
                    <a:gd name="T9" fmla="*/ 187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6" h="187">
                      <a:moveTo>
                        <a:pt x="0" y="187"/>
                      </a:moveTo>
                      <a:lnTo>
                        <a:pt x="187" y="0"/>
                      </a:lnTo>
                      <a:lnTo>
                        <a:pt x="2006" y="0"/>
                      </a:lnTo>
                      <a:lnTo>
                        <a:pt x="1819" y="187"/>
                      </a:lnTo>
                      <a:lnTo>
                        <a:pt x="0" y="18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67226"/>
                    </a:gs>
                    <a:gs pos="100000">
                      <a:srgbClr val="339933"/>
                    </a:gs>
                  </a:gsLst>
                  <a:lin ang="27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002" name="Freeform 123">
                  <a:extLst>
                    <a:ext uri="{FF2B5EF4-FFF2-40B4-BE49-F238E27FC236}">
                      <a16:creationId xmlns:a16="http://schemas.microsoft.com/office/drawing/2014/main" id="{FFD3BB94-C190-4996-A089-AF1A64626E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0" y="2476"/>
                  <a:ext cx="1824" cy="1066"/>
                </a:xfrm>
                <a:custGeom>
                  <a:avLst/>
                  <a:gdLst>
                    <a:gd name="T0" fmla="*/ 0 w 1824"/>
                    <a:gd name="T1" fmla="*/ 0 h 1066"/>
                    <a:gd name="T2" fmla="*/ 1824 w 1824"/>
                    <a:gd name="T3" fmla="*/ 0 h 1066"/>
                    <a:gd name="T4" fmla="*/ 1771 w 1824"/>
                    <a:gd name="T5" fmla="*/ 10 h 1066"/>
                    <a:gd name="T6" fmla="*/ 1709 w 1824"/>
                    <a:gd name="T7" fmla="*/ 19 h 1066"/>
                    <a:gd name="T8" fmla="*/ 1651 w 1824"/>
                    <a:gd name="T9" fmla="*/ 34 h 1066"/>
                    <a:gd name="T10" fmla="*/ 1584 w 1824"/>
                    <a:gd name="T11" fmla="*/ 62 h 1066"/>
                    <a:gd name="T12" fmla="*/ 1531 w 1824"/>
                    <a:gd name="T13" fmla="*/ 97 h 1066"/>
                    <a:gd name="T14" fmla="*/ 1474 w 1824"/>
                    <a:gd name="T15" fmla="*/ 135 h 1066"/>
                    <a:gd name="T16" fmla="*/ 1426 w 1824"/>
                    <a:gd name="T17" fmla="*/ 178 h 1066"/>
                    <a:gd name="T18" fmla="*/ 1368 w 1824"/>
                    <a:gd name="T19" fmla="*/ 250 h 1066"/>
                    <a:gd name="T20" fmla="*/ 1330 w 1824"/>
                    <a:gd name="T21" fmla="*/ 313 h 1066"/>
                    <a:gd name="T22" fmla="*/ 1291 w 1824"/>
                    <a:gd name="T23" fmla="*/ 361 h 1066"/>
                    <a:gd name="T24" fmla="*/ 1258 w 1824"/>
                    <a:gd name="T25" fmla="*/ 433 h 1066"/>
                    <a:gd name="T26" fmla="*/ 1133 w 1824"/>
                    <a:gd name="T27" fmla="*/ 558 h 1066"/>
                    <a:gd name="T28" fmla="*/ 1114 w 1824"/>
                    <a:gd name="T29" fmla="*/ 615 h 1066"/>
                    <a:gd name="T30" fmla="*/ 1099 w 1824"/>
                    <a:gd name="T31" fmla="*/ 673 h 1066"/>
                    <a:gd name="T32" fmla="*/ 1094 w 1824"/>
                    <a:gd name="T33" fmla="*/ 740 h 1066"/>
                    <a:gd name="T34" fmla="*/ 1099 w 1824"/>
                    <a:gd name="T35" fmla="*/ 798 h 1066"/>
                    <a:gd name="T36" fmla="*/ 1114 w 1824"/>
                    <a:gd name="T37" fmla="*/ 860 h 1066"/>
                    <a:gd name="T38" fmla="*/ 1128 w 1824"/>
                    <a:gd name="T39" fmla="*/ 918 h 1066"/>
                    <a:gd name="T40" fmla="*/ 1152 w 1824"/>
                    <a:gd name="T41" fmla="*/ 956 h 1066"/>
                    <a:gd name="T42" fmla="*/ 1277 w 1824"/>
                    <a:gd name="T43" fmla="*/ 956 h 1066"/>
                    <a:gd name="T44" fmla="*/ 1320 w 1824"/>
                    <a:gd name="T45" fmla="*/ 1004 h 1066"/>
                    <a:gd name="T46" fmla="*/ 1358 w 1824"/>
                    <a:gd name="T47" fmla="*/ 1042 h 1066"/>
                    <a:gd name="T48" fmla="*/ 1406 w 1824"/>
                    <a:gd name="T49" fmla="*/ 1066 h 1066"/>
                    <a:gd name="T50" fmla="*/ 0 w 1824"/>
                    <a:gd name="T51" fmla="*/ 1066 h 1066"/>
                    <a:gd name="T52" fmla="*/ 0 w 1824"/>
                    <a:gd name="T53" fmla="*/ 0 h 10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824" h="1066">
                      <a:moveTo>
                        <a:pt x="0" y="0"/>
                      </a:moveTo>
                      <a:lnTo>
                        <a:pt x="1824" y="0"/>
                      </a:lnTo>
                      <a:lnTo>
                        <a:pt x="1771" y="10"/>
                      </a:lnTo>
                      <a:lnTo>
                        <a:pt x="1709" y="19"/>
                      </a:lnTo>
                      <a:lnTo>
                        <a:pt x="1651" y="34"/>
                      </a:lnTo>
                      <a:lnTo>
                        <a:pt x="1584" y="62"/>
                      </a:lnTo>
                      <a:lnTo>
                        <a:pt x="1531" y="97"/>
                      </a:lnTo>
                      <a:lnTo>
                        <a:pt x="1474" y="135"/>
                      </a:lnTo>
                      <a:lnTo>
                        <a:pt x="1426" y="178"/>
                      </a:lnTo>
                      <a:lnTo>
                        <a:pt x="1368" y="250"/>
                      </a:lnTo>
                      <a:lnTo>
                        <a:pt x="1330" y="313"/>
                      </a:lnTo>
                      <a:lnTo>
                        <a:pt x="1291" y="361"/>
                      </a:lnTo>
                      <a:lnTo>
                        <a:pt x="1258" y="433"/>
                      </a:lnTo>
                      <a:lnTo>
                        <a:pt x="1133" y="558"/>
                      </a:lnTo>
                      <a:lnTo>
                        <a:pt x="1114" y="615"/>
                      </a:lnTo>
                      <a:lnTo>
                        <a:pt x="1099" y="673"/>
                      </a:lnTo>
                      <a:lnTo>
                        <a:pt x="1094" y="740"/>
                      </a:lnTo>
                      <a:lnTo>
                        <a:pt x="1099" y="798"/>
                      </a:lnTo>
                      <a:lnTo>
                        <a:pt x="1114" y="860"/>
                      </a:lnTo>
                      <a:lnTo>
                        <a:pt x="1128" y="918"/>
                      </a:lnTo>
                      <a:lnTo>
                        <a:pt x="1152" y="956"/>
                      </a:lnTo>
                      <a:lnTo>
                        <a:pt x="1277" y="956"/>
                      </a:lnTo>
                      <a:lnTo>
                        <a:pt x="1320" y="1004"/>
                      </a:lnTo>
                      <a:lnTo>
                        <a:pt x="1358" y="1042"/>
                      </a:lnTo>
                      <a:lnTo>
                        <a:pt x="1406" y="1066"/>
                      </a:lnTo>
                      <a:lnTo>
                        <a:pt x="0" y="10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5003" name="Freeform 124">
                <a:extLst>
                  <a:ext uri="{FF2B5EF4-FFF2-40B4-BE49-F238E27FC236}">
                    <a16:creationId xmlns:a16="http://schemas.microsoft.com/office/drawing/2014/main" id="{96B94776-272A-4128-B380-F914BF875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2" y="1588"/>
                <a:ext cx="717" cy="430"/>
              </a:xfrm>
              <a:custGeom>
                <a:avLst/>
                <a:gdLst>
                  <a:gd name="T0" fmla="*/ 0 w 989"/>
                  <a:gd name="T1" fmla="*/ 0 h 593"/>
                  <a:gd name="T2" fmla="*/ 989 w 989"/>
                  <a:gd name="T3" fmla="*/ 3 h 593"/>
                  <a:gd name="T4" fmla="*/ 989 w 989"/>
                  <a:gd name="T5" fmla="*/ 593 h 593"/>
                  <a:gd name="T6" fmla="*/ 0 w 989"/>
                  <a:gd name="T7" fmla="*/ 586 h 593"/>
                  <a:gd name="T8" fmla="*/ 0 w 989"/>
                  <a:gd name="T9" fmla="*/ 0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9" h="593">
                    <a:moveTo>
                      <a:pt x="0" y="0"/>
                    </a:moveTo>
                    <a:lnTo>
                      <a:pt x="989" y="3"/>
                    </a:lnTo>
                    <a:lnTo>
                      <a:pt x="989" y="593"/>
                    </a:lnTo>
                    <a:lnTo>
                      <a:pt x="0" y="58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D"/>
                  </a:gs>
                  <a:gs pos="100000">
                    <a:srgbClr val="0099FF"/>
                  </a:gs>
                </a:gsLst>
                <a:lin ang="54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004" name="Freeform 125">
                <a:extLst>
                  <a:ext uri="{FF2B5EF4-FFF2-40B4-BE49-F238E27FC236}">
                    <a16:creationId xmlns:a16="http://schemas.microsoft.com/office/drawing/2014/main" id="{F86FE331-3FA8-445B-8259-04422E63B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2012"/>
                <a:ext cx="790" cy="72"/>
              </a:xfrm>
              <a:custGeom>
                <a:avLst/>
                <a:gdLst>
                  <a:gd name="T0" fmla="*/ 0 w 1090"/>
                  <a:gd name="T1" fmla="*/ 96 h 100"/>
                  <a:gd name="T2" fmla="*/ 101 w 1090"/>
                  <a:gd name="T3" fmla="*/ 0 h 100"/>
                  <a:gd name="T4" fmla="*/ 1090 w 1090"/>
                  <a:gd name="T5" fmla="*/ 4 h 100"/>
                  <a:gd name="T6" fmla="*/ 1090 w 1090"/>
                  <a:gd name="T7" fmla="*/ 100 h 100"/>
                  <a:gd name="T8" fmla="*/ 0 w 1090"/>
                  <a:gd name="T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0" h="100">
                    <a:moveTo>
                      <a:pt x="0" y="96"/>
                    </a:moveTo>
                    <a:lnTo>
                      <a:pt x="101" y="0"/>
                    </a:lnTo>
                    <a:lnTo>
                      <a:pt x="1090" y="4"/>
                    </a:lnTo>
                    <a:lnTo>
                      <a:pt x="1090" y="100"/>
                    </a:lnTo>
                    <a:lnTo>
                      <a:pt x="0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FF"/>
                  </a:gs>
                  <a:gs pos="100000">
                    <a:srgbClr val="006C87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 useBgFill="1">
            <p:nvSpPr>
              <p:cNvPr id="5005" name="Freeform 126">
                <a:extLst>
                  <a:ext uri="{FF2B5EF4-FFF2-40B4-BE49-F238E27FC236}">
                    <a16:creationId xmlns:a16="http://schemas.microsoft.com/office/drawing/2014/main" id="{3DA7DB1C-FAC8-470F-8E3F-4CBCE771A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1587"/>
                <a:ext cx="73" cy="494"/>
              </a:xfrm>
              <a:custGeom>
                <a:avLst/>
                <a:gdLst>
                  <a:gd name="T0" fmla="*/ 0 w 101"/>
                  <a:gd name="T1" fmla="*/ 0 h 682"/>
                  <a:gd name="T2" fmla="*/ 0 w 101"/>
                  <a:gd name="T3" fmla="*/ 682 h 682"/>
                  <a:gd name="T4" fmla="*/ 101 w 101"/>
                  <a:gd name="T5" fmla="*/ 586 h 682"/>
                  <a:gd name="T6" fmla="*/ 101 w 101"/>
                  <a:gd name="T7" fmla="*/ 5 h 682"/>
                  <a:gd name="T8" fmla="*/ 0 w 101"/>
                  <a:gd name="T9" fmla="*/ 0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682">
                    <a:moveTo>
                      <a:pt x="0" y="0"/>
                    </a:moveTo>
                    <a:lnTo>
                      <a:pt x="0" y="682"/>
                    </a:lnTo>
                    <a:lnTo>
                      <a:pt x="101" y="586"/>
                    </a:lnTo>
                    <a:lnTo>
                      <a:pt x="101" y="5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006" name="Freeform 127">
                <a:extLst>
                  <a:ext uri="{FF2B5EF4-FFF2-40B4-BE49-F238E27FC236}">
                    <a16:creationId xmlns:a16="http://schemas.microsoft.com/office/drawing/2014/main" id="{829A30D5-E06B-4F8F-94D0-2905E4A0C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1671"/>
                <a:ext cx="195" cy="196"/>
              </a:xfrm>
              <a:custGeom>
                <a:avLst/>
                <a:gdLst>
                  <a:gd name="T0" fmla="*/ 1347 w 1348"/>
                  <a:gd name="T1" fmla="*/ 674 h 1347"/>
                  <a:gd name="T2" fmla="*/ 1313 w 1348"/>
                  <a:gd name="T3" fmla="*/ 466 h 1347"/>
                  <a:gd name="T4" fmla="*/ 1218 w 1348"/>
                  <a:gd name="T5" fmla="*/ 277 h 1347"/>
                  <a:gd name="T6" fmla="*/ 1069 w 1348"/>
                  <a:gd name="T7" fmla="*/ 128 h 1347"/>
                  <a:gd name="T8" fmla="*/ 881 w 1348"/>
                  <a:gd name="T9" fmla="*/ 33 h 1347"/>
                  <a:gd name="T10" fmla="*/ 673 w 1348"/>
                  <a:gd name="T11" fmla="*/ 0 h 1347"/>
                  <a:gd name="T12" fmla="*/ 465 w 1348"/>
                  <a:gd name="T13" fmla="*/ 33 h 1347"/>
                  <a:gd name="T14" fmla="*/ 278 w 1348"/>
                  <a:gd name="T15" fmla="*/ 128 h 1347"/>
                  <a:gd name="T16" fmla="*/ 129 w 1348"/>
                  <a:gd name="T17" fmla="*/ 277 h 1347"/>
                  <a:gd name="T18" fmla="*/ 33 w 1348"/>
                  <a:gd name="T19" fmla="*/ 466 h 1347"/>
                  <a:gd name="T20" fmla="*/ 0 w 1348"/>
                  <a:gd name="T21" fmla="*/ 674 h 1347"/>
                  <a:gd name="T22" fmla="*/ 33 w 1348"/>
                  <a:gd name="T23" fmla="*/ 882 h 1347"/>
                  <a:gd name="T24" fmla="*/ 129 w 1348"/>
                  <a:gd name="T25" fmla="*/ 1070 h 1347"/>
                  <a:gd name="T26" fmla="*/ 278 w 1348"/>
                  <a:gd name="T27" fmla="*/ 1219 h 1347"/>
                  <a:gd name="T28" fmla="*/ 465 w 1348"/>
                  <a:gd name="T29" fmla="*/ 1314 h 1347"/>
                  <a:gd name="T30" fmla="*/ 673 w 1348"/>
                  <a:gd name="T31" fmla="*/ 1347 h 1347"/>
                  <a:gd name="T32" fmla="*/ 881 w 1348"/>
                  <a:gd name="T33" fmla="*/ 1314 h 1347"/>
                  <a:gd name="T34" fmla="*/ 1069 w 1348"/>
                  <a:gd name="T35" fmla="*/ 1219 h 1347"/>
                  <a:gd name="T36" fmla="*/ 1218 w 1348"/>
                  <a:gd name="T37" fmla="*/ 1070 h 1347"/>
                  <a:gd name="T38" fmla="*/ 1313 w 1348"/>
                  <a:gd name="T39" fmla="*/ 882 h 1347"/>
                  <a:gd name="T40" fmla="*/ 1347 w 1348"/>
                  <a:gd name="T41" fmla="*/ 674 h 1347"/>
                  <a:gd name="T42" fmla="*/ 1348 w 1348"/>
                  <a:gd name="T43" fmla="*/ 674 h 1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8" h="1347">
                    <a:moveTo>
                      <a:pt x="1347" y="674"/>
                    </a:moveTo>
                    <a:lnTo>
                      <a:pt x="1313" y="466"/>
                    </a:lnTo>
                    <a:lnTo>
                      <a:pt x="1218" y="277"/>
                    </a:lnTo>
                    <a:lnTo>
                      <a:pt x="1069" y="128"/>
                    </a:lnTo>
                    <a:lnTo>
                      <a:pt x="881" y="33"/>
                    </a:lnTo>
                    <a:lnTo>
                      <a:pt x="673" y="0"/>
                    </a:lnTo>
                    <a:lnTo>
                      <a:pt x="465" y="33"/>
                    </a:lnTo>
                    <a:lnTo>
                      <a:pt x="278" y="128"/>
                    </a:lnTo>
                    <a:lnTo>
                      <a:pt x="129" y="277"/>
                    </a:lnTo>
                    <a:lnTo>
                      <a:pt x="33" y="466"/>
                    </a:lnTo>
                    <a:lnTo>
                      <a:pt x="0" y="674"/>
                    </a:lnTo>
                    <a:lnTo>
                      <a:pt x="33" y="882"/>
                    </a:lnTo>
                    <a:lnTo>
                      <a:pt x="129" y="1070"/>
                    </a:lnTo>
                    <a:lnTo>
                      <a:pt x="278" y="1219"/>
                    </a:lnTo>
                    <a:lnTo>
                      <a:pt x="465" y="1314"/>
                    </a:lnTo>
                    <a:lnTo>
                      <a:pt x="673" y="1347"/>
                    </a:lnTo>
                    <a:lnTo>
                      <a:pt x="881" y="1314"/>
                    </a:lnTo>
                    <a:lnTo>
                      <a:pt x="1069" y="1219"/>
                    </a:lnTo>
                    <a:lnTo>
                      <a:pt x="1218" y="1070"/>
                    </a:lnTo>
                    <a:lnTo>
                      <a:pt x="1313" y="882"/>
                    </a:lnTo>
                    <a:lnTo>
                      <a:pt x="1347" y="674"/>
                    </a:lnTo>
                    <a:lnTo>
                      <a:pt x="1348" y="674"/>
                    </a:lnTo>
                  </a:path>
                </a:pathLst>
              </a:custGeom>
              <a:solidFill>
                <a:srgbClr val="33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7" name="Freeform 128">
                <a:extLst>
                  <a:ext uri="{FF2B5EF4-FFF2-40B4-BE49-F238E27FC236}">
                    <a16:creationId xmlns:a16="http://schemas.microsoft.com/office/drawing/2014/main" id="{DAC4E34F-A601-4181-90CD-07D7B0434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4" y="1672"/>
                <a:ext cx="195" cy="197"/>
              </a:xfrm>
              <a:custGeom>
                <a:avLst/>
                <a:gdLst>
                  <a:gd name="T0" fmla="*/ 108 w 269"/>
                  <a:gd name="T1" fmla="*/ 0 h 271"/>
                  <a:gd name="T2" fmla="*/ 96 w 269"/>
                  <a:gd name="T3" fmla="*/ 31 h 271"/>
                  <a:gd name="T4" fmla="*/ 101 w 269"/>
                  <a:gd name="T5" fmla="*/ 62 h 271"/>
                  <a:gd name="T6" fmla="*/ 113 w 269"/>
                  <a:gd name="T7" fmla="*/ 96 h 271"/>
                  <a:gd name="T8" fmla="*/ 134 w 269"/>
                  <a:gd name="T9" fmla="*/ 127 h 271"/>
                  <a:gd name="T10" fmla="*/ 163 w 269"/>
                  <a:gd name="T11" fmla="*/ 146 h 271"/>
                  <a:gd name="T12" fmla="*/ 189 w 269"/>
                  <a:gd name="T13" fmla="*/ 160 h 271"/>
                  <a:gd name="T14" fmla="*/ 221 w 269"/>
                  <a:gd name="T15" fmla="*/ 165 h 271"/>
                  <a:gd name="T16" fmla="*/ 269 w 269"/>
                  <a:gd name="T17" fmla="*/ 162 h 271"/>
                  <a:gd name="T18" fmla="*/ 259 w 269"/>
                  <a:gd name="T19" fmla="*/ 201 h 271"/>
                  <a:gd name="T20" fmla="*/ 235 w 269"/>
                  <a:gd name="T21" fmla="*/ 233 h 271"/>
                  <a:gd name="T22" fmla="*/ 206 w 269"/>
                  <a:gd name="T23" fmla="*/ 257 h 271"/>
                  <a:gd name="T24" fmla="*/ 170 w 269"/>
                  <a:gd name="T25" fmla="*/ 271 h 271"/>
                  <a:gd name="T26" fmla="*/ 120 w 269"/>
                  <a:gd name="T27" fmla="*/ 269 h 271"/>
                  <a:gd name="T28" fmla="*/ 84 w 269"/>
                  <a:gd name="T29" fmla="*/ 257 h 271"/>
                  <a:gd name="T30" fmla="*/ 50 w 269"/>
                  <a:gd name="T31" fmla="*/ 238 h 271"/>
                  <a:gd name="T32" fmla="*/ 33 w 269"/>
                  <a:gd name="T33" fmla="*/ 218 h 271"/>
                  <a:gd name="T34" fmla="*/ 12 w 269"/>
                  <a:gd name="T35" fmla="*/ 191 h 271"/>
                  <a:gd name="T36" fmla="*/ 0 w 269"/>
                  <a:gd name="T37" fmla="*/ 151 h 271"/>
                  <a:gd name="T38" fmla="*/ 0 w 269"/>
                  <a:gd name="T39" fmla="*/ 105 h 271"/>
                  <a:gd name="T40" fmla="*/ 14 w 269"/>
                  <a:gd name="T41" fmla="*/ 69 h 271"/>
                  <a:gd name="T42" fmla="*/ 31 w 269"/>
                  <a:gd name="T43" fmla="*/ 40 h 271"/>
                  <a:gd name="T44" fmla="*/ 67 w 269"/>
                  <a:gd name="T45" fmla="*/ 14 h 271"/>
                  <a:gd name="T46" fmla="*/ 108 w 269"/>
                  <a:gd name="T47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9" h="271">
                    <a:moveTo>
                      <a:pt x="108" y="0"/>
                    </a:moveTo>
                    <a:lnTo>
                      <a:pt x="96" y="31"/>
                    </a:lnTo>
                    <a:lnTo>
                      <a:pt x="101" y="62"/>
                    </a:lnTo>
                    <a:lnTo>
                      <a:pt x="113" y="96"/>
                    </a:lnTo>
                    <a:lnTo>
                      <a:pt x="134" y="127"/>
                    </a:lnTo>
                    <a:lnTo>
                      <a:pt x="163" y="146"/>
                    </a:lnTo>
                    <a:lnTo>
                      <a:pt x="189" y="160"/>
                    </a:lnTo>
                    <a:lnTo>
                      <a:pt x="221" y="165"/>
                    </a:lnTo>
                    <a:lnTo>
                      <a:pt x="269" y="162"/>
                    </a:lnTo>
                    <a:lnTo>
                      <a:pt x="259" y="201"/>
                    </a:lnTo>
                    <a:lnTo>
                      <a:pt x="235" y="233"/>
                    </a:lnTo>
                    <a:lnTo>
                      <a:pt x="206" y="257"/>
                    </a:lnTo>
                    <a:lnTo>
                      <a:pt x="170" y="271"/>
                    </a:lnTo>
                    <a:lnTo>
                      <a:pt x="120" y="269"/>
                    </a:lnTo>
                    <a:lnTo>
                      <a:pt x="84" y="257"/>
                    </a:lnTo>
                    <a:lnTo>
                      <a:pt x="50" y="238"/>
                    </a:lnTo>
                    <a:lnTo>
                      <a:pt x="33" y="218"/>
                    </a:lnTo>
                    <a:lnTo>
                      <a:pt x="12" y="191"/>
                    </a:lnTo>
                    <a:lnTo>
                      <a:pt x="0" y="151"/>
                    </a:lnTo>
                    <a:lnTo>
                      <a:pt x="0" y="105"/>
                    </a:lnTo>
                    <a:lnTo>
                      <a:pt x="14" y="69"/>
                    </a:lnTo>
                    <a:lnTo>
                      <a:pt x="31" y="40"/>
                    </a:lnTo>
                    <a:lnTo>
                      <a:pt x="67" y="14"/>
                    </a:lnTo>
                    <a:lnTo>
                      <a:pt x="10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F5F00"/>
                  </a:gs>
                  <a:gs pos="50000">
                    <a:srgbClr val="FFFF00"/>
                  </a:gs>
                  <a:gs pos="100000">
                    <a:srgbClr val="5F5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008" name="Freeform 129">
                <a:extLst>
                  <a:ext uri="{FF2B5EF4-FFF2-40B4-BE49-F238E27FC236}">
                    <a16:creationId xmlns:a16="http://schemas.microsoft.com/office/drawing/2014/main" id="{F90D9BD4-FF83-4A72-AD6D-37C6454D6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7" y="1668"/>
                <a:ext cx="195" cy="196"/>
              </a:xfrm>
              <a:custGeom>
                <a:avLst/>
                <a:gdLst>
                  <a:gd name="T0" fmla="*/ 1346 w 1347"/>
                  <a:gd name="T1" fmla="*/ 674 h 1347"/>
                  <a:gd name="T2" fmla="*/ 1313 w 1347"/>
                  <a:gd name="T3" fmla="*/ 466 h 1347"/>
                  <a:gd name="T4" fmla="*/ 1218 w 1347"/>
                  <a:gd name="T5" fmla="*/ 277 h 1347"/>
                  <a:gd name="T6" fmla="*/ 1069 w 1347"/>
                  <a:gd name="T7" fmla="*/ 128 h 1347"/>
                  <a:gd name="T8" fmla="*/ 881 w 1347"/>
                  <a:gd name="T9" fmla="*/ 33 h 1347"/>
                  <a:gd name="T10" fmla="*/ 673 w 1347"/>
                  <a:gd name="T11" fmla="*/ 0 h 1347"/>
                  <a:gd name="T12" fmla="*/ 464 w 1347"/>
                  <a:gd name="T13" fmla="*/ 33 h 1347"/>
                  <a:gd name="T14" fmla="*/ 277 w 1347"/>
                  <a:gd name="T15" fmla="*/ 128 h 1347"/>
                  <a:gd name="T16" fmla="*/ 128 w 1347"/>
                  <a:gd name="T17" fmla="*/ 277 h 1347"/>
                  <a:gd name="T18" fmla="*/ 32 w 1347"/>
                  <a:gd name="T19" fmla="*/ 466 h 1347"/>
                  <a:gd name="T20" fmla="*/ 0 w 1347"/>
                  <a:gd name="T21" fmla="*/ 674 h 1347"/>
                  <a:gd name="T22" fmla="*/ 32 w 1347"/>
                  <a:gd name="T23" fmla="*/ 882 h 1347"/>
                  <a:gd name="T24" fmla="*/ 128 w 1347"/>
                  <a:gd name="T25" fmla="*/ 1070 h 1347"/>
                  <a:gd name="T26" fmla="*/ 277 w 1347"/>
                  <a:gd name="T27" fmla="*/ 1219 h 1347"/>
                  <a:gd name="T28" fmla="*/ 464 w 1347"/>
                  <a:gd name="T29" fmla="*/ 1314 h 1347"/>
                  <a:gd name="T30" fmla="*/ 673 w 1347"/>
                  <a:gd name="T31" fmla="*/ 1347 h 1347"/>
                  <a:gd name="T32" fmla="*/ 881 w 1347"/>
                  <a:gd name="T33" fmla="*/ 1314 h 1347"/>
                  <a:gd name="T34" fmla="*/ 1069 w 1347"/>
                  <a:gd name="T35" fmla="*/ 1219 h 1347"/>
                  <a:gd name="T36" fmla="*/ 1218 w 1347"/>
                  <a:gd name="T37" fmla="*/ 1070 h 1347"/>
                  <a:gd name="T38" fmla="*/ 1313 w 1347"/>
                  <a:gd name="T39" fmla="*/ 882 h 1347"/>
                  <a:gd name="T40" fmla="*/ 1346 w 1347"/>
                  <a:gd name="T41" fmla="*/ 674 h 1347"/>
                  <a:gd name="T42" fmla="*/ 1347 w 1347"/>
                  <a:gd name="T43" fmla="*/ 674 h 1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7" h="1347">
                    <a:moveTo>
                      <a:pt x="1346" y="674"/>
                    </a:moveTo>
                    <a:lnTo>
                      <a:pt x="1313" y="466"/>
                    </a:lnTo>
                    <a:lnTo>
                      <a:pt x="1218" y="277"/>
                    </a:lnTo>
                    <a:lnTo>
                      <a:pt x="1069" y="128"/>
                    </a:lnTo>
                    <a:lnTo>
                      <a:pt x="881" y="33"/>
                    </a:lnTo>
                    <a:lnTo>
                      <a:pt x="673" y="0"/>
                    </a:lnTo>
                    <a:lnTo>
                      <a:pt x="464" y="33"/>
                    </a:lnTo>
                    <a:lnTo>
                      <a:pt x="277" y="128"/>
                    </a:lnTo>
                    <a:lnTo>
                      <a:pt x="128" y="277"/>
                    </a:lnTo>
                    <a:lnTo>
                      <a:pt x="32" y="466"/>
                    </a:lnTo>
                    <a:lnTo>
                      <a:pt x="0" y="674"/>
                    </a:lnTo>
                    <a:lnTo>
                      <a:pt x="32" y="882"/>
                    </a:lnTo>
                    <a:lnTo>
                      <a:pt x="128" y="1070"/>
                    </a:lnTo>
                    <a:lnTo>
                      <a:pt x="277" y="1219"/>
                    </a:lnTo>
                    <a:lnTo>
                      <a:pt x="464" y="1314"/>
                    </a:lnTo>
                    <a:lnTo>
                      <a:pt x="673" y="1347"/>
                    </a:lnTo>
                    <a:lnTo>
                      <a:pt x="881" y="1314"/>
                    </a:lnTo>
                    <a:lnTo>
                      <a:pt x="1069" y="1219"/>
                    </a:lnTo>
                    <a:lnTo>
                      <a:pt x="1218" y="1070"/>
                    </a:lnTo>
                    <a:lnTo>
                      <a:pt x="1313" y="882"/>
                    </a:lnTo>
                    <a:lnTo>
                      <a:pt x="1346" y="674"/>
                    </a:lnTo>
                    <a:lnTo>
                      <a:pt x="1347" y="674"/>
                    </a:lnTo>
                  </a:path>
                </a:pathLst>
              </a:custGeom>
              <a:solidFill>
                <a:srgbClr val="33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9" name="Freeform 130">
                <a:extLst>
                  <a:ext uri="{FF2B5EF4-FFF2-40B4-BE49-F238E27FC236}">
                    <a16:creationId xmlns:a16="http://schemas.microsoft.com/office/drawing/2014/main" id="{66B06038-35B7-41EB-8900-7EDAAA3D9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7" y="1669"/>
                <a:ext cx="192" cy="198"/>
              </a:xfrm>
              <a:custGeom>
                <a:avLst/>
                <a:gdLst>
                  <a:gd name="T0" fmla="*/ 103 w 265"/>
                  <a:gd name="T1" fmla="*/ 0 h 272"/>
                  <a:gd name="T2" fmla="*/ 96 w 265"/>
                  <a:gd name="T3" fmla="*/ 35 h 272"/>
                  <a:gd name="T4" fmla="*/ 101 w 265"/>
                  <a:gd name="T5" fmla="*/ 66 h 272"/>
                  <a:gd name="T6" fmla="*/ 113 w 265"/>
                  <a:gd name="T7" fmla="*/ 100 h 272"/>
                  <a:gd name="T8" fmla="*/ 134 w 265"/>
                  <a:gd name="T9" fmla="*/ 131 h 272"/>
                  <a:gd name="T10" fmla="*/ 163 w 265"/>
                  <a:gd name="T11" fmla="*/ 150 h 272"/>
                  <a:gd name="T12" fmla="*/ 189 w 265"/>
                  <a:gd name="T13" fmla="*/ 164 h 272"/>
                  <a:gd name="T14" fmla="*/ 221 w 265"/>
                  <a:gd name="T15" fmla="*/ 169 h 272"/>
                  <a:gd name="T16" fmla="*/ 265 w 265"/>
                  <a:gd name="T17" fmla="*/ 166 h 272"/>
                  <a:gd name="T18" fmla="*/ 254 w 265"/>
                  <a:gd name="T19" fmla="*/ 200 h 272"/>
                  <a:gd name="T20" fmla="*/ 230 w 265"/>
                  <a:gd name="T21" fmla="*/ 232 h 272"/>
                  <a:gd name="T22" fmla="*/ 199 w 265"/>
                  <a:gd name="T23" fmla="*/ 256 h 272"/>
                  <a:gd name="T24" fmla="*/ 163 w 265"/>
                  <a:gd name="T25" fmla="*/ 270 h 272"/>
                  <a:gd name="T26" fmla="*/ 120 w 265"/>
                  <a:gd name="T27" fmla="*/ 272 h 272"/>
                  <a:gd name="T28" fmla="*/ 86 w 265"/>
                  <a:gd name="T29" fmla="*/ 263 h 272"/>
                  <a:gd name="T30" fmla="*/ 55 w 265"/>
                  <a:gd name="T31" fmla="*/ 241 h 272"/>
                  <a:gd name="T32" fmla="*/ 33 w 265"/>
                  <a:gd name="T33" fmla="*/ 222 h 272"/>
                  <a:gd name="T34" fmla="*/ 9 w 265"/>
                  <a:gd name="T35" fmla="*/ 188 h 272"/>
                  <a:gd name="T36" fmla="*/ 0 w 265"/>
                  <a:gd name="T37" fmla="*/ 155 h 272"/>
                  <a:gd name="T38" fmla="*/ 0 w 265"/>
                  <a:gd name="T39" fmla="*/ 114 h 272"/>
                  <a:gd name="T40" fmla="*/ 9 w 265"/>
                  <a:gd name="T41" fmla="*/ 73 h 272"/>
                  <a:gd name="T42" fmla="*/ 32 w 265"/>
                  <a:gd name="T43" fmla="*/ 38 h 272"/>
                  <a:gd name="T44" fmla="*/ 60 w 265"/>
                  <a:gd name="T45" fmla="*/ 16 h 272"/>
                  <a:gd name="T46" fmla="*/ 103 w 265"/>
                  <a:gd name="T47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5" h="272">
                    <a:moveTo>
                      <a:pt x="103" y="0"/>
                    </a:moveTo>
                    <a:lnTo>
                      <a:pt x="96" y="35"/>
                    </a:lnTo>
                    <a:lnTo>
                      <a:pt x="101" y="66"/>
                    </a:lnTo>
                    <a:lnTo>
                      <a:pt x="113" y="100"/>
                    </a:lnTo>
                    <a:lnTo>
                      <a:pt x="134" y="131"/>
                    </a:lnTo>
                    <a:lnTo>
                      <a:pt x="163" y="150"/>
                    </a:lnTo>
                    <a:lnTo>
                      <a:pt x="189" y="164"/>
                    </a:lnTo>
                    <a:lnTo>
                      <a:pt x="221" y="169"/>
                    </a:lnTo>
                    <a:lnTo>
                      <a:pt x="265" y="166"/>
                    </a:lnTo>
                    <a:lnTo>
                      <a:pt x="254" y="200"/>
                    </a:lnTo>
                    <a:lnTo>
                      <a:pt x="230" y="232"/>
                    </a:lnTo>
                    <a:lnTo>
                      <a:pt x="199" y="256"/>
                    </a:lnTo>
                    <a:lnTo>
                      <a:pt x="163" y="270"/>
                    </a:lnTo>
                    <a:lnTo>
                      <a:pt x="120" y="272"/>
                    </a:lnTo>
                    <a:lnTo>
                      <a:pt x="86" y="263"/>
                    </a:lnTo>
                    <a:lnTo>
                      <a:pt x="55" y="241"/>
                    </a:lnTo>
                    <a:lnTo>
                      <a:pt x="33" y="222"/>
                    </a:lnTo>
                    <a:lnTo>
                      <a:pt x="9" y="188"/>
                    </a:lnTo>
                    <a:lnTo>
                      <a:pt x="0" y="155"/>
                    </a:lnTo>
                    <a:lnTo>
                      <a:pt x="0" y="114"/>
                    </a:lnTo>
                    <a:lnTo>
                      <a:pt x="9" y="73"/>
                    </a:lnTo>
                    <a:lnTo>
                      <a:pt x="32" y="38"/>
                    </a:lnTo>
                    <a:lnTo>
                      <a:pt x="60" y="16"/>
                    </a:lnTo>
                    <a:lnTo>
                      <a:pt x="1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96900"/>
                  </a:gs>
                  <a:gs pos="50000">
                    <a:srgbClr val="FFFF00"/>
                  </a:gs>
                  <a:gs pos="100000">
                    <a:srgbClr val="6969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 useBgFill="1">
          <p:nvSpPr>
            <p:cNvPr id="5010" name="Rectangle 131">
              <a:extLst>
                <a:ext uri="{FF2B5EF4-FFF2-40B4-BE49-F238E27FC236}">
                  <a16:creationId xmlns:a16="http://schemas.microsoft.com/office/drawing/2014/main" id="{C41EDCC1-F060-41CB-A5AA-CCA5CB891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" y="3324"/>
              <a:ext cx="1679" cy="288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7" dur="500"/>
                                        <p:tgtEl>
                                          <p:spTgt spid="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 additive="base">
                                        <p:cTn id="13" dur="500"/>
                                        <p:tgtEl>
                                          <p:spTgt spid="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9" dur="500"/>
                                        <p:tgtEl>
                                          <p:spTgt spid="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2" dur="500"/>
                                        <p:tgtEl>
                                          <p:spTgt spid="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4" dur="500"/>
                                        <p:tgtEl>
                                          <p:spTgt spid="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7" dur="500"/>
                                        <p:tgtEl>
                                          <p:spTgt spid="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3" dur="500"/>
                                        <p:tgtEl>
                                          <p:spTgt spid="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79" dur="500"/>
                                        <p:tgtEl>
                                          <p:spTgt spid="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5" dur="500"/>
                                        <p:tgtEl>
                                          <p:spTgt spid="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6" dur="500"/>
                                        <p:tgtEl>
                                          <p:spTgt spid="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02" dur="5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08" dur="500"/>
                                        <p:tgtEl>
                                          <p:spTgt spid="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4" dur="500"/>
                                        <p:tgtEl>
                                          <p:spTgt spid="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2" grpId="0" animBg="1"/>
      <p:bldP spid="49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ooter Placeholder 2">
            <a:extLst>
              <a:ext uri="{FF2B5EF4-FFF2-40B4-BE49-F238E27FC236}">
                <a16:creationId xmlns:a16="http://schemas.microsoft.com/office/drawing/2014/main" id="{EE677586-323F-44C2-88DE-AE62E997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sp>
        <p:nvSpPr>
          <p:cNvPr id="5013" name="Line 2">
            <a:extLst>
              <a:ext uri="{FF2B5EF4-FFF2-40B4-BE49-F238E27FC236}">
                <a16:creationId xmlns:a16="http://schemas.microsoft.com/office/drawing/2014/main" id="{23C54583-EC4D-43A7-8E1F-B7E7EF9084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50" y="2209800"/>
            <a:ext cx="5164138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14" name="Oval 3">
            <a:extLst>
              <a:ext uri="{FF2B5EF4-FFF2-40B4-BE49-F238E27FC236}">
                <a16:creationId xmlns:a16="http://schemas.microsoft.com/office/drawing/2014/main" id="{52C0AFF4-E343-422B-8051-0D2EC73D7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43000"/>
            <a:ext cx="2286000" cy="21336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015" name="Line 4">
            <a:extLst>
              <a:ext uri="{FF2B5EF4-FFF2-40B4-BE49-F238E27FC236}">
                <a16:creationId xmlns:a16="http://schemas.microsoft.com/office/drawing/2014/main" id="{17C4F82D-359C-4DB3-A5F4-ED3125BAF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933450"/>
            <a:ext cx="0" cy="254317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16" name="Line 5">
            <a:extLst>
              <a:ext uri="{FF2B5EF4-FFF2-40B4-BE49-F238E27FC236}">
                <a16:creationId xmlns:a16="http://schemas.microsoft.com/office/drawing/2014/main" id="{1FB70421-8CD3-4E51-B843-C5A0A06B1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113" y="2209800"/>
            <a:ext cx="2566987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17" name="Freeform 6">
            <a:extLst>
              <a:ext uri="{FF2B5EF4-FFF2-40B4-BE49-F238E27FC236}">
                <a16:creationId xmlns:a16="http://schemas.microsoft.com/office/drawing/2014/main" id="{EF721314-853B-43CE-807B-4BA936D4A26F}"/>
              </a:ext>
            </a:extLst>
          </p:cNvPr>
          <p:cNvSpPr>
            <a:spLocks/>
          </p:cNvSpPr>
          <p:nvPr/>
        </p:nvSpPr>
        <p:spPr bwMode="auto">
          <a:xfrm>
            <a:off x="1322388" y="1689100"/>
            <a:ext cx="1587" cy="1054100"/>
          </a:xfrm>
          <a:custGeom>
            <a:avLst/>
            <a:gdLst>
              <a:gd name="T0" fmla="*/ 0 w 1"/>
              <a:gd name="T1" fmla="*/ 0 h 664"/>
              <a:gd name="T2" fmla="*/ 0 w 1"/>
              <a:gd name="T3" fmla="*/ 664 h 66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64">
                <a:moveTo>
                  <a:pt x="0" y="0"/>
                </a:moveTo>
                <a:lnTo>
                  <a:pt x="0" y="664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18" name="Oval 7">
            <a:extLst>
              <a:ext uri="{FF2B5EF4-FFF2-40B4-BE49-F238E27FC236}">
                <a16:creationId xmlns:a16="http://schemas.microsoft.com/office/drawing/2014/main" id="{C4071A94-9F70-4CE0-A7C6-298E36871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600200"/>
            <a:ext cx="1371600" cy="12192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019" name="Line 8">
            <a:extLst>
              <a:ext uri="{FF2B5EF4-FFF2-40B4-BE49-F238E27FC236}">
                <a16:creationId xmlns:a16="http://schemas.microsoft.com/office/drawing/2014/main" id="{C7A74708-139C-457C-8C40-BB2C283790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143000"/>
            <a:ext cx="3581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0" name="Line 9">
            <a:extLst>
              <a:ext uri="{FF2B5EF4-FFF2-40B4-BE49-F238E27FC236}">
                <a16:creationId xmlns:a16="http://schemas.microsoft.com/office/drawing/2014/main" id="{BFB0D815-C740-4353-BD2A-D588D486C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276600"/>
            <a:ext cx="3581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1" name="Freeform 10">
            <a:extLst>
              <a:ext uri="{FF2B5EF4-FFF2-40B4-BE49-F238E27FC236}">
                <a16:creationId xmlns:a16="http://schemas.microsoft.com/office/drawing/2014/main" id="{19B816D2-04B8-430A-A4E3-772CF8D27C81}"/>
              </a:ext>
            </a:extLst>
          </p:cNvPr>
          <p:cNvSpPr>
            <a:spLocks/>
          </p:cNvSpPr>
          <p:nvPr/>
        </p:nvSpPr>
        <p:spPr bwMode="auto">
          <a:xfrm>
            <a:off x="762000" y="1143000"/>
            <a:ext cx="1588" cy="2147888"/>
          </a:xfrm>
          <a:custGeom>
            <a:avLst/>
            <a:gdLst>
              <a:gd name="T0" fmla="*/ 0 w 1"/>
              <a:gd name="T1" fmla="*/ 0 h 1353"/>
              <a:gd name="T2" fmla="*/ 0 w 1"/>
              <a:gd name="T3" fmla="*/ 1353 h 135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353">
                <a:moveTo>
                  <a:pt x="0" y="0"/>
                </a:moveTo>
                <a:lnTo>
                  <a:pt x="0" y="135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2" name="Line 11">
            <a:extLst>
              <a:ext uri="{FF2B5EF4-FFF2-40B4-BE49-F238E27FC236}">
                <a16:creationId xmlns:a16="http://schemas.microsoft.com/office/drawing/2014/main" id="{792334C5-45E4-4071-A436-223A2FCAB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447800"/>
            <a:ext cx="21336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3" name="Freeform 12">
            <a:extLst>
              <a:ext uri="{FF2B5EF4-FFF2-40B4-BE49-F238E27FC236}">
                <a16:creationId xmlns:a16="http://schemas.microsoft.com/office/drawing/2014/main" id="{DD5C09EF-500B-43F2-9695-50198C39EFEC}"/>
              </a:ext>
            </a:extLst>
          </p:cNvPr>
          <p:cNvSpPr>
            <a:spLocks/>
          </p:cNvSpPr>
          <p:nvPr/>
        </p:nvSpPr>
        <p:spPr bwMode="auto">
          <a:xfrm>
            <a:off x="762000" y="2967038"/>
            <a:ext cx="2147888" cy="4762"/>
          </a:xfrm>
          <a:custGeom>
            <a:avLst/>
            <a:gdLst>
              <a:gd name="T0" fmla="*/ 0 w 1353"/>
              <a:gd name="T1" fmla="*/ 3 h 3"/>
              <a:gd name="T2" fmla="*/ 1353 w 1353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53" h="3">
                <a:moveTo>
                  <a:pt x="0" y="3"/>
                </a:moveTo>
                <a:lnTo>
                  <a:pt x="1353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4" name="Line 13">
            <a:extLst>
              <a:ext uri="{FF2B5EF4-FFF2-40B4-BE49-F238E27FC236}">
                <a16:creationId xmlns:a16="http://schemas.microsoft.com/office/drawing/2014/main" id="{5EB9566C-A96B-43C4-AB88-D1EB5EFA6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447800"/>
            <a:ext cx="0" cy="1524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5" name="Freeform 14">
            <a:extLst>
              <a:ext uri="{FF2B5EF4-FFF2-40B4-BE49-F238E27FC236}">
                <a16:creationId xmlns:a16="http://schemas.microsoft.com/office/drawing/2014/main" id="{586EDB5B-88F7-4419-B893-86DCA2E26BE3}"/>
              </a:ext>
            </a:extLst>
          </p:cNvPr>
          <p:cNvSpPr>
            <a:spLocks/>
          </p:cNvSpPr>
          <p:nvPr/>
        </p:nvSpPr>
        <p:spPr bwMode="auto">
          <a:xfrm>
            <a:off x="3352800" y="1674813"/>
            <a:ext cx="652463" cy="1587"/>
          </a:xfrm>
          <a:custGeom>
            <a:avLst/>
            <a:gdLst>
              <a:gd name="T0" fmla="*/ 0 w 411"/>
              <a:gd name="T1" fmla="*/ 1 h 1"/>
              <a:gd name="T2" fmla="*/ 411 w 41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1" h="1">
                <a:moveTo>
                  <a:pt x="0" y="1"/>
                </a:moveTo>
                <a:lnTo>
                  <a:pt x="41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6" name="Freeform 15">
            <a:extLst>
              <a:ext uri="{FF2B5EF4-FFF2-40B4-BE49-F238E27FC236}">
                <a16:creationId xmlns:a16="http://schemas.microsoft.com/office/drawing/2014/main" id="{8F7B2006-9614-4292-BAE7-373BD1B14C90}"/>
              </a:ext>
            </a:extLst>
          </p:cNvPr>
          <p:cNvSpPr>
            <a:spLocks/>
          </p:cNvSpPr>
          <p:nvPr/>
        </p:nvSpPr>
        <p:spPr bwMode="auto">
          <a:xfrm>
            <a:off x="3352800" y="2743200"/>
            <a:ext cx="676275" cy="4763"/>
          </a:xfrm>
          <a:custGeom>
            <a:avLst/>
            <a:gdLst>
              <a:gd name="T0" fmla="*/ 0 w 426"/>
              <a:gd name="T1" fmla="*/ 0 h 3"/>
              <a:gd name="T2" fmla="*/ 426 w 426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26" h="3">
                <a:moveTo>
                  <a:pt x="0" y="0"/>
                </a:moveTo>
                <a:lnTo>
                  <a:pt x="426" y="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7" name="Freeform 16">
            <a:extLst>
              <a:ext uri="{FF2B5EF4-FFF2-40B4-BE49-F238E27FC236}">
                <a16:creationId xmlns:a16="http://schemas.microsoft.com/office/drawing/2014/main" id="{9437D662-4F8F-49A3-9B67-9BFDBBD753EE}"/>
              </a:ext>
            </a:extLst>
          </p:cNvPr>
          <p:cNvSpPr>
            <a:spLocks/>
          </p:cNvSpPr>
          <p:nvPr/>
        </p:nvSpPr>
        <p:spPr bwMode="auto">
          <a:xfrm>
            <a:off x="4686300" y="2733675"/>
            <a:ext cx="647700" cy="14288"/>
          </a:xfrm>
          <a:custGeom>
            <a:avLst/>
            <a:gdLst>
              <a:gd name="T0" fmla="*/ 0 w 408"/>
              <a:gd name="T1" fmla="*/ 9 h 9"/>
              <a:gd name="T2" fmla="*/ 408 w 408"/>
              <a:gd name="T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08" h="9">
                <a:moveTo>
                  <a:pt x="0" y="9"/>
                </a:moveTo>
                <a:lnTo>
                  <a:pt x="408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28" name="Oval 17">
            <a:extLst>
              <a:ext uri="{FF2B5EF4-FFF2-40B4-BE49-F238E27FC236}">
                <a16:creationId xmlns:a16="http://schemas.microsoft.com/office/drawing/2014/main" id="{B261649F-FFD5-48F1-98E9-07A4AB3E9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28800"/>
            <a:ext cx="838200" cy="7620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029" name="Freeform 18">
            <a:extLst>
              <a:ext uri="{FF2B5EF4-FFF2-40B4-BE49-F238E27FC236}">
                <a16:creationId xmlns:a16="http://schemas.microsoft.com/office/drawing/2014/main" id="{F6F6C74D-C92A-4F80-BC48-387808CAC7ED}"/>
              </a:ext>
            </a:extLst>
          </p:cNvPr>
          <p:cNvSpPr>
            <a:spLocks/>
          </p:cNvSpPr>
          <p:nvPr/>
        </p:nvSpPr>
        <p:spPr bwMode="auto">
          <a:xfrm>
            <a:off x="2312988" y="1676400"/>
            <a:ext cx="1587" cy="1054100"/>
          </a:xfrm>
          <a:custGeom>
            <a:avLst/>
            <a:gdLst>
              <a:gd name="T0" fmla="*/ 0 w 1"/>
              <a:gd name="T1" fmla="*/ 0 h 664"/>
              <a:gd name="T2" fmla="*/ 0 w 1"/>
              <a:gd name="T3" fmla="*/ 664 h 66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64">
                <a:moveTo>
                  <a:pt x="0" y="0"/>
                </a:moveTo>
                <a:lnTo>
                  <a:pt x="0" y="664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0" name="Oval 19">
            <a:extLst>
              <a:ext uri="{FF2B5EF4-FFF2-40B4-BE49-F238E27FC236}">
                <a16:creationId xmlns:a16="http://schemas.microsoft.com/office/drawing/2014/main" id="{B8D709CC-C960-4B05-BE4F-769F45119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16100"/>
            <a:ext cx="838200" cy="7620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031" name="Line 20">
            <a:extLst>
              <a:ext uri="{FF2B5EF4-FFF2-40B4-BE49-F238E27FC236}">
                <a16:creationId xmlns:a16="http://schemas.microsoft.com/office/drawing/2014/main" id="{5AEDA316-BE50-4502-B33C-9877C6633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143000"/>
            <a:ext cx="0" cy="21336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2" name="Line 21">
            <a:extLst>
              <a:ext uri="{FF2B5EF4-FFF2-40B4-BE49-F238E27FC236}">
                <a16:creationId xmlns:a16="http://schemas.microsoft.com/office/drawing/2014/main" id="{85EDD804-EE83-4036-BF2A-9A33941D2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143000"/>
            <a:ext cx="0" cy="21336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3" name="Freeform 22">
            <a:extLst>
              <a:ext uri="{FF2B5EF4-FFF2-40B4-BE49-F238E27FC236}">
                <a16:creationId xmlns:a16="http://schemas.microsoft.com/office/drawing/2014/main" id="{10FA6D9B-508E-49D9-BEE7-CC76D517CCC0}"/>
              </a:ext>
            </a:extLst>
          </p:cNvPr>
          <p:cNvSpPr>
            <a:spLocks/>
          </p:cNvSpPr>
          <p:nvPr/>
        </p:nvSpPr>
        <p:spPr bwMode="auto">
          <a:xfrm>
            <a:off x="6172200" y="1143000"/>
            <a:ext cx="1758950" cy="1588"/>
          </a:xfrm>
          <a:custGeom>
            <a:avLst/>
            <a:gdLst>
              <a:gd name="T0" fmla="*/ 0 w 1108"/>
              <a:gd name="T1" fmla="*/ 0 h 1"/>
              <a:gd name="T2" fmla="*/ 1108 w 110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08" h="1">
                <a:moveTo>
                  <a:pt x="0" y="0"/>
                </a:moveTo>
                <a:lnTo>
                  <a:pt x="1108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4" name="Freeform 23">
            <a:extLst>
              <a:ext uri="{FF2B5EF4-FFF2-40B4-BE49-F238E27FC236}">
                <a16:creationId xmlns:a16="http://schemas.microsoft.com/office/drawing/2014/main" id="{5E74BE43-26F3-467A-A90E-99DD8323D899}"/>
              </a:ext>
            </a:extLst>
          </p:cNvPr>
          <p:cNvSpPr>
            <a:spLocks/>
          </p:cNvSpPr>
          <p:nvPr/>
        </p:nvSpPr>
        <p:spPr bwMode="auto">
          <a:xfrm>
            <a:off x="6172200" y="3276600"/>
            <a:ext cx="1770063" cy="3175"/>
          </a:xfrm>
          <a:custGeom>
            <a:avLst/>
            <a:gdLst>
              <a:gd name="T0" fmla="*/ 0 w 1115"/>
              <a:gd name="T1" fmla="*/ 0 h 2"/>
              <a:gd name="T2" fmla="*/ 1115 w 1115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15" h="2">
                <a:moveTo>
                  <a:pt x="0" y="0"/>
                </a:moveTo>
                <a:lnTo>
                  <a:pt x="1115" y="2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5" name="Freeform 24">
            <a:extLst>
              <a:ext uri="{FF2B5EF4-FFF2-40B4-BE49-F238E27FC236}">
                <a16:creationId xmlns:a16="http://schemas.microsoft.com/office/drawing/2014/main" id="{16DF9310-AB00-40F9-9119-50CCC974A861}"/>
              </a:ext>
            </a:extLst>
          </p:cNvPr>
          <p:cNvSpPr>
            <a:spLocks/>
          </p:cNvSpPr>
          <p:nvPr/>
        </p:nvSpPr>
        <p:spPr bwMode="auto">
          <a:xfrm>
            <a:off x="7924800" y="1674813"/>
            <a:ext cx="468313" cy="1587"/>
          </a:xfrm>
          <a:custGeom>
            <a:avLst/>
            <a:gdLst>
              <a:gd name="T0" fmla="*/ 0 w 295"/>
              <a:gd name="T1" fmla="*/ 1 h 1"/>
              <a:gd name="T2" fmla="*/ 295 w 295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5" h="1">
                <a:moveTo>
                  <a:pt x="0" y="1"/>
                </a:moveTo>
                <a:lnTo>
                  <a:pt x="295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6" name="Freeform 25">
            <a:extLst>
              <a:ext uri="{FF2B5EF4-FFF2-40B4-BE49-F238E27FC236}">
                <a16:creationId xmlns:a16="http://schemas.microsoft.com/office/drawing/2014/main" id="{4486A8A4-78D5-4A89-9BAF-94A2CF48A8A8}"/>
              </a:ext>
            </a:extLst>
          </p:cNvPr>
          <p:cNvSpPr>
            <a:spLocks/>
          </p:cNvSpPr>
          <p:nvPr/>
        </p:nvSpPr>
        <p:spPr bwMode="auto">
          <a:xfrm>
            <a:off x="8380413" y="1676400"/>
            <a:ext cx="1587" cy="1095375"/>
          </a:xfrm>
          <a:custGeom>
            <a:avLst/>
            <a:gdLst>
              <a:gd name="T0" fmla="*/ 1 w 1"/>
              <a:gd name="T1" fmla="*/ 0 h 690"/>
              <a:gd name="T2" fmla="*/ 0 w 1"/>
              <a:gd name="T3" fmla="*/ 690 h 69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90">
                <a:moveTo>
                  <a:pt x="1" y="0"/>
                </a:moveTo>
                <a:lnTo>
                  <a:pt x="0" y="69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7" name="Line 26">
            <a:extLst>
              <a:ext uri="{FF2B5EF4-FFF2-40B4-BE49-F238E27FC236}">
                <a16:creationId xmlns:a16="http://schemas.microsoft.com/office/drawing/2014/main" id="{B1EBB4B0-4560-4B8C-91F5-3EA8BECBCD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743200"/>
            <a:ext cx="0" cy="533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8" name="Freeform 27">
            <a:extLst>
              <a:ext uri="{FF2B5EF4-FFF2-40B4-BE49-F238E27FC236}">
                <a16:creationId xmlns:a16="http://schemas.microsoft.com/office/drawing/2014/main" id="{58E8370B-B0C1-4917-AC5B-D935852B37AB}"/>
              </a:ext>
            </a:extLst>
          </p:cNvPr>
          <p:cNvSpPr>
            <a:spLocks/>
          </p:cNvSpPr>
          <p:nvPr/>
        </p:nvSpPr>
        <p:spPr bwMode="auto">
          <a:xfrm>
            <a:off x="7924800" y="2743200"/>
            <a:ext cx="468313" cy="4763"/>
          </a:xfrm>
          <a:custGeom>
            <a:avLst/>
            <a:gdLst>
              <a:gd name="T0" fmla="*/ 0 w 295"/>
              <a:gd name="T1" fmla="*/ 0 h 3"/>
              <a:gd name="T2" fmla="*/ 295 w 295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39" name="Line 28">
            <a:extLst>
              <a:ext uri="{FF2B5EF4-FFF2-40B4-BE49-F238E27FC236}">
                <a16:creationId xmlns:a16="http://schemas.microsoft.com/office/drawing/2014/main" id="{83510E95-2C57-4FA5-BC66-DCCC38B2B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00200"/>
            <a:ext cx="1752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0" name="Line 29">
            <a:extLst>
              <a:ext uri="{FF2B5EF4-FFF2-40B4-BE49-F238E27FC236}">
                <a16:creationId xmlns:a16="http://schemas.microsoft.com/office/drawing/2014/main" id="{78C2BE16-6A98-4E1E-9E1C-063018D8B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819400"/>
            <a:ext cx="1752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1" name="Line 30">
            <a:extLst>
              <a:ext uri="{FF2B5EF4-FFF2-40B4-BE49-F238E27FC236}">
                <a16:creationId xmlns:a16="http://schemas.microsoft.com/office/drawing/2014/main" id="{168DE1A6-AA17-4B83-A4C0-7978D61EBF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447800"/>
            <a:ext cx="4572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2" name="Line 31">
            <a:extLst>
              <a:ext uri="{FF2B5EF4-FFF2-40B4-BE49-F238E27FC236}">
                <a16:creationId xmlns:a16="http://schemas.microsoft.com/office/drawing/2014/main" id="{07E56767-6CAA-4C87-B1D9-47AF080E8A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2971800"/>
            <a:ext cx="4572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3" name="Line 32">
            <a:extLst>
              <a:ext uri="{FF2B5EF4-FFF2-40B4-BE49-F238E27FC236}">
                <a16:creationId xmlns:a16="http://schemas.microsoft.com/office/drawing/2014/main" id="{D497AED2-0A03-4DD6-B21D-08DB27B84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447800"/>
            <a:ext cx="0" cy="1524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4" name="Line 33">
            <a:extLst>
              <a:ext uri="{FF2B5EF4-FFF2-40B4-BE49-F238E27FC236}">
                <a16:creationId xmlns:a16="http://schemas.microsoft.com/office/drawing/2014/main" id="{CE938BFC-FD21-4F27-BE2F-75EA58031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828800"/>
            <a:ext cx="762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5" name="Line 34">
            <a:extLst>
              <a:ext uri="{FF2B5EF4-FFF2-40B4-BE49-F238E27FC236}">
                <a16:creationId xmlns:a16="http://schemas.microsoft.com/office/drawing/2014/main" id="{230EA00E-AB51-4EFC-A0D6-C3020107C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590800"/>
            <a:ext cx="762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46" name="Text Box 35">
            <a:extLst>
              <a:ext uri="{FF2B5EF4-FFF2-40B4-BE49-F238E27FC236}">
                <a16:creationId xmlns:a16="http://schemas.microsoft.com/office/drawing/2014/main" id="{4B699BD3-A89C-4538-8978-E3C358DB4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0675"/>
            <a:ext cx="4043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：求作俯视图</a:t>
            </a:r>
          </a:p>
        </p:txBody>
      </p:sp>
      <p:sp>
        <p:nvSpPr>
          <p:cNvPr id="5047" name="Line 36">
            <a:extLst>
              <a:ext uri="{FF2B5EF4-FFF2-40B4-BE49-F238E27FC236}">
                <a16:creationId xmlns:a16="http://schemas.microsoft.com/office/drawing/2014/main" id="{151633BA-E789-42E8-9C13-413689BFB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733800"/>
            <a:ext cx="0" cy="25908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048" name="Group 37">
            <a:extLst>
              <a:ext uri="{FF2B5EF4-FFF2-40B4-BE49-F238E27FC236}">
                <a16:creationId xmlns:a16="http://schemas.microsoft.com/office/drawing/2014/main" id="{E58FDFDB-2143-4D4D-8766-E3AB22EFD0B6}"/>
              </a:ext>
            </a:extLst>
          </p:cNvPr>
          <p:cNvGrpSpPr>
            <a:grpSpLocks/>
          </p:cNvGrpSpPr>
          <p:nvPr/>
        </p:nvGrpSpPr>
        <p:grpSpPr bwMode="auto">
          <a:xfrm>
            <a:off x="3205163" y="2173288"/>
            <a:ext cx="2265362" cy="1703387"/>
            <a:chOff x="2019" y="1369"/>
            <a:chExt cx="1427" cy="1073"/>
          </a:xfrm>
        </p:grpSpPr>
        <p:sp>
          <p:nvSpPr>
            <p:cNvPr id="5049" name="Freeform 38">
              <a:extLst>
                <a:ext uri="{FF2B5EF4-FFF2-40B4-BE49-F238E27FC236}">
                  <a16:creationId xmlns:a16="http://schemas.microsoft.com/office/drawing/2014/main" id="{0684C0B5-6C8E-4776-A636-2210E3747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397"/>
              <a:ext cx="1" cy="1031"/>
            </a:xfrm>
            <a:custGeom>
              <a:avLst/>
              <a:gdLst>
                <a:gd name="T0" fmla="*/ 0 w 1"/>
                <a:gd name="T1" fmla="*/ 0 h 1031"/>
                <a:gd name="T2" fmla="*/ 0 w 1"/>
                <a:gd name="T3" fmla="*/ 1031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31">
                  <a:moveTo>
                    <a:pt x="0" y="0"/>
                  </a:moveTo>
                  <a:lnTo>
                    <a:pt x="0" y="1031"/>
                  </a:lnTo>
                </a:path>
              </a:pathLst>
            </a:cu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50" name="Freeform 39">
              <a:extLst>
                <a:ext uri="{FF2B5EF4-FFF2-40B4-BE49-F238E27FC236}">
                  <a16:creationId xmlns:a16="http://schemas.microsoft.com/office/drawing/2014/main" id="{1F3A5E83-A38A-44ED-A89F-8BF665F13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1369"/>
              <a:ext cx="1" cy="1073"/>
            </a:xfrm>
            <a:custGeom>
              <a:avLst/>
              <a:gdLst>
                <a:gd name="T0" fmla="*/ 0 w 1"/>
                <a:gd name="T1" fmla="*/ 0 h 1073"/>
                <a:gd name="T2" fmla="*/ 0 w 1"/>
                <a:gd name="T3" fmla="*/ 1073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73">
                  <a:moveTo>
                    <a:pt x="0" y="0"/>
                  </a:moveTo>
                  <a:lnTo>
                    <a:pt x="0" y="1073"/>
                  </a:lnTo>
                </a:path>
              </a:pathLst>
            </a:cu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051" name="Rectangle 40">
            <a:extLst>
              <a:ext uri="{FF2B5EF4-FFF2-40B4-BE49-F238E27FC236}">
                <a16:creationId xmlns:a16="http://schemas.microsoft.com/office/drawing/2014/main" id="{9CE02690-0CB1-493A-BECD-EB07C2A7F2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6600" y="3810000"/>
            <a:ext cx="2133600" cy="2286000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5052" name="Group 41">
            <a:extLst>
              <a:ext uri="{FF2B5EF4-FFF2-40B4-BE49-F238E27FC236}">
                <a16:creationId xmlns:a16="http://schemas.microsoft.com/office/drawing/2014/main" id="{67BE3EB2-B37E-4309-A25A-D540C4133355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676400"/>
            <a:ext cx="1981200" cy="4038600"/>
            <a:chOff x="2112" y="1056"/>
            <a:chExt cx="1248" cy="2544"/>
          </a:xfrm>
        </p:grpSpPr>
        <p:sp>
          <p:nvSpPr>
            <p:cNvPr id="5053" name="Line 42">
              <a:extLst>
                <a:ext uri="{FF2B5EF4-FFF2-40B4-BE49-F238E27FC236}">
                  <a16:creationId xmlns:a16="http://schemas.microsoft.com/office/drawing/2014/main" id="{ED065898-F4DA-42A3-8D34-FB95CD001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056"/>
              <a:ext cx="0" cy="2544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54" name="Line 43">
              <a:extLst>
                <a:ext uri="{FF2B5EF4-FFF2-40B4-BE49-F238E27FC236}">
                  <a16:creationId xmlns:a16="http://schemas.microsoft.com/office/drawing/2014/main" id="{F5826054-BF77-4BD4-B8E2-AA3604FE5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056"/>
              <a:ext cx="0" cy="2544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055" name="Line 44">
            <a:extLst>
              <a:ext uri="{FF2B5EF4-FFF2-40B4-BE49-F238E27FC236}">
                <a16:creationId xmlns:a16="http://schemas.microsoft.com/office/drawing/2014/main" id="{2971D08F-D9B2-4293-9060-ED28452E7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562600"/>
            <a:ext cx="19812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056" name="Group 45">
            <a:extLst>
              <a:ext uri="{FF2B5EF4-FFF2-40B4-BE49-F238E27FC236}">
                <a16:creationId xmlns:a16="http://schemas.microsoft.com/office/drawing/2014/main" id="{6738A1A7-B493-4E72-840E-EA121C45516C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562600"/>
            <a:ext cx="1981200" cy="457200"/>
            <a:chOff x="2112" y="3504"/>
            <a:chExt cx="1248" cy="288"/>
          </a:xfrm>
        </p:grpSpPr>
        <p:sp>
          <p:nvSpPr>
            <p:cNvPr id="5057" name="Line 46">
              <a:extLst>
                <a:ext uri="{FF2B5EF4-FFF2-40B4-BE49-F238E27FC236}">
                  <a16:creationId xmlns:a16="http://schemas.microsoft.com/office/drawing/2014/main" id="{87BBAC29-1C36-4BDE-977A-D04C914F6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58" name="Line 47">
              <a:extLst>
                <a:ext uri="{FF2B5EF4-FFF2-40B4-BE49-F238E27FC236}">
                  <a16:creationId xmlns:a16="http://schemas.microsoft.com/office/drawing/2014/main" id="{CAF50AFB-36CC-4518-9B88-344D04483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059" name="Group 48">
            <a:extLst>
              <a:ext uri="{FF2B5EF4-FFF2-40B4-BE49-F238E27FC236}">
                <a16:creationId xmlns:a16="http://schemas.microsoft.com/office/drawing/2014/main" id="{0E935073-7CBE-4441-AE8F-569E88FE03F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209800"/>
            <a:ext cx="1371600" cy="1676400"/>
            <a:chOff x="2304" y="1392"/>
            <a:chExt cx="864" cy="1056"/>
          </a:xfrm>
        </p:grpSpPr>
        <p:sp>
          <p:nvSpPr>
            <p:cNvPr id="5060" name="Line 49">
              <a:extLst>
                <a:ext uri="{FF2B5EF4-FFF2-40B4-BE49-F238E27FC236}">
                  <a16:creationId xmlns:a16="http://schemas.microsoft.com/office/drawing/2014/main" id="{CC4E9862-C0F9-49DC-BEB5-E50C6996C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392"/>
              <a:ext cx="0" cy="1056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61" name="Line 50">
              <a:extLst>
                <a:ext uri="{FF2B5EF4-FFF2-40B4-BE49-F238E27FC236}">
                  <a16:creationId xmlns:a16="http://schemas.microsoft.com/office/drawing/2014/main" id="{5434AA42-62B4-4B24-B512-01BDE4176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92"/>
              <a:ext cx="0" cy="1056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062" name="Group 51">
            <a:extLst>
              <a:ext uri="{FF2B5EF4-FFF2-40B4-BE49-F238E27FC236}">
                <a16:creationId xmlns:a16="http://schemas.microsoft.com/office/drawing/2014/main" id="{29882F32-03CE-4AAE-B5FE-8CA9CB5DD13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886200"/>
            <a:ext cx="1371600" cy="2133600"/>
            <a:chOff x="2304" y="2448"/>
            <a:chExt cx="864" cy="1344"/>
          </a:xfrm>
        </p:grpSpPr>
        <p:sp>
          <p:nvSpPr>
            <p:cNvPr id="5063" name="Line 52">
              <a:extLst>
                <a:ext uri="{FF2B5EF4-FFF2-40B4-BE49-F238E27FC236}">
                  <a16:creationId xmlns:a16="http://schemas.microsoft.com/office/drawing/2014/main" id="{8F481771-241C-4032-B26B-6B9E455E0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64" name="Line 53">
              <a:extLst>
                <a:ext uri="{FF2B5EF4-FFF2-40B4-BE49-F238E27FC236}">
                  <a16:creationId xmlns:a16="http://schemas.microsoft.com/office/drawing/2014/main" id="{43EC45A6-01E8-4B87-9D20-086719FAD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065" name="Group 54">
            <a:extLst>
              <a:ext uri="{FF2B5EF4-FFF2-40B4-BE49-F238E27FC236}">
                <a16:creationId xmlns:a16="http://schemas.microsoft.com/office/drawing/2014/main" id="{397FB5CA-A875-4730-AA38-5CB1212F3C42}"/>
              </a:ext>
            </a:extLst>
          </p:cNvPr>
          <p:cNvGrpSpPr>
            <a:grpSpLocks/>
          </p:cNvGrpSpPr>
          <p:nvPr/>
        </p:nvGrpSpPr>
        <p:grpSpPr bwMode="auto">
          <a:xfrm>
            <a:off x="4006850" y="1676400"/>
            <a:ext cx="673100" cy="3886200"/>
            <a:chOff x="2524" y="1056"/>
            <a:chExt cx="424" cy="2448"/>
          </a:xfrm>
        </p:grpSpPr>
        <p:sp>
          <p:nvSpPr>
            <p:cNvPr id="5066" name="Line 55">
              <a:extLst>
                <a:ext uri="{FF2B5EF4-FFF2-40B4-BE49-F238E27FC236}">
                  <a16:creationId xmlns:a16="http://schemas.microsoft.com/office/drawing/2014/main" id="{04B6DF0C-5C92-46E3-BF69-B4662EE53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1056"/>
              <a:ext cx="0" cy="2448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67" name="Line 56">
              <a:extLst>
                <a:ext uri="{FF2B5EF4-FFF2-40B4-BE49-F238E27FC236}">
                  <a16:creationId xmlns:a16="http://schemas.microsoft.com/office/drawing/2014/main" id="{5B91D26B-38A1-49E1-99F7-0D0A327E6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" y="1056"/>
              <a:ext cx="0" cy="2448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068" name="Line 57">
            <a:extLst>
              <a:ext uri="{FF2B5EF4-FFF2-40B4-BE49-F238E27FC236}">
                <a16:creationId xmlns:a16="http://schemas.microsoft.com/office/drawing/2014/main" id="{33093F29-0196-4762-B80F-4CBD7B5E2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6019800"/>
            <a:ext cx="681037" cy="0"/>
          </a:xfrm>
          <a:prstGeom prst="line">
            <a:avLst/>
          </a:prstGeom>
          <a:noFill/>
          <a:ln w="38100" cap="flat" algn="ctr">
            <a:solidFill>
              <a:srgbClr val="85FFC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069" name="Group 58">
            <a:extLst>
              <a:ext uri="{FF2B5EF4-FFF2-40B4-BE49-F238E27FC236}">
                <a16:creationId xmlns:a16="http://schemas.microsoft.com/office/drawing/2014/main" id="{BD45BF81-78A0-482F-86FF-C5F92F09E413}"/>
              </a:ext>
            </a:extLst>
          </p:cNvPr>
          <p:cNvGrpSpPr>
            <a:grpSpLocks/>
          </p:cNvGrpSpPr>
          <p:nvPr/>
        </p:nvGrpSpPr>
        <p:grpSpPr bwMode="auto">
          <a:xfrm>
            <a:off x="4005263" y="5562600"/>
            <a:ext cx="681037" cy="457200"/>
            <a:chOff x="2496" y="3504"/>
            <a:chExt cx="480" cy="288"/>
          </a:xfrm>
        </p:grpSpPr>
        <p:sp>
          <p:nvSpPr>
            <p:cNvPr id="5070" name="Line 59">
              <a:extLst>
                <a:ext uri="{FF2B5EF4-FFF2-40B4-BE49-F238E27FC236}">
                  <a16:creationId xmlns:a16="http://schemas.microsoft.com/office/drawing/2014/main" id="{389DDAB8-1B17-48CB-A9AE-6DDD1409B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71" name="Line 60">
              <a:extLst>
                <a:ext uri="{FF2B5EF4-FFF2-40B4-BE49-F238E27FC236}">
                  <a16:creationId xmlns:a16="http://schemas.microsoft.com/office/drawing/2014/main" id="{E114E164-3C1B-4AAF-B4B1-8DDD36559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072" name="Line 61">
            <a:extLst>
              <a:ext uri="{FF2B5EF4-FFF2-40B4-BE49-F238E27FC236}">
                <a16:creationId xmlns:a16="http://schemas.microsoft.com/office/drawing/2014/main" id="{D7B7685E-A218-469F-8315-A8DEF2451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3276600"/>
            <a:ext cx="0" cy="685800"/>
          </a:xfrm>
          <a:prstGeom prst="line">
            <a:avLst/>
          </a:prstGeom>
          <a:noFill/>
          <a:ln w="127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3" name="Line 62">
            <a:extLst>
              <a:ext uri="{FF2B5EF4-FFF2-40B4-BE49-F238E27FC236}">
                <a16:creationId xmlns:a16="http://schemas.microsoft.com/office/drawing/2014/main" id="{6336F3DD-85CA-4784-926A-732C31327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5105400"/>
            <a:ext cx="35814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4" name="Line 63">
            <a:extLst>
              <a:ext uri="{FF2B5EF4-FFF2-40B4-BE49-F238E27FC236}">
                <a16:creationId xmlns:a16="http://schemas.microsoft.com/office/drawing/2014/main" id="{433E63DF-C695-47B3-B394-F9692D2E8A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886200"/>
            <a:ext cx="0" cy="1219200"/>
          </a:xfrm>
          <a:prstGeom prst="line">
            <a:avLst/>
          </a:prstGeom>
          <a:noFill/>
          <a:ln w="38100" cap="flat" algn="ctr">
            <a:solidFill>
              <a:srgbClr val="DD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5" name="Line 64">
            <a:extLst>
              <a:ext uri="{FF2B5EF4-FFF2-40B4-BE49-F238E27FC236}">
                <a16:creationId xmlns:a16="http://schemas.microsoft.com/office/drawing/2014/main" id="{111A2943-9D9D-400C-AFA7-E6296FEFA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971800"/>
            <a:ext cx="0" cy="1752600"/>
          </a:xfrm>
          <a:prstGeom prst="line">
            <a:avLst/>
          </a:prstGeom>
          <a:noFill/>
          <a:ln w="127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6" name="Line 65">
            <a:extLst>
              <a:ext uri="{FF2B5EF4-FFF2-40B4-BE49-F238E27FC236}">
                <a16:creationId xmlns:a16="http://schemas.microsoft.com/office/drawing/2014/main" id="{FB3E30EB-9859-4915-B0E2-F71D853DA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724400"/>
            <a:ext cx="0" cy="3810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7" name="Line 66">
            <a:extLst>
              <a:ext uri="{FF2B5EF4-FFF2-40B4-BE49-F238E27FC236}">
                <a16:creationId xmlns:a16="http://schemas.microsoft.com/office/drawing/2014/main" id="{154FE37F-A7F7-4BBC-BF21-827CF6680D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4724400"/>
            <a:ext cx="2133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8" name="Freeform 67">
            <a:extLst>
              <a:ext uri="{FF2B5EF4-FFF2-40B4-BE49-F238E27FC236}">
                <a16:creationId xmlns:a16="http://schemas.microsoft.com/office/drawing/2014/main" id="{C0D6B4FD-A7D7-4F59-8B03-CBA4BBCE22D3}"/>
              </a:ext>
            </a:extLst>
          </p:cNvPr>
          <p:cNvSpPr>
            <a:spLocks/>
          </p:cNvSpPr>
          <p:nvPr/>
        </p:nvSpPr>
        <p:spPr bwMode="auto">
          <a:xfrm>
            <a:off x="1322388" y="2217738"/>
            <a:ext cx="1587" cy="1570037"/>
          </a:xfrm>
          <a:custGeom>
            <a:avLst/>
            <a:gdLst>
              <a:gd name="T0" fmla="*/ 0 w 1"/>
              <a:gd name="T1" fmla="*/ 0 h 989"/>
              <a:gd name="T2" fmla="*/ 0 w 1"/>
              <a:gd name="T3" fmla="*/ 989 h 9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989">
                <a:moveTo>
                  <a:pt x="0" y="0"/>
                </a:moveTo>
                <a:lnTo>
                  <a:pt x="0" y="989"/>
                </a:lnTo>
              </a:path>
            </a:pathLst>
          </a:custGeom>
          <a:noFill/>
          <a:ln w="127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79" name="Freeform 68">
            <a:extLst>
              <a:ext uri="{FF2B5EF4-FFF2-40B4-BE49-F238E27FC236}">
                <a16:creationId xmlns:a16="http://schemas.microsoft.com/office/drawing/2014/main" id="{0223379F-C3CF-41BA-AB54-66661E62E927}"/>
              </a:ext>
            </a:extLst>
          </p:cNvPr>
          <p:cNvSpPr>
            <a:spLocks/>
          </p:cNvSpPr>
          <p:nvPr/>
        </p:nvSpPr>
        <p:spPr bwMode="auto">
          <a:xfrm>
            <a:off x="1322388" y="3763963"/>
            <a:ext cx="1587" cy="1211262"/>
          </a:xfrm>
          <a:custGeom>
            <a:avLst/>
            <a:gdLst>
              <a:gd name="T0" fmla="*/ 0 w 1"/>
              <a:gd name="T1" fmla="*/ 0 h 763"/>
              <a:gd name="T2" fmla="*/ 0 w 1"/>
              <a:gd name="T3" fmla="*/ 763 h 76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763">
                <a:moveTo>
                  <a:pt x="0" y="0"/>
                </a:moveTo>
                <a:lnTo>
                  <a:pt x="0" y="763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80" name="Line 69">
            <a:extLst>
              <a:ext uri="{FF2B5EF4-FFF2-40B4-BE49-F238E27FC236}">
                <a16:creationId xmlns:a16="http://schemas.microsoft.com/office/drawing/2014/main" id="{85A464B6-7BEE-4777-BDA1-8763F5A8A3B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52400" y="4495800"/>
            <a:ext cx="12192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081" name="Group 70">
            <a:extLst>
              <a:ext uri="{FF2B5EF4-FFF2-40B4-BE49-F238E27FC236}">
                <a16:creationId xmlns:a16="http://schemas.microsoft.com/office/drawing/2014/main" id="{E2CF52E3-9FFB-481C-8EF2-C435FED39A25}"/>
              </a:ext>
            </a:extLst>
          </p:cNvPr>
          <p:cNvGrpSpPr>
            <a:grpSpLocks/>
          </p:cNvGrpSpPr>
          <p:nvPr/>
        </p:nvGrpSpPr>
        <p:grpSpPr bwMode="auto">
          <a:xfrm>
            <a:off x="919163" y="2209800"/>
            <a:ext cx="833437" cy="1676400"/>
            <a:chOff x="579" y="1392"/>
            <a:chExt cx="525" cy="1056"/>
          </a:xfrm>
        </p:grpSpPr>
        <p:sp>
          <p:nvSpPr>
            <p:cNvPr id="5082" name="Freeform 71">
              <a:extLst>
                <a:ext uri="{FF2B5EF4-FFF2-40B4-BE49-F238E27FC236}">
                  <a16:creationId xmlns:a16="http://schemas.microsoft.com/office/drawing/2014/main" id="{A5E77377-B8CB-40CE-B68D-DD3E986E1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" y="1397"/>
              <a:ext cx="1" cy="1045"/>
            </a:xfrm>
            <a:custGeom>
              <a:avLst/>
              <a:gdLst>
                <a:gd name="T0" fmla="*/ 0 w 1"/>
                <a:gd name="T1" fmla="*/ 0 h 1045"/>
                <a:gd name="T2" fmla="*/ 0 w 1"/>
                <a:gd name="T3" fmla="*/ 1045 h 1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45">
                  <a:moveTo>
                    <a:pt x="0" y="0"/>
                  </a:moveTo>
                  <a:lnTo>
                    <a:pt x="0" y="1045"/>
                  </a:lnTo>
                </a:path>
              </a:pathLst>
            </a:cu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83" name="Line 72">
              <a:extLst>
                <a:ext uri="{FF2B5EF4-FFF2-40B4-BE49-F238E27FC236}">
                  <a16:creationId xmlns:a16="http://schemas.microsoft.com/office/drawing/2014/main" id="{C13FC725-A9DC-47E0-A20E-70CA31A44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92"/>
              <a:ext cx="0" cy="1056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084" name="Freeform 73">
            <a:extLst>
              <a:ext uri="{FF2B5EF4-FFF2-40B4-BE49-F238E27FC236}">
                <a16:creationId xmlns:a16="http://schemas.microsoft.com/office/drawing/2014/main" id="{FD0B518E-5EFC-48C3-ACA9-40F03BEAAB66}"/>
              </a:ext>
            </a:extLst>
          </p:cNvPr>
          <p:cNvSpPr>
            <a:spLocks/>
          </p:cNvSpPr>
          <p:nvPr/>
        </p:nvSpPr>
        <p:spPr bwMode="auto">
          <a:xfrm>
            <a:off x="2308225" y="2195513"/>
            <a:ext cx="1588" cy="1524000"/>
          </a:xfrm>
          <a:custGeom>
            <a:avLst/>
            <a:gdLst>
              <a:gd name="T0" fmla="*/ 0 w 1"/>
              <a:gd name="T1" fmla="*/ 0 h 960"/>
              <a:gd name="T2" fmla="*/ 0 w 1"/>
              <a:gd name="T3" fmla="*/ 960 h 96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960">
                <a:moveTo>
                  <a:pt x="0" y="0"/>
                </a:moveTo>
                <a:lnTo>
                  <a:pt x="0" y="960"/>
                </a:lnTo>
              </a:path>
            </a:pathLst>
          </a:custGeom>
          <a:noFill/>
          <a:ln w="12700" cap="flat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85" name="Freeform 74">
            <a:extLst>
              <a:ext uri="{FF2B5EF4-FFF2-40B4-BE49-F238E27FC236}">
                <a16:creationId xmlns:a16="http://schemas.microsoft.com/office/drawing/2014/main" id="{4F6DF84D-1587-4C5D-80C9-44D863652CEB}"/>
              </a:ext>
            </a:extLst>
          </p:cNvPr>
          <p:cNvSpPr>
            <a:spLocks/>
          </p:cNvSpPr>
          <p:nvPr/>
        </p:nvSpPr>
        <p:spPr bwMode="auto">
          <a:xfrm>
            <a:off x="2308225" y="3763963"/>
            <a:ext cx="1588" cy="1120775"/>
          </a:xfrm>
          <a:custGeom>
            <a:avLst/>
            <a:gdLst>
              <a:gd name="T0" fmla="*/ 0 w 1"/>
              <a:gd name="T1" fmla="*/ 0 h 706"/>
              <a:gd name="T2" fmla="*/ 0 w 1"/>
              <a:gd name="T3" fmla="*/ 706 h 7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706">
                <a:moveTo>
                  <a:pt x="0" y="0"/>
                </a:moveTo>
                <a:lnTo>
                  <a:pt x="0" y="706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086" name="Group 75">
            <a:extLst>
              <a:ext uri="{FF2B5EF4-FFF2-40B4-BE49-F238E27FC236}">
                <a16:creationId xmlns:a16="http://schemas.microsoft.com/office/drawing/2014/main" id="{1D63ADDA-3948-44F3-9A5E-449137055330}"/>
              </a:ext>
            </a:extLst>
          </p:cNvPr>
          <p:cNvGrpSpPr>
            <a:grpSpLocks/>
          </p:cNvGrpSpPr>
          <p:nvPr/>
        </p:nvGrpSpPr>
        <p:grpSpPr bwMode="auto">
          <a:xfrm>
            <a:off x="1887538" y="2209800"/>
            <a:ext cx="855662" cy="1676400"/>
            <a:chOff x="565" y="1392"/>
            <a:chExt cx="539" cy="1056"/>
          </a:xfrm>
        </p:grpSpPr>
        <p:sp>
          <p:nvSpPr>
            <p:cNvPr id="5087" name="Freeform 76">
              <a:extLst>
                <a:ext uri="{FF2B5EF4-FFF2-40B4-BE49-F238E27FC236}">
                  <a16:creationId xmlns:a16="http://schemas.microsoft.com/office/drawing/2014/main" id="{967E53A0-9D54-485C-83BD-716936CC3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1412"/>
              <a:ext cx="1" cy="1016"/>
            </a:xfrm>
            <a:custGeom>
              <a:avLst/>
              <a:gdLst>
                <a:gd name="T0" fmla="*/ 0 w 1"/>
                <a:gd name="T1" fmla="*/ 0 h 1016"/>
                <a:gd name="T2" fmla="*/ 0 w 1"/>
                <a:gd name="T3" fmla="*/ 1016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16">
                  <a:moveTo>
                    <a:pt x="0" y="0"/>
                  </a:moveTo>
                  <a:lnTo>
                    <a:pt x="0" y="1016"/>
                  </a:lnTo>
                </a:path>
              </a:pathLst>
            </a:cu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88" name="Line 77">
              <a:extLst>
                <a:ext uri="{FF2B5EF4-FFF2-40B4-BE49-F238E27FC236}">
                  <a16:creationId xmlns:a16="http://schemas.microsoft.com/office/drawing/2014/main" id="{B3424A25-18F8-4B14-9E8D-88546845D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92"/>
              <a:ext cx="0" cy="1056"/>
            </a:xfrm>
            <a:prstGeom prst="line">
              <a:avLst/>
            </a:prstGeom>
            <a:noFill/>
            <a:ln w="127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089" name="Group 78">
            <a:extLst>
              <a:ext uri="{FF2B5EF4-FFF2-40B4-BE49-F238E27FC236}">
                <a16:creationId xmlns:a16="http://schemas.microsoft.com/office/drawing/2014/main" id="{7E44B3D3-DA20-4A29-AB60-4BA2DCD46E54}"/>
              </a:ext>
            </a:extLst>
          </p:cNvPr>
          <p:cNvGrpSpPr>
            <a:grpSpLocks/>
          </p:cNvGrpSpPr>
          <p:nvPr/>
        </p:nvGrpSpPr>
        <p:grpSpPr bwMode="auto">
          <a:xfrm>
            <a:off x="1887538" y="3886200"/>
            <a:ext cx="855662" cy="865188"/>
            <a:chOff x="565" y="2448"/>
            <a:chExt cx="539" cy="545"/>
          </a:xfrm>
        </p:grpSpPr>
        <p:sp>
          <p:nvSpPr>
            <p:cNvPr id="5090" name="Line 79">
              <a:extLst>
                <a:ext uri="{FF2B5EF4-FFF2-40B4-BE49-F238E27FC236}">
                  <a16:creationId xmlns:a16="http://schemas.microsoft.com/office/drawing/2014/main" id="{31ADA7F4-EC10-44CE-9FF8-5EE944E9B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91" name="Freeform 80">
              <a:extLst>
                <a:ext uri="{FF2B5EF4-FFF2-40B4-BE49-F238E27FC236}">
                  <a16:creationId xmlns:a16="http://schemas.microsoft.com/office/drawing/2014/main" id="{42DA22AA-F988-4331-BA20-1A410954A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092" name="Line 81">
            <a:extLst>
              <a:ext uri="{FF2B5EF4-FFF2-40B4-BE49-F238E27FC236}">
                <a16:creationId xmlns:a16="http://schemas.microsoft.com/office/drawing/2014/main" id="{35AEF990-C2D5-44CF-A2D7-7BBD3964A1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886200"/>
            <a:ext cx="35814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093" name="Group 82">
            <a:extLst>
              <a:ext uri="{FF2B5EF4-FFF2-40B4-BE49-F238E27FC236}">
                <a16:creationId xmlns:a16="http://schemas.microsoft.com/office/drawing/2014/main" id="{17C0353D-542D-4FC0-B63C-9732DD09EB1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886200"/>
            <a:ext cx="838200" cy="838200"/>
            <a:chOff x="576" y="2448"/>
            <a:chExt cx="528" cy="528"/>
          </a:xfrm>
        </p:grpSpPr>
        <p:sp>
          <p:nvSpPr>
            <p:cNvPr id="5094" name="Line 83">
              <a:extLst>
                <a:ext uri="{FF2B5EF4-FFF2-40B4-BE49-F238E27FC236}">
                  <a16:creationId xmlns:a16="http://schemas.microsoft.com/office/drawing/2014/main" id="{DA2FB762-3715-42B1-B3A6-5E0116BDD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95" name="Line 84">
              <a:extLst>
                <a:ext uri="{FF2B5EF4-FFF2-40B4-BE49-F238E27FC236}">
                  <a16:creationId xmlns:a16="http://schemas.microsoft.com/office/drawing/2014/main" id="{DBD62577-E3AA-4F8C-8B39-729A594FA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096" name="Group 85">
            <a:extLst>
              <a:ext uri="{FF2B5EF4-FFF2-40B4-BE49-F238E27FC236}">
                <a16:creationId xmlns:a16="http://schemas.microsoft.com/office/drawing/2014/main" id="{A872DD4D-0AD5-4E57-8FEB-E1FC69345093}"/>
              </a:ext>
            </a:extLst>
          </p:cNvPr>
          <p:cNvGrpSpPr>
            <a:grpSpLocks/>
          </p:cNvGrpSpPr>
          <p:nvPr/>
        </p:nvGrpSpPr>
        <p:grpSpPr bwMode="auto">
          <a:xfrm>
            <a:off x="5789613" y="4230688"/>
            <a:ext cx="2959100" cy="1568450"/>
            <a:chOff x="3169" y="1299"/>
            <a:chExt cx="1864" cy="988"/>
          </a:xfrm>
        </p:grpSpPr>
        <p:grpSp>
          <p:nvGrpSpPr>
            <p:cNvPr id="5097" name="Group 86">
              <a:extLst>
                <a:ext uri="{FF2B5EF4-FFF2-40B4-BE49-F238E27FC236}">
                  <a16:creationId xmlns:a16="http://schemas.microsoft.com/office/drawing/2014/main" id="{BE714E10-1F20-46D9-BFE9-117789D857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7" y="1300"/>
              <a:ext cx="1066" cy="987"/>
              <a:chOff x="2769" y="2291"/>
              <a:chExt cx="1470" cy="1361"/>
            </a:xfrm>
          </p:grpSpPr>
          <p:sp>
            <p:nvSpPr>
              <p:cNvPr id="5098" name="Freeform 87">
                <a:extLst>
                  <a:ext uri="{FF2B5EF4-FFF2-40B4-BE49-F238E27FC236}">
                    <a16:creationId xmlns:a16="http://schemas.microsoft.com/office/drawing/2014/main" id="{A3ECE6C9-79CE-40B7-9B86-AE9FF88EF7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570"/>
                <a:ext cx="999" cy="350"/>
              </a:xfrm>
              <a:custGeom>
                <a:avLst/>
                <a:gdLst>
                  <a:gd name="T0" fmla="*/ 999 w 999"/>
                  <a:gd name="T1" fmla="*/ 350 h 350"/>
                  <a:gd name="T2" fmla="*/ 968 w 999"/>
                  <a:gd name="T3" fmla="*/ 273 h 350"/>
                  <a:gd name="T4" fmla="*/ 915 w 999"/>
                  <a:gd name="T5" fmla="*/ 182 h 350"/>
                  <a:gd name="T6" fmla="*/ 852 w 999"/>
                  <a:gd name="T7" fmla="*/ 129 h 350"/>
                  <a:gd name="T8" fmla="*/ 771 w 999"/>
                  <a:gd name="T9" fmla="*/ 62 h 350"/>
                  <a:gd name="T10" fmla="*/ 689 w 999"/>
                  <a:gd name="T11" fmla="*/ 28 h 350"/>
                  <a:gd name="T12" fmla="*/ 617 w 999"/>
                  <a:gd name="T13" fmla="*/ 9 h 350"/>
                  <a:gd name="T14" fmla="*/ 516 w 999"/>
                  <a:gd name="T15" fmla="*/ 0 h 350"/>
                  <a:gd name="T16" fmla="*/ 406 w 999"/>
                  <a:gd name="T17" fmla="*/ 9 h 350"/>
                  <a:gd name="T18" fmla="*/ 315 w 999"/>
                  <a:gd name="T19" fmla="*/ 28 h 350"/>
                  <a:gd name="T20" fmla="*/ 237 w 999"/>
                  <a:gd name="T21" fmla="*/ 81 h 350"/>
                  <a:gd name="T22" fmla="*/ 162 w 999"/>
                  <a:gd name="T23" fmla="*/ 132 h 350"/>
                  <a:gd name="T24" fmla="*/ 95 w 999"/>
                  <a:gd name="T25" fmla="*/ 195 h 350"/>
                  <a:gd name="T26" fmla="*/ 41 w 999"/>
                  <a:gd name="T27" fmla="*/ 269 h 350"/>
                  <a:gd name="T28" fmla="*/ 0 w 999"/>
                  <a:gd name="T29" fmla="*/ 350 h 350"/>
                  <a:gd name="T30" fmla="*/ 0 w 999"/>
                  <a:gd name="T31" fmla="*/ 35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99" h="350">
                    <a:moveTo>
                      <a:pt x="999" y="350"/>
                    </a:moveTo>
                    <a:lnTo>
                      <a:pt x="968" y="273"/>
                    </a:lnTo>
                    <a:lnTo>
                      <a:pt x="915" y="182"/>
                    </a:lnTo>
                    <a:lnTo>
                      <a:pt x="852" y="129"/>
                    </a:lnTo>
                    <a:lnTo>
                      <a:pt x="771" y="62"/>
                    </a:lnTo>
                    <a:lnTo>
                      <a:pt x="689" y="28"/>
                    </a:lnTo>
                    <a:lnTo>
                      <a:pt x="617" y="9"/>
                    </a:lnTo>
                    <a:lnTo>
                      <a:pt x="516" y="0"/>
                    </a:lnTo>
                    <a:lnTo>
                      <a:pt x="406" y="9"/>
                    </a:lnTo>
                    <a:lnTo>
                      <a:pt x="315" y="28"/>
                    </a:lnTo>
                    <a:lnTo>
                      <a:pt x="237" y="81"/>
                    </a:lnTo>
                    <a:lnTo>
                      <a:pt x="162" y="132"/>
                    </a:lnTo>
                    <a:lnTo>
                      <a:pt x="95" y="195"/>
                    </a:lnTo>
                    <a:lnTo>
                      <a:pt x="41" y="269"/>
                    </a:lnTo>
                    <a:lnTo>
                      <a:pt x="0" y="350"/>
                    </a:lnTo>
                  </a:path>
                </a:pathLst>
              </a:custGeom>
              <a:gradFill rotWithShape="0">
                <a:gsLst>
                  <a:gs pos="0">
                    <a:srgbClr val="FF99FF"/>
                  </a:gs>
                  <a:gs pos="100000">
                    <a:srgbClr val="DC84DC"/>
                  </a:gs>
                </a:gsLst>
                <a:lin ang="54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9" name="Freeform 88">
                <a:extLst>
                  <a:ext uri="{FF2B5EF4-FFF2-40B4-BE49-F238E27FC236}">
                    <a16:creationId xmlns:a16="http://schemas.microsoft.com/office/drawing/2014/main" id="{347B61EE-ACF1-4A03-B935-20416AEC8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7" y="3238"/>
                <a:ext cx="986" cy="414"/>
              </a:xfrm>
              <a:custGeom>
                <a:avLst/>
                <a:gdLst>
                  <a:gd name="T0" fmla="*/ 210 w 986"/>
                  <a:gd name="T1" fmla="*/ 0 h 414"/>
                  <a:gd name="T2" fmla="*/ 0 w 986"/>
                  <a:gd name="T3" fmla="*/ 189 h 414"/>
                  <a:gd name="T4" fmla="*/ 94 w 986"/>
                  <a:gd name="T5" fmla="*/ 276 h 414"/>
                  <a:gd name="T6" fmla="*/ 154 w 986"/>
                  <a:gd name="T7" fmla="*/ 314 h 414"/>
                  <a:gd name="T8" fmla="*/ 238 w 986"/>
                  <a:gd name="T9" fmla="*/ 363 h 414"/>
                  <a:gd name="T10" fmla="*/ 327 w 986"/>
                  <a:gd name="T11" fmla="*/ 396 h 414"/>
                  <a:gd name="T12" fmla="*/ 426 w 986"/>
                  <a:gd name="T13" fmla="*/ 414 h 414"/>
                  <a:gd name="T14" fmla="*/ 523 w 986"/>
                  <a:gd name="T15" fmla="*/ 413 h 414"/>
                  <a:gd name="T16" fmla="*/ 625 w 986"/>
                  <a:gd name="T17" fmla="*/ 396 h 414"/>
                  <a:gd name="T18" fmla="*/ 721 w 986"/>
                  <a:gd name="T19" fmla="*/ 362 h 414"/>
                  <a:gd name="T20" fmla="*/ 807 w 986"/>
                  <a:gd name="T21" fmla="*/ 309 h 414"/>
                  <a:gd name="T22" fmla="*/ 865 w 986"/>
                  <a:gd name="T23" fmla="*/ 243 h 414"/>
                  <a:gd name="T24" fmla="*/ 924 w 986"/>
                  <a:gd name="T25" fmla="*/ 166 h 414"/>
                  <a:gd name="T26" fmla="*/ 986 w 986"/>
                  <a:gd name="T27" fmla="*/ 76 h 414"/>
                  <a:gd name="T28" fmla="*/ 969 w 986"/>
                  <a:gd name="T29" fmla="*/ 79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86" h="414">
                    <a:moveTo>
                      <a:pt x="210" y="0"/>
                    </a:moveTo>
                    <a:lnTo>
                      <a:pt x="0" y="189"/>
                    </a:lnTo>
                    <a:lnTo>
                      <a:pt x="94" y="276"/>
                    </a:lnTo>
                    <a:lnTo>
                      <a:pt x="154" y="314"/>
                    </a:lnTo>
                    <a:lnTo>
                      <a:pt x="238" y="363"/>
                    </a:lnTo>
                    <a:lnTo>
                      <a:pt x="327" y="396"/>
                    </a:lnTo>
                    <a:lnTo>
                      <a:pt x="426" y="414"/>
                    </a:lnTo>
                    <a:lnTo>
                      <a:pt x="523" y="413"/>
                    </a:lnTo>
                    <a:lnTo>
                      <a:pt x="625" y="396"/>
                    </a:lnTo>
                    <a:lnTo>
                      <a:pt x="721" y="362"/>
                    </a:lnTo>
                    <a:lnTo>
                      <a:pt x="807" y="309"/>
                    </a:lnTo>
                    <a:lnTo>
                      <a:pt x="865" y="243"/>
                    </a:lnTo>
                    <a:lnTo>
                      <a:pt x="924" y="166"/>
                    </a:lnTo>
                    <a:lnTo>
                      <a:pt x="986" y="76"/>
                    </a:lnTo>
                    <a:lnTo>
                      <a:pt x="969" y="79"/>
                    </a:lnTo>
                  </a:path>
                </a:pathLst>
              </a:custGeom>
              <a:gradFill rotWithShape="0">
                <a:gsLst>
                  <a:gs pos="0">
                    <a:srgbClr val="B96FB9"/>
                  </a:gs>
                  <a:gs pos="100000">
                    <a:srgbClr val="FF99FF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0" name="Freeform 89">
                <a:extLst>
                  <a:ext uri="{FF2B5EF4-FFF2-40B4-BE49-F238E27FC236}">
                    <a16:creationId xmlns:a16="http://schemas.microsoft.com/office/drawing/2014/main" id="{C5BD30CD-2AC0-41FB-BF89-E2FCCFA8D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9" y="3012"/>
                <a:ext cx="284" cy="422"/>
              </a:xfrm>
              <a:custGeom>
                <a:avLst/>
                <a:gdLst>
                  <a:gd name="T0" fmla="*/ 37 w 284"/>
                  <a:gd name="T1" fmla="*/ 0 h 422"/>
                  <a:gd name="T2" fmla="*/ 277 w 284"/>
                  <a:gd name="T3" fmla="*/ 8 h 422"/>
                  <a:gd name="T4" fmla="*/ 255 w 284"/>
                  <a:gd name="T5" fmla="*/ 51 h 422"/>
                  <a:gd name="T6" fmla="*/ 226 w 284"/>
                  <a:gd name="T7" fmla="*/ 110 h 422"/>
                  <a:gd name="T8" fmla="*/ 219 w 284"/>
                  <a:gd name="T9" fmla="*/ 190 h 422"/>
                  <a:gd name="T10" fmla="*/ 226 w 284"/>
                  <a:gd name="T11" fmla="*/ 262 h 422"/>
                  <a:gd name="T12" fmla="*/ 248 w 284"/>
                  <a:gd name="T13" fmla="*/ 342 h 422"/>
                  <a:gd name="T14" fmla="*/ 284 w 284"/>
                  <a:gd name="T15" fmla="*/ 415 h 422"/>
                  <a:gd name="T16" fmla="*/ 59 w 284"/>
                  <a:gd name="T17" fmla="*/ 422 h 422"/>
                  <a:gd name="T18" fmla="*/ 22 w 284"/>
                  <a:gd name="T19" fmla="*/ 350 h 422"/>
                  <a:gd name="T20" fmla="*/ 8 w 284"/>
                  <a:gd name="T21" fmla="*/ 291 h 422"/>
                  <a:gd name="T22" fmla="*/ 0 w 284"/>
                  <a:gd name="T23" fmla="*/ 197 h 422"/>
                  <a:gd name="T24" fmla="*/ 8 w 284"/>
                  <a:gd name="T25" fmla="*/ 131 h 422"/>
                  <a:gd name="T26" fmla="*/ 22 w 284"/>
                  <a:gd name="T27" fmla="*/ 66 h 422"/>
                  <a:gd name="T28" fmla="*/ 37 w 284"/>
                  <a:gd name="T29" fmla="*/ 0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4" h="422">
                    <a:moveTo>
                      <a:pt x="37" y="0"/>
                    </a:moveTo>
                    <a:lnTo>
                      <a:pt x="277" y="8"/>
                    </a:lnTo>
                    <a:lnTo>
                      <a:pt x="255" y="51"/>
                    </a:lnTo>
                    <a:lnTo>
                      <a:pt x="226" y="110"/>
                    </a:lnTo>
                    <a:lnTo>
                      <a:pt x="219" y="190"/>
                    </a:lnTo>
                    <a:lnTo>
                      <a:pt x="226" y="262"/>
                    </a:lnTo>
                    <a:lnTo>
                      <a:pt x="248" y="342"/>
                    </a:lnTo>
                    <a:lnTo>
                      <a:pt x="284" y="415"/>
                    </a:lnTo>
                    <a:lnTo>
                      <a:pt x="59" y="422"/>
                    </a:lnTo>
                    <a:lnTo>
                      <a:pt x="22" y="350"/>
                    </a:lnTo>
                    <a:lnTo>
                      <a:pt x="8" y="291"/>
                    </a:lnTo>
                    <a:lnTo>
                      <a:pt x="0" y="197"/>
                    </a:lnTo>
                    <a:lnTo>
                      <a:pt x="8" y="131"/>
                    </a:lnTo>
                    <a:lnTo>
                      <a:pt x="22" y="6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01" name="Freeform 90">
                <a:extLst>
                  <a:ext uri="{FF2B5EF4-FFF2-40B4-BE49-F238E27FC236}">
                    <a16:creationId xmlns:a16="http://schemas.microsoft.com/office/drawing/2014/main" id="{0183DF32-D888-43C6-9ADD-A5E9BC04D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2" y="3012"/>
                <a:ext cx="298" cy="408"/>
              </a:xfrm>
              <a:custGeom>
                <a:avLst/>
                <a:gdLst>
                  <a:gd name="T0" fmla="*/ 1 w 298"/>
                  <a:gd name="T1" fmla="*/ 0 h 408"/>
                  <a:gd name="T2" fmla="*/ 53 w 298"/>
                  <a:gd name="T3" fmla="*/ 73 h 408"/>
                  <a:gd name="T4" fmla="*/ 80 w 298"/>
                  <a:gd name="T5" fmla="*/ 131 h 408"/>
                  <a:gd name="T6" fmla="*/ 87 w 298"/>
                  <a:gd name="T7" fmla="*/ 219 h 408"/>
                  <a:gd name="T8" fmla="*/ 73 w 298"/>
                  <a:gd name="T9" fmla="*/ 284 h 408"/>
                  <a:gd name="T10" fmla="*/ 51 w 298"/>
                  <a:gd name="T11" fmla="*/ 364 h 408"/>
                  <a:gd name="T12" fmla="*/ 0 w 298"/>
                  <a:gd name="T13" fmla="*/ 408 h 408"/>
                  <a:gd name="T14" fmla="*/ 255 w 298"/>
                  <a:gd name="T15" fmla="*/ 408 h 408"/>
                  <a:gd name="T16" fmla="*/ 262 w 298"/>
                  <a:gd name="T17" fmla="*/ 364 h 408"/>
                  <a:gd name="T18" fmla="*/ 290 w 298"/>
                  <a:gd name="T19" fmla="*/ 303 h 408"/>
                  <a:gd name="T20" fmla="*/ 297 w 298"/>
                  <a:gd name="T21" fmla="*/ 252 h 408"/>
                  <a:gd name="T22" fmla="*/ 298 w 298"/>
                  <a:gd name="T23" fmla="*/ 168 h 408"/>
                  <a:gd name="T24" fmla="*/ 277 w 298"/>
                  <a:gd name="T25" fmla="*/ 60 h 408"/>
                  <a:gd name="T26" fmla="*/ 255 w 298"/>
                  <a:gd name="T27" fmla="*/ 0 h 408"/>
                  <a:gd name="T28" fmla="*/ 1 w 298"/>
                  <a:gd name="T29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8" h="408">
                    <a:moveTo>
                      <a:pt x="1" y="0"/>
                    </a:moveTo>
                    <a:lnTo>
                      <a:pt x="53" y="73"/>
                    </a:lnTo>
                    <a:lnTo>
                      <a:pt x="80" y="131"/>
                    </a:lnTo>
                    <a:lnTo>
                      <a:pt x="87" y="219"/>
                    </a:lnTo>
                    <a:lnTo>
                      <a:pt x="73" y="284"/>
                    </a:lnTo>
                    <a:lnTo>
                      <a:pt x="51" y="364"/>
                    </a:lnTo>
                    <a:lnTo>
                      <a:pt x="0" y="408"/>
                    </a:lnTo>
                    <a:lnTo>
                      <a:pt x="255" y="408"/>
                    </a:lnTo>
                    <a:lnTo>
                      <a:pt x="262" y="364"/>
                    </a:lnTo>
                    <a:lnTo>
                      <a:pt x="290" y="303"/>
                    </a:lnTo>
                    <a:lnTo>
                      <a:pt x="297" y="252"/>
                    </a:lnTo>
                    <a:lnTo>
                      <a:pt x="298" y="168"/>
                    </a:lnTo>
                    <a:lnTo>
                      <a:pt x="277" y="60"/>
                    </a:lnTo>
                    <a:lnTo>
                      <a:pt x="2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02" name="Freeform 91">
                <a:extLst>
                  <a:ext uri="{FF2B5EF4-FFF2-40B4-BE49-F238E27FC236}">
                    <a16:creationId xmlns:a16="http://schemas.microsoft.com/office/drawing/2014/main" id="{53F13F19-6803-426A-B398-DF97AE0C8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" y="2910"/>
                <a:ext cx="374" cy="117"/>
              </a:xfrm>
              <a:custGeom>
                <a:avLst/>
                <a:gdLst>
                  <a:gd name="T0" fmla="*/ 114 w 374"/>
                  <a:gd name="T1" fmla="*/ 1 h 117"/>
                  <a:gd name="T2" fmla="*/ 374 w 374"/>
                  <a:gd name="T3" fmla="*/ 0 h 117"/>
                  <a:gd name="T4" fmla="*/ 237 w 374"/>
                  <a:gd name="T5" fmla="*/ 117 h 117"/>
                  <a:gd name="T6" fmla="*/ 0 w 374"/>
                  <a:gd name="T7" fmla="*/ 117 h 117"/>
                  <a:gd name="T8" fmla="*/ 114 w 374"/>
                  <a:gd name="T9" fmla="*/ 1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4" h="117">
                    <a:moveTo>
                      <a:pt x="114" y="1"/>
                    </a:moveTo>
                    <a:lnTo>
                      <a:pt x="374" y="0"/>
                    </a:lnTo>
                    <a:lnTo>
                      <a:pt x="237" y="117"/>
                    </a:lnTo>
                    <a:lnTo>
                      <a:pt x="0" y="117"/>
                    </a:lnTo>
                    <a:lnTo>
                      <a:pt x="11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EBE00"/>
                  </a:gs>
                  <a:gs pos="100000">
                    <a:srgbClr val="FFF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03" name="Freeform 92">
                <a:extLst>
                  <a:ext uri="{FF2B5EF4-FFF2-40B4-BE49-F238E27FC236}">
                    <a16:creationId xmlns:a16="http://schemas.microsoft.com/office/drawing/2014/main" id="{272C5304-16D1-45A0-AA8B-59F62109E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2915"/>
                <a:ext cx="347" cy="105"/>
              </a:xfrm>
              <a:custGeom>
                <a:avLst/>
                <a:gdLst>
                  <a:gd name="T0" fmla="*/ 103 w 347"/>
                  <a:gd name="T1" fmla="*/ 3 h 105"/>
                  <a:gd name="T2" fmla="*/ 347 w 347"/>
                  <a:gd name="T3" fmla="*/ 0 h 105"/>
                  <a:gd name="T4" fmla="*/ 237 w 347"/>
                  <a:gd name="T5" fmla="*/ 105 h 105"/>
                  <a:gd name="T6" fmla="*/ 0 w 347"/>
                  <a:gd name="T7" fmla="*/ 105 h 105"/>
                  <a:gd name="T8" fmla="*/ 103 w 347"/>
                  <a:gd name="T9" fmla="*/ 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7" h="105">
                    <a:moveTo>
                      <a:pt x="103" y="3"/>
                    </a:moveTo>
                    <a:lnTo>
                      <a:pt x="347" y="0"/>
                    </a:lnTo>
                    <a:lnTo>
                      <a:pt x="237" y="105"/>
                    </a:lnTo>
                    <a:lnTo>
                      <a:pt x="0" y="105"/>
                    </a:lnTo>
                    <a:lnTo>
                      <a:pt x="103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DCD00"/>
                  </a:gs>
                  <a:gs pos="100000">
                    <a:srgbClr val="FFF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04" name="Freeform 93">
                <a:extLst>
                  <a:ext uri="{FF2B5EF4-FFF2-40B4-BE49-F238E27FC236}">
                    <a16:creationId xmlns:a16="http://schemas.microsoft.com/office/drawing/2014/main" id="{8B6C47A9-77DC-47B9-9512-91BFAF58C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2291"/>
                <a:ext cx="1227" cy="1239"/>
              </a:xfrm>
              <a:custGeom>
                <a:avLst/>
                <a:gdLst>
                  <a:gd name="T0" fmla="*/ 0 w 1227"/>
                  <a:gd name="T1" fmla="*/ 461 h 1239"/>
                  <a:gd name="T2" fmla="*/ 301 w 1227"/>
                  <a:gd name="T3" fmla="*/ 159 h 1239"/>
                  <a:gd name="T4" fmla="*/ 339 w 1227"/>
                  <a:gd name="T5" fmla="*/ 130 h 1239"/>
                  <a:gd name="T6" fmla="*/ 378 w 1227"/>
                  <a:gd name="T7" fmla="*/ 101 h 1239"/>
                  <a:gd name="T8" fmla="*/ 431 w 1227"/>
                  <a:gd name="T9" fmla="*/ 72 h 1239"/>
                  <a:gd name="T10" fmla="*/ 479 w 1227"/>
                  <a:gd name="T11" fmla="*/ 43 h 1239"/>
                  <a:gd name="T12" fmla="*/ 541 w 1227"/>
                  <a:gd name="T13" fmla="*/ 19 h 1239"/>
                  <a:gd name="T14" fmla="*/ 599 w 1227"/>
                  <a:gd name="T15" fmla="*/ 5 h 1239"/>
                  <a:gd name="T16" fmla="*/ 651 w 1227"/>
                  <a:gd name="T17" fmla="*/ 0 h 1239"/>
                  <a:gd name="T18" fmla="*/ 728 w 1227"/>
                  <a:gd name="T19" fmla="*/ 5 h 1239"/>
                  <a:gd name="T20" fmla="*/ 815 w 1227"/>
                  <a:gd name="T21" fmla="*/ 19 h 1239"/>
                  <a:gd name="T22" fmla="*/ 887 w 1227"/>
                  <a:gd name="T23" fmla="*/ 48 h 1239"/>
                  <a:gd name="T24" fmla="*/ 949 w 1227"/>
                  <a:gd name="T25" fmla="*/ 77 h 1239"/>
                  <a:gd name="T26" fmla="*/ 1021 w 1227"/>
                  <a:gd name="T27" fmla="*/ 125 h 1239"/>
                  <a:gd name="T28" fmla="*/ 1079 w 1227"/>
                  <a:gd name="T29" fmla="*/ 173 h 1239"/>
                  <a:gd name="T30" fmla="*/ 1127 w 1227"/>
                  <a:gd name="T31" fmla="*/ 231 h 1239"/>
                  <a:gd name="T32" fmla="*/ 1155 w 1227"/>
                  <a:gd name="T33" fmla="*/ 288 h 1239"/>
                  <a:gd name="T34" fmla="*/ 1179 w 1227"/>
                  <a:gd name="T35" fmla="*/ 336 h 1239"/>
                  <a:gd name="T36" fmla="*/ 1203 w 1227"/>
                  <a:gd name="T37" fmla="*/ 399 h 1239"/>
                  <a:gd name="T38" fmla="*/ 1218 w 1227"/>
                  <a:gd name="T39" fmla="*/ 471 h 1239"/>
                  <a:gd name="T40" fmla="*/ 1227 w 1227"/>
                  <a:gd name="T41" fmla="*/ 562 h 1239"/>
                  <a:gd name="T42" fmla="*/ 1213 w 1227"/>
                  <a:gd name="T43" fmla="*/ 658 h 1239"/>
                  <a:gd name="T44" fmla="*/ 1194 w 1227"/>
                  <a:gd name="T45" fmla="*/ 720 h 1239"/>
                  <a:gd name="T46" fmla="*/ 1170 w 1227"/>
                  <a:gd name="T47" fmla="*/ 773 h 1239"/>
                  <a:gd name="T48" fmla="*/ 1146 w 1227"/>
                  <a:gd name="T49" fmla="*/ 826 h 1239"/>
                  <a:gd name="T50" fmla="*/ 1107 w 1227"/>
                  <a:gd name="T51" fmla="*/ 874 h 1239"/>
                  <a:gd name="T52" fmla="*/ 1079 w 1227"/>
                  <a:gd name="T53" fmla="*/ 912 h 1239"/>
                  <a:gd name="T54" fmla="*/ 747 w 1227"/>
                  <a:gd name="T55" fmla="*/ 1239 h 1239"/>
                  <a:gd name="T56" fmla="*/ 795 w 1227"/>
                  <a:gd name="T57" fmla="*/ 1176 h 1239"/>
                  <a:gd name="T58" fmla="*/ 829 w 1227"/>
                  <a:gd name="T59" fmla="*/ 1133 h 1239"/>
                  <a:gd name="T60" fmla="*/ 858 w 1227"/>
                  <a:gd name="T61" fmla="*/ 1095 h 1239"/>
                  <a:gd name="T62" fmla="*/ 887 w 1227"/>
                  <a:gd name="T63" fmla="*/ 1042 h 1239"/>
                  <a:gd name="T64" fmla="*/ 791 w 1227"/>
                  <a:gd name="T65" fmla="*/ 1133 h 1239"/>
                  <a:gd name="T66" fmla="*/ 815 w 1227"/>
                  <a:gd name="T67" fmla="*/ 1071 h 1239"/>
                  <a:gd name="T68" fmla="*/ 834 w 1227"/>
                  <a:gd name="T69" fmla="*/ 1018 h 1239"/>
                  <a:gd name="T70" fmla="*/ 839 w 1227"/>
                  <a:gd name="T71" fmla="*/ 960 h 1239"/>
                  <a:gd name="T72" fmla="*/ 839 w 1227"/>
                  <a:gd name="T73" fmla="*/ 907 h 1239"/>
                  <a:gd name="T74" fmla="*/ 829 w 1227"/>
                  <a:gd name="T75" fmla="*/ 845 h 1239"/>
                  <a:gd name="T76" fmla="*/ 815 w 1227"/>
                  <a:gd name="T77" fmla="*/ 773 h 1239"/>
                  <a:gd name="T78" fmla="*/ 791 w 1227"/>
                  <a:gd name="T79" fmla="*/ 725 h 1239"/>
                  <a:gd name="T80" fmla="*/ 891 w 1227"/>
                  <a:gd name="T81" fmla="*/ 624 h 1239"/>
                  <a:gd name="T82" fmla="*/ 867 w 1227"/>
                  <a:gd name="T83" fmla="*/ 581 h 1239"/>
                  <a:gd name="T84" fmla="*/ 839 w 1227"/>
                  <a:gd name="T85" fmla="*/ 533 h 1239"/>
                  <a:gd name="T86" fmla="*/ 810 w 1227"/>
                  <a:gd name="T87" fmla="*/ 495 h 1239"/>
                  <a:gd name="T88" fmla="*/ 776 w 1227"/>
                  <a:gd name="T89" fmla="*/ 451 h 1239"/>
                  <a:gd name="T90" fmla="*/ 733 w 1227"/>
                  <a:gd name="T91" fmla="*/ 413 h 1239"/>
                  <a:gd name="T92" fmla="*/ 675 w 1227"/>
                  <a:gd name="T93" fmla="*/ 370 h 1239"/>
                  <a:gd name="T94" fmla="*/ 608 w 1227"/>
                  <a:gd name="T95" fmla="*/ 336 h 1239"/>
                  <a:gd name="T96" fmla="*/ 541 w 1227"/>
                  <a:gd name="T97" fmla="*/ 312 h 1239"/>
                  <a:gd name="T98" fmla="*/ 450 w 1227"/>
                  <a:gd name="T99" fmla="*/ 298 h 1239"/>
                  <a:gd name="T100" fmla="*/ 363 w 1227"/>
                  <a:gd name="T101" fmla="*/ 293 h 1239"/>
                  <a:gd name="T102" fmla="*/ 272 w 1227"/>
                  <a:gd name="T103" fmla="*/ 307 h 1239"/>
                  <a:gd name="T104" fmla="*/ 191 w 1227"/>
                  <a:gd name="T105" fmla="*/ 331 h 1239"/>
                  <a:gd name="T106" fmla="*/ 147 w 1227"/>
                  <a:gd name="T107" fmla="*/ 355 h 1239"/>
                  <a:gd name="T108" fmla="*/ 95 w 1227"/>
                  <a:gd name="T109" fmla="*/ 389 h 1239"/>
                  <a:gd name="T110" fmla="*/ 0 w 1227"/>
                  <a:gd name="T111" fmla="*/ 461 h 1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227" h="1239">
                    <a:moveTo>
                      <a:pt x="0" y="461"/>
                    </a:moveTo>
                    <a:lnTo>
                      <a:pt x="301" y="159"/>
                    </a:lnTo>
                    <a:lnTo>
                      <a:pt x="339" y="130"/>
                    </a:lnTo>
                    <a:lnTo>
                      <a:pt x="378" y="101"/>
                    </a:lnTo>
                    <a:lnTo>
                      <a:pt x="431" y="72"/>
                    </a:lnTo>
                    <a:lnTo>
                      <a:pt x="479" y="43"/>
                    </a:lnTo>
                    <a:lnTo>
                      <a:pt x="541" y="19"/>
                    </a:lnTo>
                    <a:lnTo>
                      <a:pt x="599" y="5"/>
                    </a:lnTo>
                    <a:lnTo>
                      <a:pt x="651" y="0"/>
                    </a:lnTo>
                    <a:lnTo>
                      <a:pt x="728" y="5"/>
                    </a:lnTo>
                    <a:lnTo>
                      <a:pt x="815" y="19"/>
                    </a:lnTo>
                    <a:lnTo>
                      <a:pt x="887" y="48"/>
                    </a:lnTo>
                    <a:lnTo>
                      <a:pt x="949" y="77"/>
                    </a:lnTo>
                    <a:lnTo>
                      <a:pt x="1021" y="125"/>
                    </a:lnTo>
                    <a:lnTo>
                      <a:pt x="1079" y="173"/>
                    </a:lnTo>
                    <a:lnTo>
                      <a:pt x="1127" y="231"/>
                    </a:lnTo>
                    <a:lnTo>
                      <a:pt x="1155" y="288"/>
                    </a:lnTo>
                    <a:lnTo>
                      <a:pt x="1179" y="336"/>
                    </a:lnTo>
                    <a:lnTo>
                      <a:pt x="1203" y="399"/>
                    </a:lnTo>
                    <a:lnTo>
                      <a:pt x="1218" y="471"/>
                    </a:lnTo>
                    <a:lnTo>
                      <a:pt x="1227" y="562"/>
                    </a:lnTo>
                    <a:lnTo>
                      <a:pt x="1213" y="658"/>
                    </a:lnTo>
                    <a:lnTo>
                      <a:pt x="1194" y="720"/>
                    </a:lnTo>
                    <a:lnTo>
                      <a:pt x="1170" y="773"/>
                    </a:lnTo>
                    <a:lnTo>
                      <a:pt x="1146" y="826"/>
                    </a:lnTo>
                    <a:lnTo>
                      <a:pt x="1107" y="874"/>
                    </a:lnTo>
                    <a:lnTo>
                      <a:pt x="1079" y="912"/>
                    </a:lnTo>
                    <a:lnTo>
                      <a:pt x="747" y="1239"/>
                    </a:lnTo>
                    <a:lnTo>
                      <a:pt x="795" y="1176"/>
                    </a:lnTo>
                    <a:lnTo>
                      <a:pt x="829" y="1133"/>
                    </a:lnTo>
                    <a:lnTo>
                      <a:pt x="858" y="1095"/>
                    </a:lnTo>
                    <a:lnTo>
                      <a:pt x="887" y="1042"/>
                    </a:lnTo>
                    <a:lnTo>
                      <a:pt x="791" y="1133"/>
                    </a:lnTo>
                    <a:lnTo>
                      <a:pt x="815" y="1071"/>
                    </a:lnTo>
                    <a:lnTo>
                      <a:pt x="834" y="1018"/>
                    </a:lnTo>
                    <a:lnTo>
                      <a:pt x="839" y="960"/>
                    </a:lnTo>
                    <a:lnTo>
                      <a:pt x="839" y="907"/>
                    </a:lnTo>
                    <a:lnTo>
                      <a:pt x="829" y="845"/>
                    </a:lnTo>
                    <a:lnTo>
                      <a:pt x="815" y="773"/>
                    </a:lnTo>
                    <a:lnTo>
                      <a:pt x="791" y="725"/>
                    </a:lnTo>
                    <a:lnTo>
                      <a:pt x="891" y="624"/>
                    </a:lnTo>
                    <a:lnTo>
                      <a:pt x="867" y="581"/>
                    </a:lnTo>
                    <a:lnTo>
                      <a:pt x="839" y="533"/>
                    </a:lnTo>
                    <a:lnTo>
                      <a:pt x="810" y="495"/>
                    </a:lnTo>
                    <a:lnTo>
                      <a:pt x="776" y="451"/>
                    </a:lnTo>
                    <a:lnTo>
                      <a:pt x="733" y="413"/>
                    </a:lnTo>
                    <a:lnTo>
                      <a:pt x="675" y="370"/>
                    </a:lnTo>
                    <a:lnTo>
                      <a:pt x="608" y="336"/>
                    </a:lnTo>
                    <a:lnTo>
                      <a:pt x="541" y="312"/>
                    </a:lnTo>
                    <a:lnTo>
                      <a:pt x="450" y="298"/>
                    </a:lnTo>
                    <a:lnTo>
                      <a:pt x="363" y="293"/>
                    </a:lnTo>
                    <a:lnTo>
                      <a:pt x="272" y="307"/>
                    </a:lnTo>
                    <a:lnTo>
                      <a:pt x="191" y="331"/>
                    </a:lnTo>
                    <a:lnTo>
                      <a:pt x="147" y="355"/>
                    </a:lnTo>
                    <a:lnTo>
                      <a:pt x="95" y="389"/>
                    </a:lnTo>
                    <a:lnTo>
                      <a:pt x="0" y="46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05" name="Freeform 94">
                <a:extLst>
                  <a:ext uri="{FF2B5EF4-FFF2-40B4-BE49-F238E27FC236}">
                    <a16:creationId xmlns:a16="http://schemas.microsoft.com/office/drawing/2014/main" id="{7F380E08-15B9-4448-B73D-EE28F3151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2781"/>
                <a:ext cx="715" cy="691"/>
              </a:xfrm>
              <a:custGeom>
                <a:avLst/>
                <a:gdLst>
                  <a:gd name="T0" fmla="*/ 53 w 715"/>
                  <a:gd name="T1" fmla="*/ 245 h 691"/>
                  <a:gd name="T2" fmla="*/ 29 w 715"/>
                  <a:gd name="T3" fmla="*/ 293 h 691"/>
                  <a:gd name="T4" fmla="*/ 5 w 715"/>
                  <a:gd name="T5" fmla="*/ 355 h 691"/>
                  <a:gd name="T6" fmla="*/ 0 w 715"/>
                  <a:gd name="T7" fmla="*/ 413 h 691"/>
                  <a:gd name="T8" fmla="*/ 5 w 715"/>
                  <a:gd name="T9" fmla="*/ 470 h 691"/>
                  <a:gd name="T10" fmla="*/ 14 w 715"/>
                  <a:gd name="T11" fmla="*/ 518 h 691"/>
                  <a:gd name="T12" fmla="*/ 29 w 715"/>
                  <a:gd name="T13" fmla="*/ 571 h 691"/>
                  <a:gd name="T14" fmla="*/ 48 w 715"/>
                  <a:gd name="T15" fmla="*/ 609 h 691"/>
                  <a:gd name="T16" fmla="*/ 67 w 715"/>
                  <a:gd name="T17" fmla="*/ 648 h 691"/>
                  <a:gd name="T18" fmla="*/ 163 w 715"/>
                  <a:gd name="T19" fmla="*/ 542 h 691"/>
                  <a:gd name="T20" fmla="*/ 192 w 715"/>
                  <a:gd name="T21" fmla="*/ 581 h 691"/>
                  <a:gd name="T22" fmla="*/ 216 w 715"/>
                  <a:gd name="T23" fmla="*/ 609 h 691"/>
                  <a:gd name="T24" fmla="*/ 259 w 715"/>
                  <a:gd name="T25" fmla="*/ 633 h 691"/>
                  <a:gd name="T26" fmla="*/ 298 w 715"/>
                  <a:gd name="T27" fmla="*/ 657 h 691"/>
                  <a:gd name="T28" fmla="*/ 350 w 715"/>
                  <a:gd name="T29" fmla="*/ 672 h 691"/>
                  <a:gd name="T30" fmla="*/ 408 w 715"/>
                  <a:gd name="T31" fmla="*/ 691 h 691"/>
                  <a:gd name="T32" fmla="*/ 480 w 715"/>
                  <a:gd name="T33" fmla="*/ 687 h 691"/>
                  <a:gd name="T34" fmla="*/ 543 w 715"/>
                  <a:gd name="T35" fmla="*/ 672 h 691"/>
                  <a:gd name="T36" fmla="*/ 590 w 715"/>
                  <a:gd name="T37" fmla="*/ 653 h 691"/>
                  <a:gd name="T38" fmla="*/ 624 w 715"/>
                  <a:gd name="T39" fmla="*/ 614 h 691"/>
                  <a:gd name="T40" fmla="*/ 648 w 715"/>
                  <a:gd name="T41" fmla="*/ 571 h 691"/>
                  <a:gd name="T42" fmla="*/ 672 w 715"/>
                  <a:gd name="T43" fmla="*/ 523 h 691"/>
                  <a:gd name="T44" fmla="*/ 677 w 715"/>
                  <a:gd name="T45" fmla="*/ 465 h 691"/>
                  <a:gd name="T46" fmla="*/ 677 w 715"/>
                  <a:gd name="T47" fmla="*/ 413 h 691"/>
                  <a:gd name="T48" fmla="*/ 667 w 715"/>
                  <a:gd name="T49" fmla="*/ 360 h 691"/>
                  <a:gd name="T50" fmla="*/ 643 w 715"/>
                  <a:gd name="T51" fmla="*/ 312 h 691"/>
                  <a:gd name="T52" fmla="*/ 624 w 715"/>
                  <a:gd name="T53" fmla="*/ 273 h 691"/>
                  <a:gd name="T54" fmla="*/ 605 w 715"/>
                  <a:gd name="T55" fmla="*/ 240 h 691"/>
                  <a:gd name="T56" fmla="*/ 715 w 715"/>
                  <a:gd name="T57" fmla="*/ 129 h 691"/>
                  <a:gd name="T58" fmla="*/ 686 w 715"/>
                  <a:gd name="T59" fmla="*/ 110 h 691"/>
                  <a:gd name="T60" fmla="*/ 653 w 715"/>
                  <a:gd name="T61" fmla="*/ 81 h 691"/>
                  <a:gd name="T62" fmla="*/ 610 w 715"/>
                  <a:gd name="T63" fmla="*/ 57 h 691"/>
                  <a:gd name="T64" fmla="*/ 571 w 715"/>
                  <a:gd name="T65" fmla="*/ 33 h 691"/>
                  <a:gd name="T66" fmla="*/ 514 w 715"/>
                  <a:gd name="T67" fmla="*/ 14 h 691"/>
                  <a:gd name="T68" fmla="*/ 446 w 715"/>
                  <a:gd name="T69" fmla="*/ 0 h 691"/>
                  <a:gd name="T70" fmla="*/ 370 w 715"/>
                  <a:gd name="T71" fmla="*/ 5 h 691"/>
                  <a:gd name="T72" fmla="*/ 307 w 715"/>
                  <a:gd name="T73" fmla="*/ 14 h 691"/>
                  <a:gd name="T74" fmla="*/ 254 w 715"/>
                  <a:gd name="T75" fmla="*/ 43 h 691"/>
                  <a:gd name="T76" fmla="*/ 216 w 715"/>
                  <a:gd name="T77" fmla="*/ 72 h 691"/>
                  <a:gd name="T78" fmla="*/ 187 w 715"/>
                  <a:gd name="T79" fmla="*/ 101 h 691"/>
                  <a:gd name="T80" fmla="*/ 164 w 715"/>
                  <a:gd name="T81" fmla="*/ 134 h 691"/>
                  <a:gd name="T82" fmla="*/ 53 w 715"/>
                  <a:gd name="T83" fmla="*/ 245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715" h="691">
                    <a:moveTo>
                      <a:pt x="53" y="245"/>
                    </a:moveTo>
                    <a:lnTo>
                      <a:pt x="29" y="293"/>
                    </a:lnTo>
                    <a:lnTo>
                      <a:pt x="5" y="355"/>
                    </a:lnTo>
                    <a:lnTo>
                      <a:pt x="0" y="413"/>
                    </a:lnTo>
                    <a:lnTo>
                      <a:pt x="5" y="470"/>
                    </a:lnTo>
                    <a:lnTo>
                      <a:pt x="14" y="518"/>
                    </a:lnTo>
                    <a:lnTo>
                      <a:pt x="29" y="571"/>
                    </a:lnTo>
                    <a:lnTo>
                      <a:pt x="48" y="609"/>
                    </a:lnTo>
                    <a:lnTo>
                      <a:pt x="67" y="648"/>
                    </a:lnTo>
                    <a:lnTo>
                      <a:pt x="163" y="542"/>
                    </a:lnTo>
                    <a:lnTo>
                      <a:pt x="192" y="581"/>
                    </a:lnTo>
                    <a:lnTo>
                      <a:pt x="216" y="609"/>
                    </a:lnTo>
                    <a:lnTo>
                      <a:pt x="259" y="633"/>
                    </a:lnTo>
                    <a:lnTo>
                      <a:pt x="298" y="657"/>
                    </a:lnTo>
                    <a:lnTo>
                      <a:pt x="350" y="672"/>
                    </a:lnTo>
                    <a:lnTo>
                      <a:pt x="408" y="691"/>
                    </a:lnTo>
                    <a:lnTo>
                      <a:pt x="480" y="687"/>
                    </a:lnTo>
                    <a:lnTo>
                      <a:pt x="543" y="672"/>
                    </a:lnTo>
                    <a:lnTo>
                      <a:pt x="590" y="653"/>
                    </a:lnTo>
                    <a:lnTo>
                      <a:pt x="624" y="614"/>
                    </a:lnTo>
                    <a:lnTo>
                      <a:pt x="648" y="571"/>
                    </a:lnTo>
                    <a:lnTo>
                      <a:pt x="672" y="523"/>
                    </a:lnTo>
                    <a:lnTo>
                      <a:pt x="677" y="465"/>
                    </a:lnTo>
                    <a:lnTo>
                      <a:pt x="677" y="413"/>
                    </a:lnTo>
                    <a:lnTo>
                      <a:pt x="667" y="360"/>
                    </a:lnTo>
                    <a:lnTo>
                      <a:pt x="643" y="312"/>
                    </a:lnTo>
                    <a:lnTo>
                      <a:pt x="624" y="273"/>
                    </a:lnTo>
                    <a:lnTo>
                      <a:pt x="605" y="240"/>
                    </a:lnTo>
                    <a:lnTo>
                      <a:pt x="715" y="129"/>
                    </a:lnTo>
                    <a:lnTo>
                      <a:pt x="686" y="110"/>
                    </a:lnTo>
                    <a:lnTo>
                      <a:pt x="653" y="81"/>
                    </a:lnTo>
                    <a:lnTo>
                      <a:pt x="610" y="57"/>
                    </a:lnTo>
                    <a:lnTo>
                      <a:pt x="571" y="33"/>
                    </a:lnTo>
                    <a:lnTo>
                      <a:pt x="514" y="14"/>
                    </a:lnTo>
                    <a:lnTo>
                      <a:pt x="446" y="0"/>
                    </a:lnTo>
                    <a:lnTo>
                      <a:pt x="370" y="5"/>
                    </a:lnTo>
                    <a:lnTo>
                      <a:pt x="307" y="14"/>
                    </a:lnTo>
                    <a:lnTo>
                      <a:pt x="254" y="43"/>
                    </a:lnTo>
                    <a:lnTo>
                      <a:pt x="216" y="72"/>
                    </a:lnTo>
                    <a:lnTo>
                      <a:pt x="187" y="101"/>
                    </a:lnTo>
                    <a:lnTo>
                      <a:pt x="164" y="134"/>
                    </a:lnTo>
                    <a:lnTo>
                      <a:pt x="53" y="24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E582C"/>
                  </a:gs>
                  <a:gs pos="50000">
                    <a:srgbClr val="FFCC66"/>
                  </a:gs>
                  <a:gs pos="100000">
                    <a:srgbClr val="6E582C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106" name="Group 95">
              <a:extLst>
                <a:ext uri="{FF2B5EF4-FFF2-40B4-BE49-F238E27FC236}">
                  <a16:creationId xmlns:a16="http://schemas.microsoft.com/office/drawing/2014/main" id="{1458E4E0-AB92-4E8A-A862-995DF63BA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8" y="1299"/>
              <a:ext cx="1454" cy="908"/>
              <a:chOff x="1680" y="2289"/>
              <a:chExt cx="2006" cy="1253"/>
            </a:xfrm>
          </p:grpSpPr>
          <p:sp>
            <p:nvSpPr>
              <p:cNvPr id="5107" name="Freeform 96">
                <a:extLst>
                  <a:ext uri="{FF2B5EF4-FFF2-40B4-BE49-F238E27FC236}">
                    <a16:creationId xmlns:a16="http://schemas.microsoft.com/office/drawing/2014/main" id="{208CBFF2-DAA1-4408-8D6B-7B34466B5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2289"/>
                <a:ext cx="2006" cy="187"/>
              </a:xfrm>
              <a:custGeom>
                <a:avLst/>
                <a:gdLst>
                  <a:gd name="T0" fmla="*/ 0 w 2006"/>
                  <a:gd name="T1" fmla="*/ 187 h 187"/>
                  <a:gd name="T2" fmla="*/ 187 w 2006"/>
                  <a:gd name="T3" fmla="*/ 0 h 187"/>
                  <a:gd name="T4" fmla="*/ 2006 w 2006"/>
                  <a:gd name="T5" fmla="*/ 0 h 187"/>
                  <a:gd name="T6" fmla="*/ 1819 w 2006"/>
                  <a:gd name="T7" fmla="*/ 187 h 187"/>
                  <a:gd name="T8" fmla="*/ 0 w 2006"/>
                  <a:gd name="T9" fmla="*/ 18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6" h="187">
                    <a:moveTo>
                      <a:pt x="0" y="187"/>
                    </a:moveTo>
                    <a:lnTo>
                      <a:pt x="187" y="0"/>
                    </a:lnTo>
                    <a:lnTo>
                      <a:pt x="2006" y="0"/>
                    </a:lnTo>
                    <a:lnTo>
                      <a:pt x="1819" y="187"/>
                    </a:lnTo>
                    <a:lnTo>
                      <a:pt x="0" y="18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67226"/>
                  </a:gs>
                  <a:gs pos="100000">
                    <a:srgbClr val="339933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08" name="Freeform 97">
                <a:extLst>
                  <a:ext uri="{FF2B5EF4-FFF2-40B4-BE49-F238E27FC236}">
                    <a16:creationId xmlns:a16="http://schemas.microsoft.com/office/drawing/2014/main" id="{86C654FD-E3A8-4611-8C90-D0A3F98AA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2476"/>
                <a:ext cx="1824" cy="1066"/>
              </a:xfrm>
              <a:custGeom>
                <a:avLst/>
                <a:gdLst>
                  <a:gd name="T0" fmla="*/ 0 w 1824"/>
                  <a:gd name="T1" fmla="*/ 0 h 1066"/>
                  <a:gd name="T2" fmla="*/ 1824 w 1824"/>
                  <a:gd name="T3" fmla="*/ 0 h 1066"/>
                  <a:gd name="T4" fmla="*/ 1771 w 1824"/>
                  <a:gd name="T5" fmla="*/ 10 h 1066"/>
                  <a:gd name="T6" fmla="*/ 1709 w 1824"/>
                  <a:gd name="T7" fmla="*/ 19 h 1066"/>
                  <a:gd name="T8" fmla="*/ 1651 w 1824"/>
                  <a:gd name="T9" fmla="*/ 34 h 1066"/>
                  <a:gd name="T10" fmla="*/ 1584 w 1824"/>
                  <a:gd name="T11" fmla="*/ 62 h 1066"/>
                  <a:gd name="T12" fmla="*/ 1531 w 1824"/>
                  <a:gd name="T13" fmla="*/ 97 h 1066"/>
                  <a:gd name="T14" fmla="*/ 1474 w 1824"/>
                  <a:gd name="T15" fmla="*/ 135 h 1066"/>
                  <a:gd name="T16" fmla="*/ 1426 w 1824"/>
                  <a:gd name="T17" fmla="*/ 178 h 1066"/>
                  <a:gd name="T18" fmla="*/ 1368 w 1824"/>
                  <a:gd name="T19" fmla="*/ 250 h 1066"/>
                  <a:gd name="T20" fmla="*/ 1330 w 1824"/>
                  <a:gd name="T21" fmla="*/ 313 h 1066"/>
                  <a:gd name="T22" fmla="*/ 1291 w 1824"/>
                  <a:gd name="T23" fmla="*/ 361 h 1066"/>
                  <a:gd name="T24" fmla="*/ 1258 w 1824"/>
                  <a:gd name="T25" fmla="*/ 433 h 1066"/>
                  <a:gd name="T26" fmla="*/ 1133 w 1824"/>
                  <a:gd name="T27" fmla="*/ 558 h 1066"/>
                  <a:gd name="T28" fmla="*/ 1114 w 1824"/>
                  <a:gd name="T29" fmla="*/ 615 h 1066"/>
                  <a:gd name="T30" fmla="*/ 1099 w 1824"/>
                  <a:gd name="T31" fmla="*/ 673 h 1066"/>
                  <a:gd name="T32" fmla="*/ 1094 w 1824"/>
                  <a:gd name="T33" fmla="*/ 740 h 1066"/>
                  <a:gd name="T34" fmla="*/ 1099 w 1824"/>
                  <a:gd name="T35" fmla="*/ 798 h 1066"/>
                  <a:gd name="T36" fmla="*/ 1114 w 1824"/>
                  <a:gd name="T37" fmla="*/ 860 h 1066"/>
                  <a:gd name="T38" fmla="*/ 1128 w 1824"/>
                  <a:gd name="T39" fmla="*/ 918 h 1066"/>
                  <a:gd name="T40" fmla="*/ 1152 w 1824"/>
                  <a:gd name="T41" fmla="*/ 956 h 1066"/>
                  <a:gd name="T42" fmla="*/ 1277 w 1824"/>
                  <a:gd name="T43" fmla="*/ 956 h 1066"/>
                  <a:gd name="T44" fmla="*/ 1320 w 1824"/>
                  <a:gd name="T45" fmla="*/ 1004 h 1066"/>
                  <a:gd name="T46" fmla="*/ 1358 w 1824"/>
                  <a:gd name="T47" fmla="*/ 1042 h 1066"/>
                  <a:gd name="T48" fmla="*/ 1406 w 1824"/>
                  <a:gd name="T49" fmla="*/ 1066 h 1066"/>
                  <a:gd name="T50" fmla="*/ 0 w 1824"/>
                  <a:gd name="T51" fmla="*/ 1066 h 1066"/>
                  <a:gd name="T52" fmla="*/ 0 w 1824"/>
                  <a:gd name="T53" fmla="*/ 0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24" h="1066">
                    <a:moveTo>
                      <a:pt x="0" y="0"/>
                    </a:moveTo>
                    <a:lnTo>
                      <a:pt x="1824" y="0"/>
                    </a:lnTo>
                    <a:lnTo>
                      <a:pt x="1771" y="10"/>
                    </a:lnTo>
                    <a:lnTo>
                      <a:pt x="1709" y="19"/>
                    </a:lnTo>
                    <a:lnTo>
                      <a:pt x="1651" y="34"/>
                    </a:lnTo>
                    <a:lnTo>
                      <a:pt x="1584" y="62"/>
                    </a:lnTo>
                    <a:lnTo>
                      <a:pt x="1531" y="97"/>
                    </a:lnTo>
                    <a:lnTo>
                      <a:pt x="1474" y="135"/>
                    </a:lnTo>
                    <a:lnTo>
                      <a:pt x="1426" y="178"/>
                    </a:lnTo>
                    <a:lnTo>
                      <a:pt x="1368" y="250"/>
                    </a:lnTo>
                    <a:lnTo>
                      <a:pt x="1330" y="313"/>
                    </a:lnTo>
                    <a:lnTo>
                      <a:pt x="1291" y="361"/>
                    </a:lnTo>
                    <a:lnTo>
                      <a:pt x="1258" y="433"/>
                    </a:lnTo>
                    <a:lnTo>
                      <a:pt x="1133" y="558"/>
                    </a:lnTo>
                    <a:lnTo>
                      <a:pt x="1114" y="615"/>
                    </a:lnTo>
                    <a:lnTo>
                      <a:pt x="1099" y="673"/>
                    </a:lnTo>
                    <a:lnTo>
                      <a:pt x="1094" y="740"/>
                    </a:lnTo>
                    <a:lnTo>
                      <a:pt x="1099" y="798"/>
                    </a:lnTo>
                    <a:lnTo>
                      <a:pt x="1114" y="860"/>
                    </a:lnTo>
                    <a:lnTo>
                      <a:pt x="1128" y="918"/>
                    </a:lnTo>
                    <a:lnTo>
                      <a:pt x="1152" y="956"/>
                    </a:lnTo>
                    <a:lnTo>
                      <a:pt x="1277" y="956"/>
                    </a:lnTo>
                    <a:lnTo>
                      <a:pt x="1320" y="1004"/>
                    </a:lnTo>
                    <a:lnTo>
                      <a:pt x="1358" y="1042"/>
                    </a:lnTo>
                    <a:lnTo>
                      <a:pt x="1406" y="1066"/>
                    </a:lnTo>
                    <a:lnTo>
                      <a:pt x="0" y="10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5109" name="Freeform 98">
              <a:extLst>
                <a:ext uri="{FF2B5EF4-FFF2-40B4-BE49-F238E27FC236}">
                  <a16:creationId xmlns:a16="http://schemas.microsoft.com/office/drawing/2014/main" id="{B9580F4A-2F8B-481D-B882-2114AB835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1588"/>
              <a:ext cx="717" cy="430"/>
            </a:xfrm>
            <a:custGeom>
              <a:avLst/>
              <a:gdLst>
                <a:gd name="T0" fmla="*/ 0 w 989"/>
                <a:gd name="T1" fmla="*/ 0 h 593"/>
                <a:gd name="T2" fmla="*/ 989 w 989"/>
                <a:gd name="T3" fmla="*/ 3 h 593"/>
                <a:gd name="T4" fmla="*/ 989 w 989"/>
                <a:gd name="T5" fmla="*/ 593 h 593"/>
                <a:gd name="T6" fmla="*/ 0 w 989"/>
                <a:gd name="T7" fmla="*/ 586 h 593"/>
                <a:gd name="T8" fmla="*/ 0 w 989"/>
                <a:gd name="T9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9" h="593">
                  <a:moveTo>
                    <a:pt x="0" y="0"/>
                  </a:moveTo>
                  <a:lnTo>
                    <a:pt x="989" y="3"/>
                  </a:lnTo>
                  <a:lnTo>
                    <a:pt x="989" y="593"/>
                  </a:lnTo>
                  <a:lnTo>
                    <a:pt x="0" y="58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BCD"/>
                </a:gs>
                <a:gs pos="100000">
                  <a:srgbClr val="0099FF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10" name="Freeform 99">
              <a:extLst>
                <a:ext uri="{FF2B5EF4-FFF2-40B4-BE49-F238E27FC236}">
                  <a16:creationId xmlns:a16="http://schemas.microsoft.com/office/drawing/2014/main" id="{2EFFCEDF-0DA3-4B7F-BACE-4BD2C27B6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2012"/>
              <a:ext cx="790" cy="72"/>
            </a:xfrm>
            <a:custGeom>
              <a:avLst/>
              <a:gdLst>
                <a:gd name="T0" fmla="*/ 0 w 1090"/>
                <a:gd name="T1" fmla="*/ 96 h 100"/>
                <a:gd name="T2" fmla="*/ 101 w 1090"/>
                <a:gd name="T3" fmla="*/ 0 h 100"/>
                <a:gd name="T4" fmla="*/ 1090 w 1090"/>
                <a:gd name="T5" fmla="*/ 4 h 100"/>
                <a:gd name="T6" fmla="*/ 1090 w 1090"/>
                <a:gd name="T7" fmla="*/ 100 h 100"/>
                <a:gd name="T8" fmla="*/ 0 w 1090"/>
                <a:gd name="T9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0" h="100">
                  <a:moveTo>
                    <a:pt x="0" y="96"/>
                  </a:moveTo>
                  <a:lnTo>
                    <a:pt x="101" y="0"/>
                  </a:lnTo>
                  <a:lnTo>
                    <a:pt x="1090" y="4"/>
                  </a:lnTo>
                  <a:lnTo>
                    <a:pt x="1090" y="100"/>
                  </a:lnTo>
                  <a:lnTo>
                    <a:pt x="0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006C87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 useBgFill="1">
          <p:nvSpPr>
            <p:cNvPr id="5111" name="Freeform 100">
              <a:extLst>
                <a:ext uri="{FF2B5EF4-FFF2-40B4-BE49-F238E27FC236}">
                  <a16:creationId xmlns:a16="http://schemas.microsoft.com/office/drawing/2014/main" id="{1DF8ADD7-FFDB-4209-B061-782349474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587"/>
              <a:ext cx="73" cy="494"/>
            </a:xfrm>
            <a:custGeom>
              <a:avLst/>
              <a:gdLst>
                <a:gd name="T0" fmla="*/ 0 w 101"/>
                <a:gd name="T1" fmla="*/ 0 h 682"/>
                <a:gd name="T2" fmla="*/ 0 w 101"/>
                <a:gd name="T3" fmla="*/ 682 h 682"/>
                <a:gd name="T4" fmla="*/ 101 w 101"/>
                <a:gd name="T5" fmla="*/ 586 h 682"/>
                <a:gd name="T6" fmla="*/ 101 w 101"/>
                <a:gd name="T7" fmla="*/ 5 h 682"/>
                <a:gd name="T8" fmla="*/ 0 w 10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682">
                  <a:moveTo>
                    <a:pt x="0" y="0"/>
                  </a:moveTo>
                  <a:lnTo>
                    <a:pt x="0" y="682"/>
                  </a:lnTo>
                  <a:lnTo>
                    <a:pt x="101" y="586"/>
                  </a:lnTo>
                  <a:lnTo>
                    <a:pt x="101" y="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12" name="Freeform 101">
              <a:extLst>
                <a:ext uri="{FF2B5EF4-FFF2-40B4-BE49-F238E27FC236}">
                  <a16:creationId xmlns:a16="http://schemas.microsoft.com/office/drawing/2014/main" id="{02B633DE-1F56-4D9C-AE2A-F4F88368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1671"/>
              <a:ext cx="195" cy="196"/>
            </a:xfrm>
            <a:custGeom>
              <a:avLst/>
              <a:gdLst>
                <a:gd name="T0" fmla="*/ 1347 w 1348"/>
                <a:gd name="T1" fmla="*/ 674 h 1347"/>
                <a:gd name="T2" fmla="*/ 1313 w 1348"/>
                <a:gd name="T3" fmla="*/ 466 h 1347"/>
                <a:gd name="T4" fmla="*/ 1218 w 1348"/>
                <a:gd name="T5" fmla="*/ 277 h 1347"/>
                <a:gd name="T6" fmla="*/ 1069 w 1348"/>
                <a:gd name="T7" fmla="*/ 128 h 1347"/>
                <a:gd name="T8" fmla="*/ 881 w 1348"/>
                <a:gd name="T9" fmla="*/ 33 h 1347"/>
                <a:gd name="T10" fmla="*/ 673 w 1348"/>
                <a:gd name="T11" fmla="*/ 0 h 1347"/>
                <a:gd name="T12" fmla="*/ 465 w 1348"/>
                <a:gd name="T13" fmla="*/ 33 h 1347"/>
                <a:gd name="T14" fmla="*/ 278 w 1348"/>
                <a:gd name="T15" fmla="*/ 128 h 1347"/>
                <a:gd name="T16" fmla="*/ 129 w 1348"/>
                <a:gd name="T17" fmla="*/ 277 h 1347"/>
                <a:gd name="T18" fmla="*/ 33 w 1348"/>
                <a:gd name="T19" fmla="*/ 466 h 1347"/>
                <a:gd name="T20" fmla="*/ 0 w 1348"/>
                <a:gd name="T21" fmla="*/ 674 h 1347"/>
                <a:gd name="T22" fmla="*/ 33 w 1348"/>
                <a:gd name="T23" fmla="*/ 882 h 1347"/>
                <a:gd name="T24" fmla="*/ 129 w 1348"/>
                <a:gd name="T25" fmla="*/ 1070 h 1347"/>
                <a:gd name="T26" fmla="*/ 278 w 1348"/>
                <a:gd name="T27" fmla="*/ 1219 h 1347"/>
                <a:gd name="T28" fmla="*/ 465 w 1348"/>
                <a:gd name="T29" fmla="*/ 1314 h 1347"/>
                <a:gd name="T30" fmla="*/ 673 w 1348"/>
                <a:gd name="T31" fmla="*/ 1347 h 1347"/>
                <a:gd name="T32" fmla="*/ 881 w 1348"/>
                <a:gd name="T33" fmla="*/ 1314 h 1347"/>
                <a:gd name="T34" fmla="*/ 1069 w 1348"/>
                <a:gd name="T35" fmla="*/ 1219 h 1347"/>
                <a:gd name="T36" fmla="*/ 1218 w 1348"/>
                <a:gd name="T37" fmla="*/ 1070 h 1347"/>
                <a:gd name="T38" fmla="*/ 1313 w 1348"/>
                <a:gd name="T39" fmla="*/ 882 h 1347"/>
                <a:gd name="T40" fmla="*/ 1347 w 1348"/>
                <a:gd name="T41" fmla="*/ 674 h 1347"/>
                <a:gd name="T42" fmla="*/ 1348 w 1348"/>
                <a:gd name="T43" fmla="*/ 67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8" h="1347">
                  <a:moveTo>
                    <a:pt x="1347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5" y="33"/>
                  </a:lnTo>
                  <a:lnTo>
                    <a:pt x="278" y="128"/>
                  </a:lnTo>
                  <a:lnTo>
                    <a:pt x="129" y="277"/>
                  </a:lnTo>
                  <a:lnTo>
                    <a:pt x="33" y="466"/>
                  </a:lnTo>
                  <a:lnTo>
                    <a:pt x="0" y="674"/>
                  </a:lnTo>
                  <a:lnTo>
                    <a:pt x="33" y="882"/>
                  </a:lnTo>
                  <a:lnTo>
                    <a:pt x="129" y="1070"/>
                  </a:lnTo>
                  <a:lnTo>
                    <a:pt x="278" y="1219"/>
                  </a:lnTo>
                  <a:lnTo>
                    <a:pt x="465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7" y="674"/>
                  </a:lnTo>
                  <a:lnTo>
                    <a:pt x="1348" y="674"/>
                  </a:lnTo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3" name="Freeform 102">
              <a:extLst>
                <a:ext uri="{FF2B5EF4-FFF2-40B4-BE49-F238E27FC236}">
                  <a16:creationId xmlns:a16="http://schemas.microsoft.com/office/drawing/2014/main" id="{89448EA2-3A61-4D67-B3C0-63896A9BD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672"/>
              <a:ext cx="195" cy="197"/>
            </a:xfrm>
            <a:custGeom>
              <a:avLst/>
              <a:gdLst>
                <a:gd name="T0" fmla="*/ 108 w 269"/>
                <a:gd name="T1" fmla="*/ 0 h 271"/>
                <a:gd name="T2" fmla="*/ 96 w 269"/>
                <a:gd name="T3" fmla="*/ 31 h 271"/>
                <a:gd name="T4" fmla="*/ 101 w 269"/>
                <a:gd name="T5" fmla="*/ 62 h 271"/>
                <a:gd name="T6" fmla="*/ 113 w 269"/>
                <a:gd name="T7" fmla="*/ 96 h 271"/>
                <a:gd name="T8" fmla="*/ 134 w 269"/>
                <a:gd name="T9" fmla="*/ 127 h 271"/>
                <a:gd name="T10" fmla="*/ 163 w 269"/>
                <a:gd name="T11" fmla="*/ 146 h 271"/>
                <a:gd name="T12" fmla="*/ 189 w 269"/>
                <a:gd name="T13" fmla="*/ 160 h 271"/>
                <a:gd name="T14" fmla="*/ 221 w 269"/>
                <a:gd name="T15" fmla="*/ 165 h 271"/>
                <a:gd name="T16" fmla="*/ 269 w 269"/>
                <a:gd name="T17" fmla="*/ 162 h 271"/>
                <a:gd name="T18" fmla="*/ 259 w 269"/>
                <a:gd name="T19" fmla="*/ 201 h 271"/>
                <a:gd name="T20" fmla="*/ 235 w 269"/>
                <a:gd name="T21" fmla="*/ 233 h 271"/>
                <a:gd name="T22" fmla="*/ 206 w 269"/>
                <a:gd name="T23" fmla="*/ 257 h 271"/>
                <a:gd name="T24" fmla="*/ 170 w 269"/>
                <a:gd name="T25" fmla="*/ 271 h 271"/>
                <a:gd name="T26" fmla="*/ 120 w 269"/>
                <a:gd name="T27" fmla="*/ 269 h 271"/>
                <a:gd name="T28" fmla="*/ 84 w 269"/>
                <a:gd name="T29" fmla="*/ 257 h 271"/>
                <a:gd name="T30" fmla="*/ 50 w 269"/>
                <a:gd name="T31" fmla="*/ 238 h 271"/>
                <a:gd name="T32" fmla="*/ 33 w 269"/>
                <a:gd name="T33" fmla="*/ 218 h 271"/>
                <a:gd name="T34" fmla="*/ 12 w 269"/>
                <a:gd name="T35" fmla="*/ 191 h 271"/>
                <a:gd name="T36" fmla="*/ 0 w 269"/>
                <a:gd name="T37" fmla="*/ 151 h 271"/>
                <a:gd name="T38" fmla="*/ 0 w 269"/>
                <a:gd name="T39" fmla="*/ 105 h 271"/>
                <a:gd name="T40" fmla="*/ 14 w 269"/>
                <a:gd name="T41" fmla="*/ 69 h 271"/>
                <a:gd name="T42" fmla="*/ 31 w 269"/>
                <a:gd name="T43" fmla="*/ 40 h 271"/>
                <a:gd name="T44" fmla="*/ 67 w 269"/>
                <a:gd name="T45" fmla="*/ 14 h 271"/>
                <a:gd name="T46" fmla="*/ 108 w 269"/>
                <a:gd name="T4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9" h="271">
                  <a:moveTo>
                    <a:pt x="108" y="0"/>
                  </a:moveTo>
                  <a:lnTo>
                    <a:pt x="96" y="31"/>
                  </a:lnTo>
                  <a:lnTo>
                    <a:pt x="101" y="62"/>
                  </a:lnTo>
                  <a:lnTo>
                    <a:pt x="113" y="96"/>
                  </a:lnTo>
                  <a:lnTo>
                    <a:pt x="134" y="127"/>
                  </a:lnTo>
                  <a:lnTo>
                    <a:pt x="163" y="146"/>
                  </a:lnTo>
                  <a:lnTo>
                    <a:pt x="189" y="160"/>
                  </a:lnTo>
                  <a:lnTo>
                    <a:pt x="221" y="165"/>
                  </a:lnTo>
                  <a:lnTo>
                    <a:pt x="269" y="162"/>
                  </a:lnTo>
                  <a:lnTo>
                    <a:pt x="259" y="201"/>
                  </a:lnTo>
                  <a:lnTo>
                    <a:pt x="235" y="233"/>
                  </a:lnTo>
                  <a:lnTo>
                    <a:pt x="206" y="257"/>
                  </a:lnTo>
                  <a:lnTo>
                    <a:pt x="170" y="271"/>
                  </a:lnTo>
                  <a:lnTo>
                    <a:pt x="120" y="269"/>
                  </a:lnTo>
                  <a:lnTo>
                    <a:pt x="84" y="257"/>
                  </a:lnTo>
                  <a:lnTo>
                    <a:pt x="50" y="238"/>
                  </a:lnTo>
                  <a:lnTo>
                    <a:pt x="33" y="218"/>
                  </a:lnTo>
                  <a:lnTo>
                    <a:pt x="12" y="191"/>
                  </a:lnTo>
                  <a:lnTo>
                    <a:pt x="0" y="151"/>
                  </a:lnTo>
                  <a:lnTo>
                    <a:pt x="0" y="105"/>
                  </a:lnTo>
                  <a:lnTo>
                    <a:pt x="14" y="69"/>
                  </a:lnTo>
                  <a:lnTo>
                    <a:pt x="31" y="40"/>
                  </a:lnTo>
                  <a:lnTo>
                    <a:pt x="67" y="14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5F5F00"/>
                </a:gs>
                <a:gs pos="50000">
                  <a:srgbClr val="FFFF00"/>
                </a:gs>
                <a:gs pos="100000">
                  <a:srgbClr val="5F5F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14" name="Freeform 103">
              <a:extLst>
                <a:ext uri="{FF2B5EF4-FFF2-40B4-BE49-F238E27FC236}">
                  <a16:creationId xmlns:a16="http://schemas.microsoft.com/office/drawing/2014/main" id="{E6B829DD-4983-4ADA-853C-4DDB256E1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668"/>
              <a:ext cx="195" cy="196"/>
            </a:xfrm>
            <a:custGeom>
              <a:avLst/>
              <a:gdLst>
                <a:gd name="T0" fmla="*/ 1346 w 1347"/>
                <a:gd name="T1" fmla="*/ 674 h 1347"/>
                <a:gd name="T2" fmla="*/ 1313 w 1347"/>
                <a:gd name="T3" fmla="*/ 466 h 1347"/>
                <a:gd name="T4" fmla="*/ 1218 w 1347"/>
                <a:gd name="T5" fmla="*/ 277 h 1347"/>
                <a:gd name="T6" fmla="*/ 1069 w 1347"/>
                <a:gd name="T7" fmla="*/ 128 h 1347"/>
                <a:gd name="T8" fmla="*/ 881 w 1347"/>
                <a:gd name="T9" fmla="*/ 33 h 1347"/>
                <a:gd name="T10" fmla="*/ 673 w 1347"/>
                <a:gd name="T11" fmla="*/ 0 h 1347"/>
                <a:gd name="T12" fmla="*/ 464 w 1347"/>
                <a:gd name="T13" fmla="*/ 33 h 1347"/>
                <a:gd name="T14" fmla="*/ 277 w 1347"/>
                <a:gd name="T15" fmla="*/ 128 h 1347"/>
                <a:gd name="T16" fmla="*/ 128 w 1347"/>
                <a:gd name="T17" fmla="*/ 277 h 1347"/>
                <a:gd name="T18" fmla="*/ 32 w 1347"/>
                <a:gd name="T19" fmla="*/ 466 h 1347"/>
                <a:gd name="T20" fmla="*/ 0 w 1347"/>
                <a:gd name="T21" fmla="*/ 674 h 1347"/>
                <a:gd name="T22" fmla="*/ 32 w 1347"/>
                <a:gd name="T23" fmla="*/ 882 h 1347"/>
                <a:gd name="T24" fmla="*/ 128 w 1347"/>
                <a:gd name="T25" fmla="*/ 1070 h 1347"/>
                <a:gd name="T26" fmla="*/ 277 w 1347"/>
                <a:gd name="T27" fmla="*/ 1219 h 1347"/>
                <a:gd name="T28" fmla="*/ 464 w 1347"/>
                <a:gd name="T29" fmla="*/ 1314 h 1347"/>
                <a:gd name="T30" fmla="*/ 673 w 1347"/>
                <a:gd name="T31" fmla="*/ 1347 h 1347"/>
                <a:gd name="T32" fmla="*/ 881 w 1347"/>
                <a:gd name="T33" fmla="*/ 1314 h 1347"/>
                <a:gd name="T34" fmla="*/ 1069 w 1347"/>
                <a:gd name="T35" fmla="*/ 1219 h 1347"/>
                <a:gd name="T36" fmla="*/ 1218 w 1347"/>
                <a:gd name="T37" fmla="*/ 1070 h 1347"/>
                <a:gd name="T38" fmla="*/ 1313 w 1347"/>
                <a:gd name="T39" fmla="*/ 882 h 1347"/>
                <a:gd name="T40" fmla="*/ 1346 w 1347"/>
                <a:gd name="T41" fmla="*/ 674 h 1347"/>
                <a:gd name="T42" fmla="*/ 1347 w 1347"/>
                <a:gd name="T43" fmla="*/ 67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7" h="1347">
                  <a:moveTo>
                    <a:pt x="1346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4" y="33"/>
                  </a:lnTo>
                  <a:lnTo>
                    <a:pt x="277" y="128"/>
                  </a:lnTo>
                  <a:lnTo>
                    <a:pt x="128" y="277"/>
                  </a:lnTo>
                  <a:lnTo>
                    <a:pt x="32" y="466"/>
                  </a:lnTo>
                  <a:lnTo>
                    <a:pt x="0" y="674"/>
                  </a:lnTo>
                  <a:lnTo>
                    <a:pt x="32" y="882"/>
                  </a:lnTo>
                  <a:lnTo>
                    <a:pt x="128" y="1070"/>
                  </a:lnTo>
                  <a:lnTo>
                    <a:pt x="277" y="1219"/>
                  </a:lnTo>
                  <a:lnTo>
                    <a:pt x="464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6" y="674"/>
                  </a:lnTo>
                  <a:lnTo>
                    <a:pt x="1347" y="674"/>
                  </a:lnTo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5" name="Freeform 104">
              <a:extLst>
                <a:ext uri="{FF2B5EF4-FFF2-40B4-BE49-F238E27FC236}">
                  <a16:creationId xmlns:a16="http://schemas.microsoft.com/office/drawing/2014/main" id="{5CC74142-4445-4D98-8DEA-06E86BC35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669"/>
              <a:ext cx="192" cy="198"/>
            </a:xfrm>
            <a:custGeom>
              <a:avLst/>
              <a:gdLst>
                <a:gd name="T0" fmla="*/ 103 w 265"/>
                <a:gd name="T1" fmla="*/ 0 h 272"/>
                <a:gd name="T2" fmla="*/ 96 w 265"/>
                <a:gd name="T3" fmla="*/ 35 h 272"/>
                <a:gd name="T4" fmla="*/ 101 w 265"/>
                <a:gd name="T5" fmla="*/ 66 h 272"/>
                <a:gd name="T6" fmla="*/ 113 w 265"/>
                <a:gd name="T7" fmla="*/ 100 h 272"/>
                <a:gd name="T8" fmla="*/ 134 w 265"/>
                <a:gd name="T9" fmla="*/ 131 h 272"/>
                <a:gd name="T10" fmla="*/ 163 w 265"/>
                <a:gd name="T11" fmla="*/ 150 h 272"/>
                <a:gd name="T12" fmla="*/ 189 w 265"/>
                <a:gd name="T13" fmla="*/ 164 h 272"/>
                <a:gd name="T14" fmla="*/ 221 w 265"/>
                <a:gd name="T15" fmla="*/ 169 h 272"/>
                <a:gd name="T16" fmla="*/ 265 w 265"/>
                <a:gd name="T17" fmla="*/ 166 h 272"/>
                <a:gd name="T18" fmla="*/ 254 w 265"/>
                <a:gd name="T19" fmla="*/ 200 h 272"/>
                <a:gd name="T20" fmla="*/ 230 w 265"/>
                <a:gd name="T21" fmla="*/ 232 h 272"/>
                <a:gd name="T22" fmla="*/ 199 w 265"/>
                <a:gd name="T23" fmla="*/ 256 h 272"/>
                <a:gd name="T24" fmla="*/ 163 w 265"/>
                <a:gd name="T25" fmla="*/ 270 h 272"/>
                <a:gd name="T26" fmla="*/ 120 w 265"/>
                <a:gd name="T27" fmla="*/ 272 h 272"/>
                <a:gd name="T28" fmla="*/ 86 w 265"/>
                <a:gd name="T29" fmla="*/ 263 h 272"/>
                <a:gd name="T30" fmla="*/ 55 w 265"/>
                <a:gd name="T31" fmla="*/ 241 h 272"/>
                <a:gd name="T32" fmla="*/ 33 w 265"/>
                <a:gd name="T33" fmla="*/ 222 h 272"/>
                <a:gd name="T34" fmla="*/ 9 w 265"/>
                <a:gd name="T35" fmla="*/ 188 h 272"/>
                <a:gd name="T36" fmla="*/ 0 w 265"/>
                <a:gd name="T37" fmla="*/ 155 h 272"/>
                <a:gd name="T38" fmla="*/ 0 w 265"/>
                <a:gd name="T39" fmla="*/ 114 h 272"/>
                <a:gd name="T40" fmla="*/ 9 w 265"/>
                <a:gd name="T41" fmla="*/ 73 h 272"/>
                <a:gd name="T42" fmla="*/ 32 w 265"/>
                <a:gd name="T43" fmla="*/ 38 h 272"/>
                <a:gd name="T44" fmla="*/ 60 w 265"/>
                <a:gd name="T45" fmla="*/ 16 h 272"/>
                <a:gd name="T46" fmla="*/ 103 w 265"/>
                <a:gd name="T4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5" h="272">
                  <a:moveTo>
                    <a:pt x="103" y="0"/>
                  </a:moveTo>
                  <a:lnTo>
                    <a:pt x="96" y="35"/>
                  </a:lnTo>
                  <a:lnTo>
                    <a:pt x="101" y="66"/>
                  </a:lnTo>
                  <a:lnTo>
                    <a:pt x="113" y="100"/>
                  </a:lnTo>
                  <a:lnTo>
                    <a:pt x="134" y="131"/>
                  </a:lnTo>
                  <a:lnTo>
                    <a:pt x="163" y="150"/>
                  </a:lnTo>
                  <a:lnTo>
                    <a:pt x="189" y="164"/>
                  </a:lnTo>
                  <a:lnTo>
                    <a:pt x="221" y="169"/>
                  </a:lnTo>
                  <a:lnTo>
                    <a:pt x="265" y="166"/>
                  </a:lnTo>
                  <a:lnTo>
                    <a:pt x="254" y="200"/>
                  </a:lnTo>
                  <a:lnTo>
                    <a:pt x="230" y="232"/>
                  </a:lnTo>
                  <a:lnTo>
                    <a:pt x="199" y="256"/>
                  </a:lnTo>
                  <a:lnTo>
                    <a:pt x="163" y="270"/>
                  </a:lnTo>
                  <a:lnTo>
                    <a:pt x="120" y="272"/>
                  </a:lnTo>
                  <a:lnTo>
                    <a:pt x="86" y="263"/>
                  </a:lnTo>
                  <a:lnTo>
                    <a:pt x="55" y="241"/>
                  </a:lnTo>
                  <a:lnTo>
                    <a:pt x="33" y="222"/>
                  </a:lnTo>
                  <a:lnTo>
                    <a:pt x="9" y="188"/>
                  </a:lnTo>
                  <a:lnTo>
                    <a:pt x="0" y="155"/>
                  </a:lnTo>
                  <a:lnTo>
                    <a:pt x="0" y="114"/>
                  </a:lnTo>
                  <a:lnTo>
                    <a:pt x="9" y="73"/>
                  </a:lnTo>
                  <a:lnTo>
                    <a:pt x="32" y="38"/>
                  </a:lnTo>
                  <a:lnTo>
                    <a:pt x="60" y="16"/>
                  </a:lnTo>
                  <a:lnTo>
                    <a:pt x="103" y="0"/>
                  </a:lnTo>
                  <a:close/>
                </a:path>
              </a:pathLst>
            </a:custGeom>
            <a:gradFill rotWithShape="0">
              <a:gsLst>
                <a:gs pos="0">
                  <a:srgbClr val="696900"/>
                </a:gs>
                <a:gs pos="50000">
                  <a:srgbClr val="FFFF00"/>
                </a:gs>
                <a:gs pos="100000">
                  <a:srgbClr val="6969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16" name="Line 105">
            <a:extLst>
              <a:ext uri="{FF2B5EF4-FFF2-40B4-BE49-F238E27FC236}">
                <a16:creationId xmlns:a16="http://schemas.microsoft.com/office/drawing/2014/main" id="{2E82970F-F425-4820-89C4-F307E9707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2263" y="1143000"/>
            <a:ext cx="0" cy="5461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117" name="Line 106">
            <a:extLst>
              <a:ext uri="{FF2B5EF4-FFF2-40B4-BE49-F238E27FC236}">
                <a16:creationId xmlns:a16="http://schemas.microsoft.com/office/drawing/2014/main" id="{3C34C02F-B951-4313-A8AB-AE43A8D6F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950" y="1674813"/>
            <a:ext cx="65405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" dur="5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" dur="500"/>
                                        <p:tgtEl>
                                          <p:spTgt spid="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9" dur="5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5" dur="500"/>
                                        <p:tgtEl>
                                          <p:spTgt spid="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1" dur="500"/>
                                        <p:tgtEl>
                                          <p:spTgt spid="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7" dur="500"/>
                                        <p:tgtEl>
                                          <p:spTgt spid="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3" dur="500"/>
                                        <p:tgtEl>
                                          <p:spTgt spid="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9" dur="500"/>
                                        <p:tgtEl>
                                          <p:spTgt spid="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5" dur="500"/>
                                        <p:tgtEl>
                                          <p:spTgt spid="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61" dur="500"/>
                                        <p:tgtEl>
                                          <p:spTgt spid="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7" dur="500"/>
                                        <p:tgtEl>
                                          <p:spTgt spid="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3" dur="500"/>
                                        <p:tgtEl>
                                          <p:spTgt spid="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9" dur="500"/>
                                        <p:tgtEl>
                                          <p:spTgt spid="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5" dur="500"/>
                                        <p:tgtEl>
                                          <p:spTgt spid="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1" dur="500"/>
                                        <p:tgtEl>
                                          <p:spTgt spid="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97" dur="500"/>
                                        <p:tgtEl>
                                          <p:spTgt spid="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03" dur="500"/>
                                        <p:tgtEl>
                                          <p:spTgt spid="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09" dur="500"/>
                                        <p:tgtEl>
                                          <p:spTgt spid="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5" dur="500"/>
                                        <p:tgtEl>
                                          <p:spTgt spid="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21" dur="500"/>
                                        <p:tgtEl>
                                          <p:spTgt spid="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27" dur="500"/>
                                        <p:tgtEl>
                                          <p:spTgt spid="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3" dur="500"/>
                                        <p:tgtEl>
                                          <p:spTgt spid="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9" dur="500"/>
                                        <p:tgtEl>
                                          <p:spTgt spid="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45" dur="500"/>
                                        <p:tgtEl>
                                          <p:spTgt spid="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51" dur="500"/>
                                        <p:tgtEl>
                                          <p:spTgt spid="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57" dur="500"/>
                                        <p:tgtEl>
                                          <p:spTgt spid="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63" dur="500"/>
                                        <p:tgtEl>
                                          <p:spTgt spid="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ooter Placeholder 2">
            <a:extLst>
              <a:ext uri="{FF2B5EF4-FFF2-40B4-BE49-F238E27FC236}">
                <a16:creationId xmlns:a16="http://schemas.microsoft.com/office/drawing/2014/main" id="{22E5512A-72D6-429D-B8A0-55ABFE7F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sp>
        <p:nvSpPr>
          <p:cNvPr id="5120" name="Line 2">
            <a:extLst>
              <a:ext uri="{FF2B5EF4-FFF2-40B4-BE49-F238E27FC236}">
                <a16:creationId xmlns:a16="http://schemas.microsoft.com/office/drawing/2014/main" id="{E751D2B8-83F2-4E75-8AB3-54275412E4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" y="2041525"/>
            <a:ext cx="51054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" name="Oval 3">
            <a:extLst>
              <a:ext uri="{FF2B5EF4-FFF2-40B4-BE49-F238E27FC236}">
                <a16:creationId xmlns:a16="http://schemas.microsoft.com/office/drawing/2014/main" id="{47CA3D7E-4553-4B2D-B48B-D09D5D267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974725"/>
            <a:ext cx="2286000" cy="21336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122" name="Line 4">
            <a:extLst>
              <a:ext uri="{FF2B5EF4-FFF2-40B4-BE49-F238E27FC236}">
                <a16:creationId xmlns:a16="http://schemas.microsoft.com/office/drawing/2014/main" id="{D563494C-313A-4F64-9D58-AD97E1761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763588"/>
            <a:ext cx="0" cy="253523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" name="Line 5">
            <a:extLst>
              <a:ext uri="{FF2B5EF4-FFF2-40B4-BE49-F238E27FC236}">
                <a16:creationId xmlns:a16="http://schemas.microsoft.com/office/drawing/2014/main" id="{87736730-5FAE-4D69-8980-0EEAB2334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713" y="2041525"/>
            <a:ext cx="260032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4" name="Freeform 6">
            <a:extLst>
              <a:ext uri="{FF2B5EF4-FFF2-40B4-BE49-F238E27FC236}">
                <a16:creationId xmlns:a16="http://schemas.microsoft.com/office/drawing/2014/main" id="{06D720E2-6199-4ABA-B597-72579C8BD09B}"/>
              </a:ext>
            </a:extLst>
          </p:cNvPr>
          <p:cNvSpPr>
            <a:spLocks/>
          </p:cNvSpPr>
          <p:nvPr/>
        </p:nvSpPr>
        <p:spPr bwMode="auto">
          <a:xfrm>
            <a:off x="1322388" y="1520825"/>
            <a:ext cx="1587" cy="1054100"/>
          </a:xfrm>
          <a:custGeom>
            <a:avLst/>
            <a:gdLst>
              <a:gd name="T0" fmla="*/ 0 w 1"/>
              <a:gd name="T1" fmla="*/ 0 h 664"/>
              <a:gd name="T2" fmla="*/ 0 w 1"/>
              <a:gd name="T3" fmla="*/ 664 h 66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64">
                <a:moveTo>
                  <a:pt x="0" y="0"/>
                </a:moveTo>
                <a:lnTo>
                  <a:pt x="0" y="664"/>
                </a:lnTo>
              </a:path>
            </a:pathLst>
          </a:custGeom>
          <a:noFill/>
          <a:ln w="1270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5" name="Oval 7">
            <a:extLst>
              <a:ext uri="{FF2B5EF4-FFF2-40B4-BE49-F238E27FC236}">
                <a16:creationId xmlns:a16="http://schemas.microsoft.com/office/drawing/2014/main" id="{7E1F30D1-BF26-4958-87BD-A2B42402C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431925"/>
            <a:ext cx="1371600" cy="12192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126" name="Line 8">
            <a:extLst>
              <a:ext uri="{FF2B5EF4-FFF2-40B4-BE49-F238E27FC236}">
                <a16:creationId xmlns:a16="http://schemas.microsoft.com/office/drawing/2014/main" id="{16A987D9-DF2A-4995-83DD-D3633A86E4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974725"/>
            <a:ext cx="3581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7" name="Line 9">
            <a:extLst>
              <a:ext uri="{FF2B5EF4-FFF2-40B4-BE49-F238E27FC236}">
                <a16:creationId xmlns:a16="http://schemas.microsoft.com/office/drawing/2014/main" id="{EC34E252-98D8-415E-BA45-3B2F6FFF58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08325"/>
            <a:ext cx="3581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8" name="Freeform 10">
            <a:extLst>
              <a:ext uri="{FF2B5EF4-FFF2-40B4-BE49-F238E27FC236}">
                <a16:creationId xmlns:a16="http://schemas.microsoft.com/office/drawing/2014/main" id="{6FC97B8C-88C6-470E-9873-E42AC23F51A3}"/>
              </a:ext>
            </a:extLst>
          </p:cNvPr>
          <p:cNvSpPr>
            <a:spLocks/>
          </p:cNvSpPr>
          <p:nvPr/>
        </p:nvSpPr>
        <p:spPr bwMode="auto">
          <a:xfrm>
            <a:off x="762000" y="974725"/>
            <a:ext cx="1588" cy="2154238"/>
          </a:xfrm>
          <a:custGeom>
            <a:avLst/>
            <a:gdLst>
              <a:gd name="T0" fmla="*/ 0 w 1"/>
              <a:gd name="T1" fmla="*/ 0 h 1357"/>
              <a:gd name="T2" fmla="*/ 0 w 1"/>
              <a:gd name="T3" fmla="*/ 1357 h 135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357">
                <a:moveTo>
                  <a:pt x="0" y="0"/>
                </a:moveTo>
                <a:lnTo>
                  <a:pt x="0" y="135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9" name="Freeform 11">
            <a:extLst>
              <a:ext uri="{FF2B5EF4-FFF2-40B4-BE49-F238E27FC236}">
                <a16:creationId xmlns:a16="http://schemas.microsoft.com/office/drawing/2014/main" id="{744F875B-CA75-486B-A3CD-4E6BD7C61070}"/>
              </a:ext>
            </a:extLst>
          </p:cNvPr>
          <p:cNvSpPr>
            <a:spLocks/>
          </p:cNvSpPr>
          <p:nvPr/>
        </p:nvSpPr>
        <p:spPr bwMode="auto">
          <a:xfrm>
            <a:off x="762000" y="1279525"/>
            <a:ext cx="2147888" cy="1588"/>
          </a:xfrm>
          <a:custGeom>
            <a:avLst/>
            <a:gdLst>
              <a:gd name="T0" fmla="*/ 0 w 1353"/>
              <a:gd name="T1" fmla="*/ 0 h 1"/>
              <a:gd name="T2" fmla="*/ 1353 w 1353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0" name="Freeform 12">
            <a:extLst>
              <a:ext uri="{FF2B5EF4-FFF2-40B4-BE49-F238E27FC236}">
                <a16:creationId xmlns:a16="http://schemas.microsoft.com/office/drawing/2014/main" id="{C9C0A086-27BC-413B-BF1B-38B6F93C849A}"/>
              </a:ext>
            </a:extLst>
          </p:cNvPr>
          <p:cNvSpPr>
            <a:spLocks/>
          </p:cNvSpPr>
          <p:nvPr/>
        </p:nvSpPr>
        <p:spPr bwMode="auto">
          <a:xfrm>
            <a:off x="762000" y="2803525"/>
            <a:ext cx="2147888" cy="1588"/>
          </a:xfrm>
          <a:custGeom>
            <a:avLst/>
            <a:gdLst>
              <a:gd name="T0" fmla="*/ 0 w 1353"/>
              <a:gd name="T1" fmla="*/ 0 h 1"/>
              <a:gd name="T2" fmla="*/ 1353 w 1353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1" name="Freeform 13">
            <a:extLst>
              <a:ext uri="{FF2B5EF4-FFF2-40B4-BE49-F238E27FC236}">
                <a16:creationId xmlns:a16="http://schemas.microsoft.com/office/drawing/2014/main" id="{B903DA67-7E28-43C5-B576-DDE5B81D2378}"/>
              </a:ext>
            </a:extLst>
          </p:cNvPr>
          <p:cNvSpPr>
            <a:spLocks/>
          </p:cNvSpPr>
          <p:nvPr/>
        </p:nvSpPr>
        <p:spPr bwMode="auto">
          <a:xfrm>
            <a:off x="2895600" y="1279525"/>
            <a:ext cx="1588" cy="1538288"/>
          </a:xfrm>
          <a:custGeom>
            <a:avLst/>
            <a:gdLst>
              <a:gd name="T0" fmla="*/ 0 w 1"/>
              <a:gd name="T1" fmla="*/ 0 h 969"/>
              <a:gd name="T2" fmla="*/ 1 w 1"/>
              <a:gd name="T3" fmla="*/ 969 h 9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969">
                <a:moveTo>
                  <a:pt x="0" y="0"/>
                </a:moveTo>
                <a:lnTo>
                  <a:pt x="1" y="969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2" name="Freeform 14">
            <a:extLst>
              <a:ext uri="{FF2B5EF4-FFF2-40B4-BE49-F238E27FC236}">
                <a16:creationId xmlns:a16="http://schemas.microsoft.com/office/drawing/2014/main" id="{FFEE88E3-8D7B-4993-AF62-39F5B50C42FF}"/>
              </a:ext>
            </a:extLst>
          </p:cNvPr>
          <p:cNvSpPr>
            <a:spLocks/>
          </p:cNvSpPr>
          <p:nvPr/>
        </p:nvSpPr>
        <p:spPr bwMode="auto">
          <a:xfrm>
            <a:off x="3352800" y="1508125"/>
            <a:ext cx="652463" cy="4763"/>
          </a:xfrm>
          <a:custGeom>
            <a:avLst/>
            <a:gdLst>
              <a:gd name="T0" fmla="*/ 0 w 411"/>
              <a:gd name="T1" fmla="*/ 0 h 3"/>
              <a:gd name="T2" fmla="*/ 411 w 411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1" h="3">
                <a:moveTo>
                  <a:pt x="0" y="0"/>
                </a:moveTo>
                <a:lnTo>
                  <a:pt x="411" y="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3" name="Freeform 15">
            <a:extLst>
              <a:ext uri="{FF2B5EF4-FFF2-40B4-BE49-F238E27FC236}">
                <a16:creationId xmlns:a16="http://schemas.microsoft.com/office/drawing/2014/main" id="{D489D2FA-2B6C-4DB9-9A71-85CC6F7CEF41}"/>
              </a:ext>
            </a:extLst>
          </p:cNvPr>
          <p:cNvSpPr>
            <a:spLocks/>
          </p:cNvSpPr>
          <p:nvPr/>
        </p:nvSpPr>
        <p:spPr bwMode="auto">
          <a:xfrm>
            <a:off x="4675188" y="1509713"/>
            <a:ext cx="658812" cy="3175"/>
          </a:xfrm>
          <a:custGeom>
            <a:avLst/>
            <a:gdLst>
              <a:gd name="T0" fmla="*/ 0 w 415"/>
              <a:gd name="T1" fmla="*/ 2 h 2"/>
              <a:gd name="T2" fmla="*/ 415 w 415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5" h="2">
                <a:moveTo>
                  <a:pt x="0" y="2"/>
                </a:moveTo>
                <a:lnTo>
                  <a:pt x="415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4" name="Freeform 16">
            <a:extLst>
              <a:ext uri="{FF2B5EF4-FFF2-40B4-BE49-F238E27FC236}">
                <a16:creationId xmlns:a16="http://schemas.microsoft.com/office/drawing/2014/main" id="{872C1972-C8CD-4439-BFB0-BC3B5FB20CEE}"/>
              </a:ext>
            </a:extLst>
          </p:cNvPr>
          <p:cNvSpPr>
            <a:spLocks/>
          </p:cNvSpPr>
          <p:nvPr/>
        </p:nvSpPr>
        <p:spPr bwMode="auto">
          <a:xfrm>
            <a:off x="3352800" y="2574925"/>
            <a:ext cx="652463" cy="1588"/>
          </a:xfrm>
          <a:custGeom>
            <a:avLst/>
            <a:gdLst>
              <a:gd name="T0" fmla="*/ 0 w 411"/>
              <a:gd name="T1" fmla="*/ 0 h 1"/>
              <a:gd name="T2" fmla="*/ 411 w 41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1" h="1">
                <a:moveTo>
                  <a:pt x="0" y="0"/>
                </a:moveTo>
                <a:lnTo>
                  <a:pt x="41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5" name="Line 17">
            <a:extLst>
              <a:ext uri="{FF2B5EF4-FFF2-40B4-BE49-F238E27FC236}">
                <a16:creationId xmlns:a16="http://schemas.microsoft.com/office/drawing/2014/main" id="{5A30253E-EA4C-40AB-9353-48B6110D0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574925"/>
            <a:ext cx="6096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6" name="Oval 18">
            <a:extLst>
              <a:ext uri="{FF2B5EF4-FFF2-40B4-BE49-F238E27FC236}">
                <a16:creationId xmlns:a16="http://schemas.microsoft.com/office/drawing/2014/main" id="{D41A4028-EDD8-4B72-9B55-C3C551D0E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660525"/>
            <a:ext cx="838200" cy="7620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137" name="Freeform 19">
            <a:extLst>
              <a:ext uri="{FF2B5EF4-FFF2-40B4-BE49-F238E27FC236}">
                <a16:creationId xmlns:a16="http://schemas.microsoft.com/office/drawing/2014/main" id="{AE2D1F64-0ACF-4481-ABB6-AA0986D1EC2E}"/>
              </a:ext>
            </a:extLst>
          </p:cNvPr>
          <p:cNvSpPr>
            <a:spLocks/>
          </p:cNvSpPr>
          <p:nvPr/>
        </p:nvSpPr>
        <p:spPr bwMode="auto">
          <a:xfrm>
            <a:off x="2312988" y="1508125"/>
            <a:ext cx="1587" cy="1054100"/>
          </a:xfrm>
          <a:custGeom>
            <a:avLst/>
            <a:gdLst>
              <a:gd name="T0" fmla="*/ 0 w 1"/>
              <a:gd name="T1" fmla="*/ 0 h 664"/>
              <a:gd name="T2" fmla="*/ 0 w 1"/>
              <a:gd name="T3" fmla="*/ 664 h 66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64">
                <a:moveTo>
                  <a:pt x="0" y="0"/>
                </a:moveTo>
                <a:lnTo>
                  <a:pt x="0" y="664"/>
                </a:lnTo>
              </a:path>
            </a:pathLst>
          </a:custGeom>
          <a:noFill/>
          <a:ln w="1270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38" name="Oval 20">
            <a:extLst>
              <a:ext uri="{FF2B5EF4-FFF2-40B4-BE49-F238E27FC236}">
                <a16:creationId xmlns:a16="http://schemas.microsoft.com/office/drawing/2014/main" id="{F798A082-477D-4D44-AE38-2D3C69920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47825"/>
            <a:ext cx="838200" cy="7620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139" name="Freeform 21">
            <a:extLst>
              <a:ext uri="{FF2B5EF4-FFF2-40B4-BE49-F238E27FC236}">
                <a16:creationId xmlns:a16="http://schemas.microsoft.com/office/drawing/2014/main" id="{ECA7D03B-AAE1-44B2-8C29-54E431EEBBA3}"/>
              </a:ext>
            </a:extLst>
          </p:cNvPr>
          <p:cNvSpPr>
            <a:spLocks/>
          </p:cNvSpPr>
          <p:nvPr/>
        </p:nvSpPr>
        <p:spPr bwMode="auto">
          <a:xfrm>
            <a:off x="6172200" y="974725"/>
            <a:ext cx="3175" cy="2154238"/>
          </a:xfrm>
          <a:custGeom>
            <a:avLst/>
            <a:gdLst>
              <a:gd name="T0" fmla="*/ 0 w 2"/>
              <a:gd name="T1" fmla="*/ 0 h 1357"/>
              <a:gd name="T2" fmla="*/ 2 w 2"/>
              <a:gd name="T3" fmla="*/ 1357 h 135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1357">
                <a:moveTo>
                  <a:pt x="0" y="0"/>
                </a:moveTo>
                <a:lnTo>
                  <a:pt x="2" y="135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0" name="Line 22">
            <a:extLst>
              <a:ext uri="{FF2B5EF4-FFF2-40B4-BE49-F238E27FC236}">
                <a16:creationId xmlns:a16="http://schemas.microsoft.com/office/drawing/2014/main" id="{63DA69DA-B844-4739-8242-1254F5DF3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974725"/>
            <a:ext cx="0" cy="21336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1" name="Line 23">
            <a:extLst>
              <a:ext uri="{FF2B5EF4-FFF2-40B4-BE49-F238E27FC236}">
                <a16:creationId xmlns:a16="http://schemas.microsoft.com/office/drawing/2014/main" id="{52EB3F83-93C7-472E-9421-74E4256DF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974725"/>
            <a:ext cx="17526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2" name="Freeform 24">
            <a:extLst>
              <a:ext uri="{FF2B5EF4-FFF2-40B4-BE49-F238E27FC236}">
                <a16:creationId xmlns:a16="http://schemas.microsoft.com/office/drawing/2014/main" id="{8689D52E-38DF-43B6-984F-83432D95F5CF}"/>
              </a:ext>
            </a:extLst>
          </p:cNvPr>
          <p:cNvSpPr>
            <a:spLocks/>
          </p:cNvSpPr>
          <p:nvPr/>
        </p:nvSpPr>
        <p:spPr bwMode="auto">
          <a:xfrm>
            <a:off x="6172200" y="3106738"/>
            <a:ext cx="1770063" cy="1587"/>
          </a:xfrm>
          <a:custGeom>
            <a:avLst/>
            <a:gdLst>
              <a:gd name="T0" fmla="*/ 0 w 1115"/>
              <a:gd name="T1" fmla="*/ 1 h 1"/>
              <a:gd name="T2" fmla="*/ 1115 w 1115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15" h="1">
                <a:moveTo>
                  <a:pt x="0" y="1"/>
                </a:moveTo>
                <a:lnTo>
                  <a:pt x="1115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3" name="Freeform 25">
            <a:extLst>
              <a:ext uri="{FF2B5EF4-FFF2-40B4-BE49-F238E27FC236}">
                <a16:creationId xmlns:a16="http://schemas.microsoft.com/office/drawing/2014/main" id="{932512D8-A8C8-4E0B-B95C-8893BA9A164F}"/>
              </a:ext>
            </a:extLst>
          </p:cNvPr>
          <p:cNvSpPr>
            <a:spLocks/>
          </p:cNvSpPr>
          <p:nvPr/>
        </p:nvSpPr>
        <p:spPr bwMode="auto">
          <a:xfrm>
            <a:off x="7920038" y="958850"/>
            <a:ext cx="1587" cy="576263"/>
          </a:xfrm>
          <a:custGeom>
            <a:avLst/>
            <a:gdLst>
              <a:gd name="T0" fmla="*/ 0 w 1"/>
              <a:gd name="T1" fmla="*/ 0 h 363"/>
              <a:gd name="T2" fmla="*/ 0 w 1"/>
              <a:gd name="T3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63">
                <a:moveTo>
                  <a:pt x="0" y="0"/>
                </a:moveTo>
                <a:lnTo>
                  <a:pt x="0" y="36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4" name="Freeform 26">
            <a:extLst>
              <a:ext uri="{FF2B5EF4-FFF2-40B4-BE49-F238E27FC236}">
                <a16:creationId xmlns:a16="http://schemas.microsoft.com/office/drawing/2014/main" id="{D308A083-D250-45C9-9F68-B1B9C00164C5}"/>
              </a:ext>
            </a:extLst>
          </p:cNvPr>
          <p:cNvSpPr>
            <a:spLocks/>
          </p:cNvSpPr>
          <p:nvPr/>
        </p:nvSpPr>
        <p:spPr bwMode="auto">
          <a:xfrm>
            <a:off x="7924800" y="1508125"/>
            <a:ext cx="468313" cy="4763"/>
          </a:xfrm>
          <a:custGeom>
            <a:avLst/>
            <a:gdLst>
              <a:gd name="T0" fmla="*/ 0 w 295"/>
              <a:gd name="T1" fmla="*/ 0 h 3"/>
              <a:gd name="T2" fmla="*/ 295 w 295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5" name="Freeform 27">
            <a:extLst>
              <a:ext uri="{FF2B5EF4-FFF2-40B4-BE49-F238E27FC236}">
                <a16:creationId xmlns:a16="http://schemas.microsoft.com/office/drawing/2014/main" id="{78AE95C3-DBC9-4686-BBAB-395EFDD74930}"/>
              </a:ext>
            </a:extLst>
          </p:cNvPr>
          <p:cNvSpPr>
            <a:spLocks/>
          </p:cNvSpPr>
          <p:nvPr/>
        </p:nvSpPr>
        <p:spPr bwMode="auto">
          <a:xfrm>
            <a:off x="8380413" y="1508125"/>
            <a:ext cx="1587" cy="1077913"/>
          </a:xfrm>
          <a:custGeom>
            <a:avLst/>
            <a:gdLst>
              <a:gd name="T0" fmla="*/ 1 w 1"/>
              <a:gd name="T1" fmla="*/ 0 h 679"/>
              <a:gd name="T2" fmla="*/ 0 w 1"/>
              <a:gd name="T3" fmla="*/ 679 h 6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79">
                <a:moveTo>
                  <a:pt x="1" y="0"/>
                </a:moveTo>
                <a:lnTo>
                  <a:pt x="0" y="679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6" name="Freeform 28">
            <a:extLst>
              <a:ext uri="{FF2B5EF4-FFF2-40B4-BE49-F238E27FC236}">
                <a16:creationId xmlns:a16="http://schemas.microsoft.com/office/drawing/2014/main" id="{52BDABD0-B821-48C2-9680-CD29ACE29B68}"/>
              </a:ext>
            </a:extLst>
          </p:cNvPr>
          <p:cNvSpPr>
            <a:spLocks/>
          </p:cNvSpPr>
          <p:nvPr/>
        </p:nvSpPr>
        <p:spPr bwMode="auto">
          <a:xfrm>
            <a:off x="7931150" y="2586038"/>
            <a:ext cx="1588" cy="520700"/>
          </a:xfrm>
          <a:custGeom>
            <a:avLst/>
            <a:gdLst>
              <a:gd name="T0" fmla="*/ 0 w 1"/>
              <a:gd name="T1" fmla="*/ 328 h 328"/>
              <a:gd name="T2" fmla="*/ 0 w 1"/>
              <a:gd name="T3" fmla="*/ 0 h 3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28">
                <a:moveTo>
                  <a:pt x="0" y="328"/>
                </a:moveTo>
                <a:lnTo>
                  <a:pt x="0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7" name="Freeform 29">
            <a:extLst>
              <a:ext uri="{FF2B5EF4-FFF2-40B4-BE49-F238E27FC236}">
                <a16:creationId xmlns:a16="http://schemas.microsoft.com/office/drawing/2014/main" id="{A5AC8D2D-15CB-4C9D-BA07-5B165DA4737D}"/>
              </a:ext>
            </a:extLst>
          </p:cNvPr>
          <p:cNvSpPr>
            <a:spLocks/>
          </p:cNvSpPr>
          <p:nvPr/>
        </p:nvSpPr>
        <p:spPr bwMode="auto">
          <a:xfrm>
            <a:off x="7924800" y="2574925"/>
            <a:ext cx="468313" cy="1588"/>
          </a:xfrm>
          <a:custGeom>
            <a:avLst/>
            <a:gdLst>
              <a:gd name="T0" fmla="*/ 0 w 295"/>
              <a:gd name="T1" fmla="*/ 0 h 1"/>
              <a:gd name="T2" fmla="*/ 295 w 295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5" h="1">
                <a:moveTo>
                  <a:pt x="0" y="0"/>
                </a:moveTo>
                <a:lnTo>
                  <a:pt x="295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8" name="Line 30">
            <a:extLst>
              <a:ext uri="{FF2B5EF4-FFF2-40B4-BE49-F238E27FC236}">
                <a16:creationId xmlns:a16="http://schemas.microsoft.com/office/drawing/2014/main" id="{F62C8031-5019-4E79-AEB8-6E4985D0D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431925"/>
            <a:ext cx="1752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49" name="Line 31">
            <a:extLst>
              <a:ext uri="{FF2B5EF4-FFF2-40B4-BE49-F238E27FC236}">
                <a16:creationId xmlns:a16="http://schemas.microsoft.com/office/drawing/2014/main" id="{8ECEB7F6-0C6A-4CA8-92EA-F1E086CA0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51125"/>
            <a:ext cx="1752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50" name="Line 32">
            <a:extLst>
              <a:ext uri="{FF2B5EF4-FFF2-40B4-BE49-F238E27FC236}">
                <a16:creationId xmlns:a16="http://schemas.microsoft.com/office/drawing/2014/main" id="{C2535E27-7D7D-420F-8D40-FE1A15D298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279525"/>
            <a:ext cx="4572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51" name="Line 33">
            <a:extLst>
              <a:ext uri="{FF2B5EF4-FFF2-40B4-BE49-F238E27FC236}">
                <a16:creationId xmlns:a16="http://schemas.microsoft.com/office/drawing/2014/main" id="{401DCDE1-B320-4EA0-B522-C05300391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2803525"/>
            <a:ext cx="4572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52" name="Line 34">
            <a:extLst>
              <a:ext uri="{FF2B5EF4-FFF2-40B4-BE49-F238E27FC236}">
                <a16:creationId xmlns:a16="http://schemas.microsoft.com/office/drawing/2014/main" id="{5784A8BE-8C1C-48BF-AF2D-3F5D2E1E6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660525"/>
            <a:ext cx="762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53" name="Line 35">
            <a:extLst>
              <a:ext uri="{FF2B5EF4-FFF2-40B4-BE49-F238E27FC236}">
                <a16:creationId xmlns:a16="http://schemas.microsoft.com/office/drawing/2014/main" id="{E4B1A150-148C-44E6-9883-D55F7E889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422525"/>
            <a:ext cx="762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54" name="Text Box 36">
            <a:extLst>
              <a:ext uri="{FF2B5EF4-FFF2-40B4-BE49-F238E27FC236}">
                <a16:creationId xmlns:a16="http://schemas.microsoft.com/office/drawing/2014/main" id="{0B85367E-6CA9-4442-A5B9-F7D3659CD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27" y="484215"/>
            <a:ext cx="4375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：求作俯视图</a:t>
            </a:r>
          </a:p>
        </p:txBody>
      </p:sp>
      <p:sp>
        <p:nvSpPr>
          <p:cNvPr id="5155" name="Line 37">
            <a:extLst>
              <a:ext uri="{FF2B5EF4-FFF2-40B4-BE49-F238E27FC236}">
                <a16:creationId xmlns:a16="http://schemas.microsoft.com/office/drawing/2014/main" id="{F1D41679-7710-46A6-B3B1-1460BC2547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530600"/>
            <a:ext cx="0" cy="250348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56" name="Rectangle 38">
            <a:extLst>
              <a:ext uri="{FF2B5EF4-FFF2-40B4-BE49-F238E27FC236}">
                <a16:creationId xmlns:a16="http://schemas.microsoft.com/office/drawing/2014/main" id="{689ABBBD-EC92-4A3F-B153-206FD33A6F3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6600" y="3641725"/>
            <a:ext cx="2133600" cy="2286000"/>
          </a:xfrm>
          <a:prstGeom prst="rect">
            <a:avLst/>
          </a:prstGeom>
          <a:noFill/>
          <a:ln w="3810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157" name="Freeform 39">
            <a:extLst>
              <a:ext uri="{FF2B5EF4-FFF2-40B4-BE49-F238E27FC236}">
                <a16:creationId xmlns:a16="http://schemas.microsoft.com/office/drawing/2014/main" id="{78065EED-4541-43CE-A2FA-133760EE96AD}"/>
              </a:ext>
            </a:extLst>
          </p:cNvPr>
          <p:cNvSpPr>
            <a:spLocks/>
          </p:cNvSpPr>
          <p:nvPr/>
        </p:nvSpPr>
        <p:spPr bwMode="auto">
          <a:xfrm>
            <a:off x="3352800" y="5392738"/>
            <a:ext cx="1992313" cy="1587"/>
          </a:xfrm>
          <a:custGeom>
            <a:avLst/>
            <a:gdLst>
              <a:gd name="T0" fmla="*/ 0 w 1255"/>
              <a:gd name="T1" fmla="*/ 1 h 1"/>
              <a:gd name="T2" fmla="*/ 1255 w 1255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5" h="1">
                <a:moveTo>
                  <a:pt x="0" y="1"/>
                </a:moveTo>
                <a:lnTo>
                  <a:pt x="1255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158" name="Group 40">
            <a:extLst>
              <a:ext uri="{FF2B5EF4-FFF2-40B4-BE49-F238E27FC236}">
                <a16:creationId xmlns:a16="http://schemas.microsoft.com/office/drawing/2014/main" id="{DE3EE0DB-C5D2-474C-8242-B5D62641E30C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394325"/>
            <a:ext cx="1981200" cy="457200"/>
            <a:chOff x="2112" y="3504"/>
            <a:chExt cx="1248" cy="288"/>
          </a:xfrm>
        </p:grpSpPr>
        <p:sp>
          <p:nvSpPr>
            <p:cNvPr id="5159" name="Line 41">
              <a:extLst>
                <a:ext uri="{FF2B5EF4-FFF2-40B4-BE49-F238E27FC236}">
                  <a16:creationId xmlns:a16="http://schemas.microsoft.com/office/drawing/2014/main" id="{51FCCAB0-0813-400D-BC06-B261D2BFC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60" name="Line 42">
              <a:extLst>
                <a:ext uri="{FF2B5EF4-FFF2-40B4-BE49-F238E27FC236}">
                  <a16:creationId xmlns:a16="http://schemas.microsoft.com/office/drawing/2014/main" id="{51088212-661F-4EC4-B3BD-C5DE6A274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161" name="Group 43">
            <a:extLst>
              <a:ext uri="{FF2B5EF4-FFF2-40B4-BE49-F238E27FC236}">
                <a16:creationId xmlns:a16="http://schemas.microsoft.com/office/drawing/2014/main" id="{8A762F4A-2FB9-4A51-A27C-248F8262A80E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717925"/>
            <a:ext cx="1371600" cy="2133600"/>
            <a:chOff x="2304" y="2448"/>
            <a:chExt cx="864" cy="1344"/>
          </a:xfrm>
        </p:grpSpPr>
        <p:sp>
          <p:nvSpPr>
            <p:cNvPr id="5162" name="Line 44">
              <a:extLst>
                <a:ext uri="{FF2B5EF4-FFF2-40B4-BE49-F238E27FC236}">
                  <a16:creationId xmlns:a16="http://schemas.microsoft.com/office/drawing/2014/main" id="{9BE429F1-4EFD-4CD6-8F22-3365F8DAF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63" name="Line 45">
              <a:extLst>
                <a:ext uri="{FF2B5EF4-FFF2-40B4-BE49-F238E27FC236}">
                  <a16:creationId xmlns:a16="http://schemas.microsoft.com/office/drawing/2014/main" id="{A06084C6-C434-4015-AFC0-C938E2ABD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64" name="Freeform 46">
            <a:extLst>
              <a:ext uri="{FF2B5EF4-FFF2-40B4-BE49-F238E27FC236}">
                <a16:creationId xmlns:a16="http://schemas.microsoft.com/office/drawing/2014/main" id="{B713A08F-12A1-447B-8312-2FB381267775}"/>
              </a:ext>
            </a:extLst>
          </p:cNvPr>
          <p:cNvSpPr>
            <a:spLocks/>
          </p:cNvSpPr>
          <p:nvPr/>
        </p:nvSpPr>
        <p:spPr bwMode="auto">
          <a:xfrm>
            <a:off x="3983038" y="5854700"/>
            <a:ext cx="727075" cy="1588"/>
          </a:xfrm>
          <a:custGeom>
            <a:avLst/>
            <a:gdLst>
              <a:gd name="T0" fmla="*/ 0 w 458"/>
              <a:gd name="T1" fmla="*/ 0 h 1"/>
              <a:gd name="T2" fmla="*/ 458 w 45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8" h="1">
                <a:moveTo>
                  <a:pt x="0" y="0"/>
                </a:moveTo>
                <a:lnTo>
                  <a:pt x="458" y="0"/>
                </a:lnTo>
              </a:path>
            </a:pathLst>
          </a:custGeom>
          <a:solidFill>
            <a:srgbClr val="66FFFF"/>
          </a:solidFill>
          <a:ln w="76200" cap="flat" algn="ctr">
            <a:solidFill>
              <a:srgbClr val="85FFC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165" name="Group 47">
            <a:extLst>
              <a:ext uri="{FF2B5EF4-FFF2-40B4-BE49-F238E27FC236}">
                <a16:creationId xmlns:a16="http://schemas.microsoft.com/office/drawing/2014/main" id="{A419E63C-3EBD-4F08-818A-D462AF221B83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5394325"/>
            <a:ext cx="762000" cy="457200"/>
            <a:chOff x="2496" y="3504"/>
            <a:chExt cx="480" cy="288"/>
          </a:xfrm>
        </p:grpSpPr>
        <p:sp>
          <p:nvSpPr>
            <p:cNvPr id="5166" name="Line 48">
              <a:extLst>
                <a:ext uri="{FF2B5EF4-FFF2-40B4-BE49-F238E27FC236}">
                  <a16:creationId xmlns:a16="http://schemas.microsoft.com/office/drawing/2014/main" id="{EBBFA1A3-9B85-43F5-B7A2-5D8623D3C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67" name="Line 49">
              <a:extLst>
                <a:ext uri="{FF2B5EF4-FFF2-40B4-BE49-F238E27FC236}">
                  <a16:creationId xmlns:a16="http://schemas.microsoft.com/office/drawing/2014/main" id="{F7E2F0A5-D056-4558-97BF-D2A1B236A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68" name="Line 50">
            <a:extLst>
              <a:ext uri="{FF2B5EF4-FFF2-40B4-BE49-F238E27FC236}">
                <a16:creationId xmlns:a16="http://schemas.microsoft.com/office/drawing/2014/main" id="{D0BDAC2C-1030-48DF-9A63-C87943FAD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717925"/>
            <a:ext cx="0" cy="1219200"/>
          </a:xfrm>
          <a:prstGeom prst="line">
            <a:avLst/>
          </a:prstGeom>
          <a:noFill/>
          <a:ln w="76200" cap="flat" algn="ctr">
            <a:solidFill>
              <a:srgbClr val="E5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69" name="Line 51">
            <a:extLst>
              <a:ext uri="{FF2B5EF4-FFF2-40B4-BE49-F238E27FC236}">
                <a16:creationId xmlns:a16="http://schemas.microsoft.com/office/drawing/2014/main" id="{A01D6CB6-B6F1-4982-AF03-ADA7F7C86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556125"/>
            <a:ext cx="0" cy="3810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70" name="Line 52">
            <a:extLst>
              <a:ext uri="{FF2B5EF4-FFF2-40B4-BE49-F238E27FC236}">
                <a16:creationId xmlns:a16="http://schemas.microsoft.com/office/drawing/2014/main" id="{5C4B5715-0925-441A-8C96-F31EFADF3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4556125"/>
            <a:ext cx="21336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71" name="Freeform 53">
            <a:extLst>
              <a:ext uri="{FF2B5EF4-FFF2-40B4-BE49-F238E27FC236}">
                <a16:creationId xmlns:a16="http://schemas.microsoft.com/office/drawing/2014/main" id="{D9711E3D-C9B7-4FFB-BD41-1CA7848E2265}"/>
              </a:ext>
            </a:extLst>
          </p:cNvPr>
          <p:cNvSpPr>
            <a:spLocks/>
          </p:cNvSpPr>
          <p:nvPr/>
        </p:nvSpPr>
        <p:spPr bwMode="auto">
          <a:xfrm>
            <a:off x="762000" y="3716338"/>
            <a:ext cx="1588" cy="1236662"/>
          </a:xfrm>
          <a:custGeom>
            <a:avLst/>
            <a:gdLst>
              <a:gd name="T0" fmla="*/ 1 w 1"/>
              <a:gd name="T1" fmla="*/ 0 h 779"/>
              <a:gd name="T2" fmla="*/ 0 w 1"/>
              <a:gd name="T3" fmla="*/ 779 h 7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779">
                <a:moveTo>
                  <a:pt x="1" y="0"/>
                </a:moveTo>
                <a:lnTo>
                  <a:pt x="0" y="779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72" name="Freeform 54">
            <a:extLst>
              <a:ext uri="{FF2B5EF4-FFF2-40B4-BE49-F238E27FC236}">
                <a16:creationId xmlns:a16="http://schemas.microsoft.com/office/drawing/2014/main" id="{465ACD2C-3A29-4977-848B-6B16B7A1E49C}"/>
              </a:ext>
            </a:extLst>
          </p:cNvPr>
          <p:cNvSpPr>
            <a:spLocks/>
          </p:cNvSpPr>
          <p:nvPr/>
        </p:nvSpPr>
        <p:spPr bwMode="auto">
          <a:xfrm>
            <a:off x="2308225" y="3595688"/>
            <a:ext cx="1588" cy="1120775"/>
          </a:xfrm>
          <a:custGeom>
            <a:avLst/>
            <a:gdLst>
              <a:gd name="T0" fmla="*/ 0 w 1"/>
              <a:gd name="T1" fmla="*/ 0 h 706"/>
              <a:gd name="T2" fmla="*/ 0 w 1"/>
              <a:gd name="T3" fmla="*/ 706 h 7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706">
                <a:moveTo>
                  <a:pt x="0" y="0"/>
                </a:moveTo>
                <a:lnTo>
                  <a:pt x="0" y="706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173" name="Group 55">
            <a:extLst>
              <a:ext uri="{FF2B5EF4-FFF2-40B4-BE49-F238E27FC236}">
                <a16:creationId xmlns:a16="http://schemas.microsoft.com/office/drawing/2014/main" id="{498E8808-7500-418A-85A1-FE3B9A0B3B5E}"/>
              </a:ext>
            </a:extLst>
          </p:cNvPr>
          <p:cNvGrpSpPr>
            <a:grpSpLocks/>
          </p:cNvGrpSpPr>
          <p:nvPr/>
        </p:nvGrpSpPr>
        <p:grpSpPr bwMode="auto">
          <a:xfrm>
            <a:off x="1887538" y="3717925"/>
            <a:ext cx="855662" cy="865188"/>
            <a:chOff x="565" y="2448"/>
            <a:chExt cx="539" cy="545"/>
          </a:xfrm>
        </p:grpSpPr>
        <p:sp>
          <p:nvSpPr>
            <p:cNvPr id="5174" name="Line 56">
              <a:extLst>
                <a:ext uri="{FF2B5EF4-FFF2-40B4-BE49-F238E27FC236}">
                  <a16:creationId xmlns:a16="http://schemas.microsoft.com/office/drawing/2014/main" id="{B5DA18F7-1C97-4867-BAC0-991390187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75" name="Freeform 57">
              <a:extLst>
                <a:ext uri="{FF2B5EF4-FFF2-40B4-BE49-F238E27FC236}">
                  <a16:creationId xmlns:a16="http://schemas.microsoft.com/office/drawing/2014/main" id="{4D32D381-0973-4FF5-9BAA-096047FA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76" name="Line 58">
            <a:extLst>
              <a:ext uri="{FF2B5EF4-FFF2-40B4-BE49-F238E27FC236}">
                <a16:creationId xmlns:a16="http://schemas.microsoft.com/office/drawing/2014/main" id="{3C108CE9-9BB9-4A01-9B70-C143B76E32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717925"/>
            <a:ext cx="3581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177" name="Group 59">
            <a:extLst>
              <a:ext uri="{FF2B5EF4-FFF2-40B4-BE49-F238E27FC236}">
                <a16:creationId xmlns:a16="http://schemas.microsoft.com/office/drawing/2014/main" id="{2FCC7865-758B-47E2-A901-0D2B85402A1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717925"/>
            <a:ext cx="838200" cy="838200"/>
            <a:chOff x="576" y="2448"/>
            <a:chExt cx="528" cy="528"/>
          </a:xfrm>
        </p:grpSpPr>
        <p:sp>
          <p:nvSpPr>
            <p:cNvPr id="5178" name="Line 60">
              <a:extLst>
                <a:ext uri="{FF2B5EF4-FFF2-40B4-BE49-F238E27FC236}">
                  <a16:creationId xmlns:a16="http://schemas.microsoft.com/office/drawing/2014/main" id="{96C85195-EA42-46A8-93F3-963A302D9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79" name="Line 61">
              <a:extLst>
                <a:ext uri="{FF2B5EF4-FFF2-40B4-BE49-F238E27FC236}">
                  <a16:creationId xmlns:a16="http://schemas.microsoft.com/office/drawing/2014/main" id="{DEC89450-4F8B-4D2A-AFD5-3866890AC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80" name="Line 62">
            <a:extLst>
              <a:ext uri="{FF2B5EF4-FFF2-40B4-BE49-F238E27FC236}">
                <a16:creationId xmlns:a16="http://schemas.microsoft.com/office/drawing/2014/main" id="{9CCCE5AE-2773-477A-883A-8AFD4AE5F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937125"/>
            <a:ext cx="35814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81" name="Line 63">
            <a:extLst>
              <a:ext uri="{FF2B5EF4-FFF2-40B4-BE49-F238E27FC236}">
                <a16:creationId xmlns:a16="http://schemas.microsoft.com/office/drawing/2014/main" id="{96528465-3851-4F82-8DDD-54BB2D8C5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388" y="3565525"/>
            <a:ext cx="0" cy="11509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182" name="Line 64">
            <a:extLst>
              <a:ext uri="{FF2B5EF4-FFF2-40B4-BE49-F238E27FC236}">
                <a16:creationId xmlns:a16="http://schemas.microsoft.com/office/drawing/2014/main" id="{1F9F9E03-448C-4A7C-BC6E-46FC77890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279525"/>
            <a:ext cx="0" cy="153828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183" name="Group 65">
            <a:extLst>
              <a:ext uri="{FF2B5EF4-FFF2-40B4-BE49-F238E27FC236}">
                <a16:creationId xmlns:a16="http://schemas.microsoft.com/office/drawing/2014/main" id="{C57C1142-6EF3-40A2-B20C-5565B9ADE408}"/>
              </a:ext>
            </a:extLst>
          </p:cNvPr>
          <p:cNvGrpSpPr>
            <a:grpSpLocks/>
          </p:cNvGrpSpPr>
          <p:nvPr/>
        </p:nvGrpSpPr>
        <p:grpSpPr bwMode="auto">
          <a:xfrm>
            <a:off x="5789613" y="4230688"/>
            <a:ext cx="2959100" cy="1568450"/>
            <a:chOff x="3169" y="1299"/>
            <a:chExt cx="1864" cy="988"/>
          </a:xfrm>
        </p:grpSpPr>
        <p:grpSp>
          <p:nvGrpSpPr>
            <p:cNvPr id="5184" name="Group 66">
              <a:extLst>
                <a:ext uri="{FF2B5EF4-FFF2-40B4-BE49-F238E27FC236}">
                  <a16:creationId xmlns:a16="http://schemas.microsoft.com/office/drawing/2014/main" id="{42BB76EF-69B3-45D6-A6D2-6B3957AD08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7" y="1300"/>
              <a:ext cx="1066" cy="987"/>
              <a:chOff x="2769" y="2291"/>
              <a:chExt cx="1470" cy="1361"/>
            </a:xfrm>
          </p:grpSpPr>
          <p:sp>
            <p:nvSpPr>
              <p:cNvPr id="5185" name="Freeform 67">
                <a:extLst>
                  <a:ext uri="{FF2B5EF4-FFF2-40B4-BE49-F238E27FC236}">
                    <a16:creationId xmlns:a16="http://schemas.microsoft.com/office/drawing/2014/main" id="{584967B4-B092-4D2E-AD2F-B4C86CEFB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570"/>
                <a:ext cx="999" cy="350"/>
              </a:xfrm>
              <a:custGeom>
                <a:avLst/>
                <a:gdLst>
                  <a:gd name="T0" fmla="*/ 999 w 999"/>
                  <a:gd name="T1" fmla="*/ 350 h 350"/>
                  <a:gd name="T2" fmla="*/ 968 w 999"/>
                  <a:gd name="T3" fmla="*/ 273 h 350"/>
                  <a:gd name="T4" fmla="*/ 915 w 999"/>
                  <a:gd name="T5" fmla="*/ 182 h 350"/>
                  <a:gd name="T6" fmla="*/ 852 w 999"/>
                  <a:gd name="T7" fmla="*/ 129 h 350"/>
                  <a:gd name="T8" fmla="*/ 771 w 999"/>
                  <a:gd name="T9" fmla="*/ 62 h 350"/>
                  <a:gd name="T10" fmla="*/ 689 w 999"/>
                  <a:gd name="T11" fmla="*/ 28 h 350"/>
                  <a:gd name="T12" fmla="*/ 617 w 999"/>
                  <a:gd name="T13" fmla="*/ 9 h 350"/>
                  <a:gd name="T14" fmla="*/ 516 w 999"/>
                  <a:gd name="T15" fmla="*/ 0 h 350"/>
                  <a:gd name="T16" fmla="*/ 406 w 999"/>
                  <a:gd name="T17" fmla="*/ 9 h 350"/>
                  <a:gd name="T18" fmla="*/ 315 w 999"/>
                  <a:gd name="T19" fmla="*/ 28 h 350"/>
                  <a:gd name="T20" fmla="*/ 237 w 999"/>
                  <a:gd name="T21" fmla="*/ 81 h 350"/>
                  <a:gd name="T22" fmla="*/ 162 w 999"/>
                  <a:gd name="T23" fmla="*/ 132 h 350"/>
                  <a:gd name="T24" fmla="*/ 95 w 999"/>
                  <a:gd name="T25" fmla="*/ 195 h 350"/>
                  <a:gd name="T26" fmla="*/ 41 w 999"/>
                  <a:gd name="T27" fmla="*/ 269 h 350"/>
                  <a:gd name="T28" fmla="*/ 0 w 999"/>
                  <a:gd name="T29" fmla="*/ 350 h 350"/>
                  <a:gd name="T30" fmla="*/ 0 w 999"/>
                  <a:gd name="T31" fmla="*/ 35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99" h="350">
                    <a:moveTo>
                      <a:pt x="999" y="350"/>
                    </a:moveTo>
                    <a:lnTo>
                      <a:pt x="968" y="273"/>
                    </a:lnTo>
                    <a:lnTo>
                      <a:pt x="915" y="182"/>
                    </a:lnTo>
                    <a:lnTo>
                      <a:pt x="852" y="129"/>
                    </a:lnTo>
                    <a:lnTo>
                      <a:pt x="771" y="62"/>
                    </a:lnTo>
                    <a:lnTo>
                      <a:pt x="689" y="28"/>
                    </a:lnTo>
                    <a:lnTo>
                      <a:pt x="617" y="9"/>
                    </a:lnTo>
                    <a:lnTo>
                      <a:pt x="516" y="0"/>
                    </a:lnTo>
                    <a:lnTo>
                      <a:pt x="406" y="9"/>
                    </a:lnTo>
                    <a:lnTo>
                      <a:pt x="315" y="28"/>
                    </a:lnTo>
                    <a:lnTo>
                      <a:pt x="237" y="81"/>
                    </a:lnTo>
                    <a:lnTo>
                      <a:pt x="162" y="132"/>
                    </a:lnTo>
                    <a:lnTo>
                      <a:pt x="95" y="195"/>
                    </a:lnTo>
                    <a:lnTo>
                      <a:pt x="41" y="269"/>
                    </a:lnTo>
                    <a:lnTo>
                      <a:pt x="0" y="350"/>
                    </a:lnTo>
                  </a:path>
                </a:pathLst>
              </a:custGeom>
              <a:gradFill rotWithShape="0">
                <a:gsLst>
                  <a:gs pos="0">
                    <a:srgbClr val="FF99FF"/>
                  </a:gs>
                  <a:gs pos="100000">
                    <a:srgbClr val="DC84DC"/>
                  </a:gs>
                </a:gsLst>
                <a:lin ang="54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6" name="Freeform 68">
                <a:extLst>
                  <a:ext uri="{FF2B5EF4-FFF2-40B4-BE49-F238E27FC236}">
                    <a16:creationId xmlns:a16="http://schemas.microsoft.com/office/drawing/2014/main" id="{85E1CD35-3D5B-44AB-B267-E9617EEC2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7" y="3238"/>
                <a:ext cx="986" cy="414"/>
              </a:xfrm>
              <a:custGeom>
                <a:avLst/>
                <a:gdLst>
                  <a:gd name="T0" fmla="*/ 210 w 986"/>
                  <a:gd name="T1" fmla="*/ 0 h 414"/>
                  <a:gd name="T2" fmla="*/ 0 w 986"/>
                  <a:gd name="T3" fmla="*/ 189 h 414"/>
                  <a:gd name="T4" fmla="*/ 94 w 986"/>
                  <a:gd name="T5" fmla="*/ 276 h 414"/>
                  <a:gd name="T6" fmla="*/ 154 w 986"/>
                  <a:gd name="T7" fmla="*/ 314 h 414"/>
                  <a:gd name="T8" fmla="*/ 238 w 986"/>
                  <a:gd name="T9" fmla="*/ 363 h 414"/>
                  <a:gd name="T10" fmla="*/ 327 w 986"/>
                  <a:gd name="T11" fmla="*/ 396 h 414"/>
                  <a:gd name="T12" fmla="*/ 426 w 986"/>
                  <a:gd name="T13" fmla="*/ 414 h 414"/>
                  <a:gd name="T14" fmla="*/ 523 w 986"/>
                  <a:gd name="T15" fmla="*/ 413 h 414"/>
                  <a:gd name="T16" fmla="*/ 625 w 986"/>
                  <a:gd name="T17" fmla="*/ 396 h 414"/>
                  <a:gd name="T18" fmla="*/ 721 w 986"/>
                  <a:gd name="T19" fmla="*/ 362 h 414"/>
                  <a:gd name="T20" fmla="*/ 807 w 986"/>
                  <a:gd name="T21" fmla="*/ 309 h 414"/>
                  <a:gd name="T22" fmla="*/ 865 w 986"/>
                  <a:gd name="T23" fmla="*/ 243 h 414"/>
                  <a:gd name="T24" fmla="*/ 924 w 986"/>
                  <a:gd name="T25" fmla="*/ 166 h 414"/>
                  <a:gd name="T26" fmla="*/ 986 w 986"/>
                  <a:gd name="T27" fmla="*/ 76 h 414"/>
                  <a:gd name="T28" fmla="*/ 969 w 986"/>
                  <a:gd name="T29" fmla="*/ 79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86" h="414">
                    <a:moveTo>
                      <a:pt x="210" y="0"/>
                    </a:moveTo>
                    <a:lnTo>
                      <a:pt x="0" y="189"/>
                    </a:lnTo>
                    <a:lnTo>
                      <a:pt x="94" y="276"/>
                    </a:lnTo>
                    <a:lnTo>
                      <a:pt x="154" y="314"/>
                    </a:lnTo>
                    <a:lnTo>
                      <a:pt x="238" y="363"/>
                    </a:lnTo>
                    <a:lnTo>
                      <a:pt x="327" y="396"/>
                    </a:lnTo>
                    <a:lnTo>
                      <a:pt x="426" y="414"/>
                    </a:lnTo>
                    <a:lnTo>
                      <a:pt x="523" y="413"/>
                    </a:lnTo>
                    <a:lnTo>
                      <a:pt x="625" y="396"/>
                    </a:lnTo>
                    <a:lnTo>
                      <a:pt x="721" y="362"/>
                    </a:lnTo>
                    <a:lnTo>
                      <a:pt x="807" y="309"/>
                    </a:lnTo>
                    <a:lnTo>
                      <a:pt x="865" y="243"/>
                    </a:lnTo>
                    <a:lnTo>
                      <a:pt x="924" y="166"/>
                    </a:lnTo>
                    <a:lnTo>
                      <a:pt x="986" y="76"/>
                    </a:lnTo>
                    <a:lnTo>
                      <a:pt x="969" y="79"/>
                    </a:lnTo>
                  </a:path>
                </a:pathLst>
              </a:custGeom>
              <a:gradFill rotWithShape="0">
                <a:gsLst>
                  <a:gs pos="0">
                    <a:srgbClr val="B96FB9"/>
                  </a:gs>
                  <a:gs pos="100000">
                    <a:srgbClr val="FF99FF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7" name="Freeform 69">
                <a:extLst>
                  <a:ext uri="{FF2B5EF4-FFF2-40B4-BE49-F238E27FC236}">
                    <a16:creationId xmlns:a16="http://schemas.microsoft.com/office/drawing/2014/main" id="{63D0A5DF-D361-40C5-914B-CA7DC7094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9" y="3012"/>
                <a:ext cx="284" cy="422"/>
              </a:xfrm>
              <a:custGeom>
                <a:avLst/>
                <a:gdLst>
                  <a:gd name="T0" fmla="*/ 37 w 284"/>
                  <a:gd name="T1" fmla="*/ 0 h 422"/>
                  <a:gd name="T2" fmla="*/ 277 w 284"/>
                  <a:gd name="T3" fmla="*/ 8 h 422"/>
                  <a:gd name="T4" fmla="*/ 255 w 284"/>
                  <a:gd name="T5" fmla="*/ 51 h 422"/>
                  <a:gd name="T6" fmla="*/ 226 w 284"/>
                  <a:gd name="T7" fmla="*/ 110 h 422"/>
                  <a:gd name="T8" fmla="*/ 219 w 284"/>
                  <a:gd name="T9" fmla="*/ 190 h 422"/>
                  <a:gd name="T10" fmla="*/ 226 w 284"/>
                  <a:gd name="T11" fmla="*/ 262 h 422"/>
                  <a:gd name="T12" fmla="*/ 248 w 284"/>
                  <a:gd name="T13" fmla="*/ 342 h 422"/>
                  <a:gd name="T14" fmla="*/ 284 w 284"/>
                  <a:gd name="T15" fmla="*/ 415 h 422"/>
                  <a:gd name="T16" fmla="*/ 59 w 284"/>
                  <a:gd name="T17" fmla="*/ 422 h 422"/>
                  <a:gd name="T18" fmla="*/ 22 w 284"/>
                  <a:gd name="T19" fmla="*/ 350 h 422"/>
                  <a:gd name="T20" fmla="*/ 8 w 284"/>
                  <a:gd name="T21" fmla="*/ 291 h 422"/>
                  <a:gd name="T22" fmla="*/ 0 w 284"/>
                  <a:gd name="T23" fmla="*/ 197 h 422"/>
                  <a:gd name="T24" fmla="*/ 8 w 284"/>
                  <a:gd name="T25" fmla="*/ 131 h 422"/>
                  <a:gd name="T26" fmla="*/ 22 w 284"/>
                  <a:gd name="T27" fmla="*/ 66 h 422"/>
                  <a:gd name="T28" fmla="*/ 37 w 284"/>
                  <a:gd name="T29" fmla="*/ 0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4" h="422">
                    <a:moveTo>
                      <a:pt x="37" y="0"/>
                    </a:moveTo>
                    <a:lnTo>
                      <a:pt x="277" y="8"/>
                    </a:lnTo>
                    <a:lnTo>
                      <a:pt x="255" y="51"/>
                    </a:lnTo>
                    <a:lnTo>
                      <a:pt x="226" y="110"/>
                    </a:lnTo>
                    <a:lnTo>
                      <a:pt x="219" y="190"/>
                    </a:lnTo>
                    <a:lnTo>
                      <a:pt x="226" y="262"/>
                    </a:lnTo>
                    <a:lnTo>
                      <a:pt x="248" y="342"/>
                    </a:lnTo>
                    <a:lnTo>
                      <a:pt x="284" y="415"/>
                    </a:lnTo>
                    <a:lnTo>
                      <a:pt x="59" y="422"/>
                    </a:lnTo>
                    <a:lnTo>
                      <a:pt x="22" y="350"/>
                    </a:lnTo>
                    <a:lnTo>
                      <a:pt x="8" y="291"/>
                    </a:lnTo>
                    <a:lnTo>
                      <a:pt x="0" y="197"/>
                    </a:lnTo>
                    <a:lnTo>
                      <a:pt x="8" y="131"/>
                    </a:lnTo>
                    <a:lnTo>
                      <a:pt x="22" y="6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88" name="Freeform 70">
                <a:extLst>
                  <a:ext uri="{FF2B5EF4-FFF2-40B4-BE49-F238E27FC236}">
                    <a16:creationId xmlns:a16="http://schemas.microsoft.com/office/drawing/2014/main" id="{CF54EB57-1163-4465-88E1-4C1A93455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2" y="3012"/>
                <a:ext cx="298" cy="408"/>
              </a:xfrm>
              <a:custGeom>
                <a:avLst/>
                <a:gdLst>
                  <a:gd name="T0" fmla="*/ 1 w 298"/>
                  <a:gd name="T1" fmla="*/ 0 h 408"/>
                  <a:gd name="T2" fmla="*/ 53 w 298"/>
                  <a:gd name="T3" fmla="*/ 73 h 408"/>
                  <a:gd name="T4" fmla="*/ 80 w 298"/>
                  <a:gd name="T5" fmla="*/ 131 h 408"/>
                  <a:gd name="T6" fmla="*/ 87 w 298"/>
                  <a:gd name="T7" fmla="*/ 219 h 408"/>
                  <a:gd name="T8" fmla="*/ 73 w 298"/>
                  <a:gd name="T9" fmla="*/ 284 h 408"/>
                  <a:gd name="T10" fmla="*/ 51 w 298"/>
                  <a:gd name="T11" fmla="*/ 364 h 408"/>
                  <a:gd name="T12" fmla="*/ 0 w 298"/>
                  <a:gd name="T13" fmla="*/ 408 h 408"/>
                  <a:gd name="T14" fmla="*/ 255 w 298"/>
                  <a:gd name="T15" fmla="*/ 408 h 408"/>
                  <a:gd name="T16" fmla="*/ 262 w 298"/>
                  <a:gd name="T17" fmla="*/ 364 h 408"/>
                  <a:gd name="T18" fmla="*/ 290 w 298"/>
                  <a:gd name="T19" fmla="*/ 303 h 408"/>
                  <a:gd name="T20" fmla="*/ 297 w 298"/>
                  <a:gd name="T21" fmla="*/ 252 h 408"/>
                  <a:gd name="T22" fmla="*/ 298 w 298"/>
                  <a:gd name="T23" fmla="*/ 168 h 408"/>
                  <a:gd name="T24" fmla="*/ 277 w 298"/>
                  <a:gd name="T25" fmla="*/ 60 h 408"/>
                  <a:gd name="T26" fmla="*/ 255 w 298"/>
                  <a:gd name="T27" fmla="*/ 0 h 408"/>
                  <a:gd name="T28" fmla="*/ 1 w 298"/>
                  <a:gd name="T29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8" h="408">
                    <a:moveTo>
                      <a:pt x="1" y="0"/>
                    </a:moveTo>
                    <a:lnTo>
                      <a:pt x="53" y="73"/>
                    </a:lnTo>
                    <a:lnTo>
                      <a:pt x="80" y="131"/>
                    </a:lnTo>
                    <a:lnTo>
                      <a:pt x="87" y="219"/>
                    </a:lnTo>
                    <a:lnTo>
                      <a:pt x="73" y="284"/>
                    </a:lnTo>
                    <a:lnTo>
                      <a:pt x="51" y="364"/>
                    </a:lnTo>
                    <a:lnTo>
                      <a:pt x="0" y="408"/>
                    </a:lnTo>
                    <a:lnTo>
                      <a:pt x="255" y="408"/>
                    </a:lnTo>
                    <a:lnTo>
                      <a:pt x="262" y="364"/>
                    </a:lnTo>
                    <a:lnTo>
                      <a:pt x="290" y="303"/>
                    </a:lnTo>
                    <a:lnTo>
                      <a:pt x="297" y="252"/>
                    </a:lnTo>
                    <a:lnTo>
                      <a:pt x="298" y="168"/>
                    </a:lnTo>
                    <a:lnTo>
                      <a:pt x="277" y="60"/>
                    </a:lnTo>
                    <a:lnTo>
                      <a:pt x="2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89" name="Freeform 71">
                <a:extLst>
                  <a:ext uri="{FF2B5EF4-FFF2-40B4-BE49-F238E27FC236}">
                    <a16:creationId xmlns:a16="http://schemas.microsoft.com/office/drawing/2014/main" id="{FAB344F0-6EB2-40E2-AC40-13CB1E623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" y="2910"/>
                <a:ext cx="374" cy="117"/>
              </a:xfrm>
              <a:custGeom>
                <a:avLst/>
                <a:gdLst>
                  <a:gd name="T0" fmla="*/ 114 w 374"/>
                  <a:gd name="T1" fmla="*/ 1 h 117"/>
                  <a:gd name="T2" fmla="*/ 374 w 374"/>
                  <a:gd name="T3" fmla="*/ 0 h 117"/>
                  <a:gd name="T4" fmla="*/ 237 w 374"/>
                  <a:gd name="T5" fmla="*/ 117 h 117"/>
                  <a:gd name="T6" fmla="*/ 0 w 374"/>
                  <a:gd name="T7" fmla="*/ 117 h 117"/>
                  <a:gd name="T8" fmla="*/ 114 w 374"/>
                  <a:gd name="T9" fmla="*/ 1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4" h="117">
                    <a:moveTo>
                      <a:pt x="114" y="1"/>
                    </a:moveTo>
                    <a:lnTo>
                      <a:pt x="374" y="0"/>
                    </a:lnTo>
                    <a:lnTo>
                      <a:pt x="237" y="117"/>
                    </a:lnTo>
                    <a:lnTo>
                      <a:pt x="0" y="117"/>
                    </a:lnTo>
                    <a:lnTo>
                      <a:pt x="11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EBE00"/>
                  </a:gs>
                  <a:gs pos="100000">
                    <a:srgbClr val="FFF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90" name="Freeform 72">
                <a:extLst>
                  <a:ext uri="{FF2B5EF4-FFF2-40B4-BE49-F238E27FC236}">
                    <a16:creationId xmlns:a16="http://schemas.microsoft.com/office/drawing/2014/main" id="{1DFAFFD9-BD8B-476F-9968-E5AD573A5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2915"/>
                <a:ext cx="347" cy="105"/>
              </a:xfrm>
              <a:custGeom>
                <a:avLst/>
                <a:gdLst>
                  <a:gd name="T0" fmla="*/ 103 w 347"/>
                  <a:gd name="T1" fmla="*/ 3 h 105"/>
                  <a:gd name="T2" fmla="*/ 347 w 347"/>
                  <a:gd name="T3" fmla="*/ 0 h 105"/>
                  <a:gd name="T4" fmla="*/ 237 w 347"/>
                  <a:gd name="T5" fmla="*/ 105 h 105"/>
                  <a:gd name="T6" fmla="*/ 0 w 347"/>
                  <a:gd name="T7" fmla="*/ 105 h 105"/>
                  <a:gd name="T8" fmla="*/ 103 w 347"/>
                  <a:gd name="T9" fmla="*/ 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7" h="105">
                    <a:moveTo>
                      <a:pt x="103" y="3"/>
                    </a:moveTo>
                    <a:lnTo>
                      <a:pt x="347" y="0"/>
                    </a:lnTo>
                    <a:lnTo>
                      <a:pt x="237" y="105"/>
                    </a:lnTo>
                    <a:lnTo>
                      <a:pt x="0" y="105"/>
                    </a:lnTo>
                    <a:lnTo>
                      <a:pt x="103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DCD00"/>
                  </a:gs>
                  <a:gs pos="100000">
                    <a:srgbClr val="FFFF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91" name="Freeform 73">
                <a:extLst>
                  <a:ext uri="{FF2B5EF4-FFF2-40B4-BE49-F238E27FC236}">
                    <a16:creationId xmlns:a16="http://schemas.microsoft.com/office/drawing/2014/main" id="{F0224098-4AC0-47E0-8119-3F22546BD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2291"/>
                <a:ext cx="1227" cy="1239"/>
              </a:xfrm>
              <a:custGeom>
                <a:avLst/>
                <a:gdLst>
                  <a:gd name="T0" fmla="*/ 0 w 1227"/>
                  <a:gd name="T1" fmla="*/ 461 h 1239"/>
                  <a:gd name="T2" fmla="*/ 301 w 1227"/>
                  <a:gd name="T3" fmla="*/ 159 h 1239"/>
                  <a:gd name="T4" fmla="*/ 339 w 1227"/>
                  <a:gd name="T5" fmla="*/ 130 h 1239"/>
                  <a:gd name="T6" fmla="*/ 378 w 1227"/>
                  <a:gd name="T7" fmla="*/ 101 h 1239"/>
                  <a:gd name="T8" fmla="*/ 431 w 1227"/>
                  <a:gd name="T9" fmla="*/ 72 h 1239"/>
                  <a:gd name="T10" fmla="*/ 479 w 1227"/>
                  <a:gd name="T11" fmla="*/ 43 h 1239"/>
                  <a:gd name="T12" fmla="*/ 541 w 1227"/>
                  <a:gd name="T13" fmla="*/ 19 h 1239"/>
                  <a:gd name="T14" fmla="*/ 599 w 1227"/>
                  <a:gd name="T15" fmla="*/ 5 h 1239"/>
                  <a:gd name="T16" fmla="*/ 651 w 1227"/>
                  <a:gd name="T17" fmla="*/ 0 h 1239"/>
                  <a:gd name="T18" fmla="*/ 728 w 1227"/>
                  <a:gd name="T19" fmla="*/ 5 h 1239"/>
                  <a:gd name="T20" fmla="*/ 815 w 1227"/>
                  <a:gd name="T21" fmla="*/ 19 h 1239"/>
                  <a:gd name="T22" fmla="*/ 887 w 1227"/>
                  <a:gd name="T23" fmla="*/ 48 h 1239"/>
                  <a:gd name="T24" fmla="*/ 949 w 1227"/>
                  <a:gd name="T25" fmla="*/ 77 h 1239"/>
                  <a:gd name="T26" fmla="*/ 1021 w 1227"/>
                  <a:gd name="T27" fmla="*/ 125 h 1239"/>
                  <a:gd name="T28" fmla="*/ 1079 w 1227"/>
                  <a:gd name="T29" fmla="*/ 173 h 1239"/>
                  <a:gd name="T30" fmla="*/ 1127 w 1227"/>
                  <a:gd name="T31" fmla="*/ 231 h 1239"/>
                  <a:gd name="T32" fmla="*/ 1155 w 1227"/>
                  <a:gd name="T33" fmla="*/ 288 h 1239"/>
                  <a:gd name="T34" fmla="*/ 1179 w 1227"/>
                  <a:gd name="T35" fmla="*/ 336 h 1239"/>
                  <a:gd name="T36" fmla="*/ 1203 w 1227"/>
                  <a:gd name="T37" fmla="*/ 399 h 1239"/>
                  <a:gd name="T38" fmla="*/ 1218 w 1227"/>
                  <a:gd name="T39" fmla="*/ 471 h 1239"/>
                  <a:gd name="T40" fmla="*/ 1227 w 1227"/>
                  <a:gd name="T41" fmla="*/ 562 h 1239"/>
                  <a:gd name="T42" fmla="*/ 1213 w 1227"/>
                  <a:gd name="T43" fmla="*/ 658 h 1239"/>
                  <a:gd name="T44" fmla="*/ 1194 w 1227"/>
                  <a:gd name="T45" fmla="*/ 720 h 1239"/>
                  <a:gd name="T46" fmla="*/ 1170 w 1227"/>
                  <a:gd name="T47" fmla="*/ 773 h 1239"/>
                  <a:gd name="T48" fmla="*/ 1146 w 1227"/>
                  <a:gd name="T49" fmla="*/ 826 h 1239"/>
                  <a:gd name="T50" fmla="*/ 1107 w 1227"/>
                  <a:gd name="T51" fmla="*/ 874 h 1239"/>
                  <a:gd name="T52" fmla="*/ 1079 w 1227"/>
                  <a:gd name="T53" fmla="*/ 912 h 1239"/>
                  <a:gd name="T54" fmla="*/ 747 w 1227"/>
                  <a:gd name="T55" fmla="*/ 1239 h 1239"/>
                  <a:gd name="T56" fmla="*/ 795 w 1227"/>
                  <a:gd name="T57" fmla="*/ 1176 h 1239"/>
                  <a:gd name="T58" fmla="*/ 829 w 1227"/>
                  <a:gd name="T59" fmla="*/ 1133 h 1239"/>
                  <a:gd name="T60" fmla="*/ 858 w 1227"/>
                  <a:gd name="T61" fmla="*/ 1095 h 1239"/>
                  <a:gd name="T62" fmla="*/ 887 w 1227"/>
                  <a:gd name="T63" fmla="*/ 1042 h 1239"/>
                  <a:gd name="T64" fmla="*/ 791 w 1227"/>
                  <a:gd name="T65" fmla="*/ 1133 h 1239"/>
                  <a:gd name="T66" fmla="*/ 815 w 1227"/>
                  <a:gd name="T67" fmla="*/ 1071 h 1239"/>
                  <a:gd name="T68" fmla="*/ 834 w 1227"/>
                  <a:gd name="T69" fmla="*/ 1018 h 1239"/>
                  <a:gd name="T70" fmla="*/ 839 w 1227"/>
                  <a:gd name="T71" fmla="*/ 960 h 1239"/>
                  <a:gd name="T72" fmla="*/ 839 w 1227"/>
                  <a:gd name="T73" fmla="*/ 907 h 1239"/>
                  <a:gd name="T74" fmla="*/ 829 w 1227"/>
                  <a:gd name="T75" fmla="*/ 845 h 1239"/>
                  <a:gd name="T76" fmla="*/ 815 w 1227"/>
                  <a:gd name="T77" fmla="*/ 773 h 1239"/>
                  <a:gd name="T78" fmla="*/ 791 w 1227"/>
                  <a:gd name="T79" fmla="*/ 725 h 1239"/>
                  <a:gd name="T80" fmla="*/ 891 w 1227"/>
                  <a:gd name="T81" fmla="*/ 624 h 1239"/>
                  <a:gd name="T82" fmla="*/ 867 w 1227"/>
                  <a:gd name="T83" fmla="*/ 581 h 1239"/>
                  <a:gd name="T84" fmla="*/ 839 w 1227"/>
                  <a:gd name="T85" fmla="*/ 533 h 1239"/>
                  <a:gd name="T86" fmla="*/ 810 w 1227"/>
                  <a:gd name="T87" fmla="*/ 495 h 1239"/>
                  <a:gd name="T88" fmla="*/ 776 w 1227"/>
                  <a:gd name="T89" fmla="*/ 451 h 1239"/>
                  <a:gd name="T90" fmla="*/ 733 w 1227"/>
                  <a:gd name="T91" fmla="*/ 413 h 1239"/>
                  <a:gd name="T92" fmla="*/ 675 w 1227"/>
                  <a:gd name="T93" fmla="*/ 370 h 1239"/>
                  <a:gd name="T94" fmla="*/ 608 w 1227"/>
                  <a:gd name="T95" fmla="*/ 336 h 1239"/>
                  <a:gd name="T96" fmla="*/ 541 w 1227"/>
                  <a:gd name="T97" fmla="*/ 312 h 1239"/>
                  <a:gd name="T98" fmla="*/ 450 w 1227"/>
                  <a:gd name="T99" fmla="*/ 298 h 1239"/>
                  <a:gd name="T100" fmla="*/ 363 w 1227"/>
                  <a:gd name="T101" fmla="*/ 293 h 1239"/>
                  <a:gd name="T102" fmla="*/ 272 w 1227"/>
                  <a:gd name="T103" fmla="*/ 307 h 1239"/>
                  <a:gd name="T104" fmla="*/ 191 w 1227"/>
                  <a:gd name="T105" fmla="*/ 331 h 1239"/>
                  <a:gd name="T106" fmla="*/ 147 w 1227"/>
                  <a:gd name="T107" fmla="*/ 355 h 1239"/>
                  <a:gd name="T108" fmla="*/ 95 w 1227"/>
                  <a:gd name="T109" fmla="*/ 389 h 1239"/>
                  <a:gd name="T110" fmla="*/ 0 w 1227"/>
                  <a:gd name="T111" fmla="*/ 461 h 1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227" h="1239">
                    <a:moveTo>
                      <a:pt x="0" y="461"/>
                    </a:moveTo>
                    <a:lnTo>
                      <a:pt x="301" y="159"/>
                    </a:lnTo>
                    <a:lnTo>
                      <a:pt x="339" y="130"/>
                    </a:lnTo>
                    <a:lnTo>
                      <a:pt x="378" y="101"/>
                    </a:lnTo>
                    <a:lnTo>
                      <a:pt x="431" y="72"/>
                    </a:lnTo>
                    <a:lnTo>
                      <a:pt x="479" y="43"/>
                    </a:lnTo>
                    <a:lnTo>
                      <a:pt x="541" y="19"/>
                    </a:lnTo>
                    <a:lnTo>
                      <a:pt x="599" y="5"/>
                    </a:lnTo>
                    <a:lnTo>
                      <a:pt x="651" y="0"/>
                    </a:lnTo>
                    <a:lnTo>
                      <a:pt x="728" y="5"/>
                    </a:lnTo>
                    <a:lnTo>
                      <a:pt x="815" y="19"/>
                    </a:lnTo>
                    <a:lnTo>
                      <a:pt x="887" y="48"/>
                    </a:lnTo>
                    <a:lnTo>
                      <a:pt x="949" y="77"/>
                    </a:lnTo>
                    <a:lnTo>
                      <a:pt x="1021" y="125"/>
                    </a:lnTo>
                    <a:lnTo>
                      <a:pt x="1079" y="173"/>
                    </a:lnTo>
                    <a:lnTo>
                      <a:pt x="1127" y="231"/>
                    </a:lnTo>
                    <a:lnTo>
                      <a:pt x="1155" y="288"/>
                    </a:lnTo>
                    <a:lnTo>
                      <a:pt x="1179" y="336"/>
                    </a:lnTo>
                    <a:lnTo>
                      <a:pt x="1203" y="399"/>
                    </a:lnTo>
                    <a:lnTo>
                      <a:pt x="1218" y="471"/>
                    </a:lnTo>
                    <a:lnTo>
                      <a:pt x="1227" y="562"/>
                    </a:lnTo>
                    <a:lnTo>
                      <a:pt x="1213" y="658"/>
                    </a:lnTo>
                    <a:lnTo>
                      <a:pt x="1194" y="720"/>
                    </a:lnTo>
                    <a:lnTo>
                      <a:pt x="1170" y="773"/>
                    </a:lnTo>
                    <a:lnTo>
                      <a:pt x="1146" y="826"/>
                    </a:lnTo>
                    <a:lnTo>
                      <a:pt x="1107" y="874"/>
                    </a:lnTo>
                    <a:lnTo>
                      <a:pt x="1079" y="912"/>
                    </a:lnTo>
                    <a:lnTo>
                      <a:pt x="747" y="1239"/>
                    </a:lnTo>
                    <a:lnTo>
                      <a:pt x="795" y="1176"/>
                    </a:lnTo>
                    <a:lnTo>
                      <a:pt x="829" y="1133"/>
                    </a:lnTo>
                    <a:lnTo>
                      <a:pt x="858" y="1095"/>
                    </a:lnTo>
                    <a:lnTo>
                      <a:pt x="887" y="1042"/>
                    </a:lnTo>
                    <a:lnTo>
                      <a:pt x="791" y="1133"/>
                    </a:lnTo>
                    <a:lnTo>
                      <a:pt x="815" y="1071"/>
                    </a:lnTo>
                    <a:lnTo>
                      <a:pt x="834" y="1018"/>
                    </a:lnTo>
                    <a:lnTo>
                      <a:pt x="839" y="960"/>
                    </a:lnTo>
                    <a:lnTo>
                      <a:pt x="839" y="907"/>
                    </a:lnTo>
                    <a:lnTo>
                      <a:pt x="829" y="845"/>
                    </a:lnTo>
                    <a:lnTo>
                      <a:pt x="815" y="773"/>
                    </a:lnTo>
                    <a:lnTo>
                      <a:pt x="791" y="725"/>
                    </a:lnTo>
                    <a:lnTo>
                      <a:pt x="891" y="624"/>
                    </a:lnTo>
                    <a:lnTo>
                      <a:pt x="867" y="581"/>
                    </a:lnTo>
                    <a:lnTo>
                      <a:pt x="839" y="533"/>
                    </a:lnTo>
                    <a:lnTo>
                      <a:pt x="810" y="495"/>
                    </a:lnTo>
                    <a:lnTo>
                      <a:pt x="776" y="451"/>
                    </a:lnTo>
                    <a:lnTo>
                      <a:pt x="733" y="413"/>
                    </a:lnTo>
                    <a:lnTo>
                      <a:pt x="675" y="370"/>
                    </a:lnTo>
                    <a:lnTo>
                      <a:pt x="608" y="336"/>
                    </a:lnTo>
                    <a:lnTo>
                      <a:pt x="541" y="312"/>
                    </a:lnTo>
                    <a:lnTo>
                      <a:pt x="450" y="298"/>
                    </a:lnTo>
                    <a:lnTo>
                      <a:pt x="363" y="293"/>
                    </a:lnTo>
                    <a:lnTo>
                      <a:pt x="272" y="307"/>
                    </a:lnTo>
                    <a:lnTo>
                      <a:pt x="191" y="331"/>
                    </a:lnTo>
                    <a:lnTo>
                      <a:pt x="147" y="355"/>
                    </a:lnTo>
                    <a:lnTo>
                      <a:pt x="95" y="389"/>
                    </a:lnTo>
                    <a:lnTo>
                      <a:pt x="0" y="46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92" name="Freeform 74">
                <a:extLst>
                  <a:ext uri="{FF2B5EF4-FFF2-40B4-BE49-F238E27FC236}">
                    <a16:creationId xmlns:a16="http://schemas.microsoft.com/office/drawing/2014/main" id="{9322E588-59AC-4CFE-B675-2DF46A9A2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2781"/>
                <a:ext cx="715" cy="691"/>
              </a:xfrm>
              <a:custGeom>
                <a:avLst/>
                <a:gdLst>
                  <a:gd name="T0" fmla="*/ 53 w 715"/>
                  <a:gd name="T1" fmla="*/ 245 h 691"/>
                  <a:gd name="T2" fmla="*/ 29 w 715"/>
                  <a:gd name="T3" fmla="*/ 293 h 691"/>
                  <a:gd name="T4" fmla="*/ 5 w 715"/>
                  <a:gd name="T5" fmla="*/ 355 h 691"/>
                  <a:gd name="T6" fmla="*/ 0 w 715"/>
                  <a:gd name="T7" fmla="*/ 413 h 691"/>
                  <a:gd name="T8" fmla="*/ 5 w 715"/>
                  <a:gd name="T9" fmla="*/ 470 h 691"/>
                  <a:gd name="T10" fmla="*/ 14 w 715"/>
                  <a:gd name="T11" fmla="*/ 518 h 691"/>
                  <a:gd name="T12" fmla="*/ 29 w 715"/>
                  <a:gd name="T13" fmla="*/ 571 h 691"/>
                  <a:gd name="T14" fmla="*/ 48 w 715"/>
                  <a:gd name="T15" fmla="*/ 609 h 691"/>
                  <a:gd name="T16" fmla="*/ 67 w 715"/>
                  <a:gd name="T17" fmla="*/ 648 h 691"/>
                  <a:gd name="T18" fmla="*/ 163 w 715"/>
                  <a:gd name="T19" fmla="*/ 542 h 691"/>
                  <a:gd name="T20" fmla="*/ 192 w 715"/>
                  <a:gd name="T21" fmla="*/ 581 h 691"/>
                  <a:gd name="T22" fmla="*/ 216 w 715"/>
                  <a:gd name="T23" fmla="*/ 609 h 691"/>
                  <a:gd name="T24" fmla="*/ 259 w 715"/>
                  <a:gd name="T25" fmla="*/ 633 h 691"/>
                  <a:gd name="T26" fmla="*/ 298 w 715"/>
                  <a:gd name="T27" fmla="*/ 657 h 691"/>
                  <a:gd name="T28" fmla="*/ 350 w 715"/>
                  <a:gd name="T29" fmla="*/ 672 h 691"/>
                  <a:gd name="T30" fmla="*/ 408 w 715"/>
                  <a:gd name="T31" fmla="*/ 691 h 691"/>
                  <a:gd name="T32" fmla="*/ 480 w 715"/>
                  <a:gd name="T33" fmla="*/ 687 h 691"/>
                  <a:gd name="T34" fmla="*/ 543 w 715"/>
                  <a:gd name="T35" fmla="*/ 672 h 691"/>
                  <a:gd name="T36" fmla="*/ 590 w 715"/>
                  <a:gd name="T37" fmla="*/ 653 h 691"/>
                  <a:gd name="T38" fmla="*/ 624 w 715"/>
                  <a:gd name="T39" fmla="*/ 614 h 691"/>
                  <a:gd name="T40" fmla="*/ 648 w 715"/>
                  <a:gd name="T41" fmla="*/ 571 h 691"/>
                  <a:gd name="T42" fmla="*/ 672 w 715"/>
                  <a:gd name="T43" fmla="*/ 523 h 691"/>
                  <a:gd name="T44" fmla="*/ 677 w 715"/>
                  <a:gd name="T45" fmla="*/ 465 h 691"/>
                  <a:gd name="T46" fmla="*/ 677 w 715"/>
                  <a:gd name="T47" fmla="*/ 413 h 691"/>
                  <a:gd name="T48" fmla="*/ 667 w 715"/>
                  <a:gd name="T49" fmla="*/ 360 h 691"/>
                  <a:gd name="T50" fmla="*/ 643 w 715"/>
                  <a:gd name="T51" fmla="*/ 312 h 691"/>
                  <a:gd name="T52" fmla="*/ 624 w 715"/>
                  <a:gd name="T53" fmla="*/ 273 h 691"/>
                  <a:gd name="T54" fmla="*/ 605 w 715"/>
                  <a:gd name="T55" fmla="*/ 240 h 691"/>
                  <a:gd name="T56" fmla="*/ 715 w 715"/>
                  <a:gd name="T57" fmla="*/ 129 h 691"/>
                  <a:gd name="T58" fmla="*/ 686 w 715"/>
                  <a:gd name="T59" fmla="*/ 110 h 691"/>
                  <a:gd name="T60" fmla="*/ 653 w 715"/>
                  <a:gd name="T61" fmla="*/ 81 h 691"/>
                  <a:gd name="T62" fmla="*/ 610 w 715"/>
                  <a:gd name="T63" fmla="*/ 57 h 691"/>
                  <a:gd name="T64" fmla="*/ 571 w 715"/>
                  <a:gd name="T65" fmla="*/ 33 h 691"/>
                  <a:gd name="T66" fmla="*/ 514 w 715"/>
                  <a:gd name="T67" fmla="*/ 14 h 691"/>
                  <a:gd name="T68" fmla="*/ 446 w 715"/>
                  <a:gd name="T69" fmla="*/ 0 h 691"/>
                  <a:gd name="T70" fmla="*/ 370 w 715"/>
                  <a:gd name="T71" fmla="*/ 5 h 691"/>
                  <a:gd name="T72" fmla="*/ 307 w 715"/>
                  <a:gd name="T73" fmla="*/ 14 h 691"/>
                  <a:gd name="T74" fmla="*/ 254 w 715"/>
                  <a:gd name="T75" fmla="*/ 43 h 691"/>
                  <a:gd name="T76" fmla="*/ 216 w 715"/>
                  <a:gd name="T77" fmla="*/ 72 h 691"/>
                  <a:gd name="T78" fmla="*/ 187 w 715"/>
                  <a:gd name="T79" fmla="*/ 101 h 691"/>
                  <a:gd name="T80" fmla="*/ 164 w 715"/>
                  <a:gd name="T81" fmla="*/ 134 h 691"/>
                  <a:gd name="T82" fmla="*/ 53 w 715"/>
                  <a:gd name="T83" fmla="*/ 245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715" h="691">
                    <a:moveTo>
                      <a:pt x="53" y="245"/>
                    </a:moveTo>
                    <a:lnTo>
                      <a:pt x="29" y="293"/>
                    </a:lnTo>
                    <a:lnTo>
                      <a:pt x="5" y="355"/>
                    </a:lnTo>
                    <a:lnTo>
                      <a:pt x="0" y="413"/>
                    </a:lnTo>
                    <a:lnTo>
                      <a:pt x="5" y="470"/>
                    </a:lnTo>
                    <a:lnTo>
                      <a:pt x="14" y="518"/>
                    </a:lnTo>
                    <a:lnTo>
                      <a:pt x="29" y="571"/>
                    </a:lnTo>
                    <a:lnTo>
                      <a:pt x="48" y="609"/>
                    </a:lnTo>
                    <a:lnTo>
                      <a:pt x="67" y="648"/>
                    </a:lnTo>
                    <a:lnTo>
                      <a:pt x="163" y="542"/>
                    </a:lnTo>
                    <a:lnTo>
                      <a:pt x="192" y="581"/>
                    </a:lnTo>
                    <a:lnTo>
                      <a:pt x="216" y="609"/>
                    </a:lnTo>
                    <a:lnTo>
                      <a:pt x="259" y="633"/>
                    </a:lnTo>
                    <a:lnTo>
                      <a:pt x="298" y="657"/>
                    </a:lnTo>
                    <a:lnTo>
                      <a:pt x="350" y="672"/>
                    </a:lnTo>
                    <a:lnTo>
                      <a:pt x="408" y="691"/>
                    </a:lnTo>
                    <a:lnTo>
                      <a:pt x="480" y="687"/>
                    </a:lnTo>
                    <a:lnTo>
                      <a:pt x="543" y="672"/>
                    </a:lnTo>
                    <a:lnTo>
                      <a:pt x="590" y="653"/>
                    </a:lnTo>
                    <a:lnTo>
                      <a:pt x="624" y="614"/>
                    </a:lnTo>
                    <a:lnTo>
                      <a:pt x="648" y="571"/>
                    </a:lnTo>
                    <a:lnTo>
                      <a:pt x="672" y="523"/>
                    </a:lnTo>
                    <a:lnTo>
                      <a:pt x="677" y="465"/>
                    </a:lnTo>
                    <a:lnTo>
                      <a:pt x="677" y="413"/>
                    </a:lnTo>
                    <a:lnTo>
                      <a:pt x="667" y="360"/>
                    </a:lnTo>
                    <a:lnTo>
                      <a:pt x="643" y="312"/>
                    </a:lnTo>
                    <a:lnTo>
                      <a:pt x="624" y="273"/>
                    </a:lnTo>
                    <a:lnTo>
                      <a:pt x="605" y="240"/>
                    </a:lnTo>
                    <a:lnTo>
                      <a:pt x="715" y="129"/>
                    </a:lnTo>
                    <a:lnTo>
                      <a:pt x="686" y="110"/>
                    </a:lnTo>
                    <a:lnTo>
                      <a:pt x="653" y="81"/>
                    </a:lnTo>
                    <a:lnTo>
                      <a:pt x="610" y="57"/>
                    </a:lnTo>
                    <a:lnTo>
                      <a:pt x="571" y="33"/>
                    </a:lnTo>
                    <a:lnTo>
                      <a:pt x="514" y="14"/>
                    </a:lnTo>
                    <a:lnTo>
                      <a:pt x="446" y="0"/>
                    </a:lnTo>
                    <a:lnTo>
                      <a:pt x="370" y="5"/>
                    </a:lnTo>
                    <a:lnTo>
                      <a:pt x="307" y="14"/>
                    </a:lnTo>
                    <a:lnTo>
                      <a:pt x="254" y="43"/>
                    </a:lnTo>
                    <a:lnTo>
                      <a:pt x="216" y="72"/>
                    </a:lnTo>
                    <a:lnTo>
                      <a:pt x="187" y="101"/>
                    </a:lnTo>
                    <a:lnTo>
                      <a:pt x="164" y="134"/>
                    </a:lnTo>
                    <a:lnTo>
                      <a:pt x="53" y="24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E582C"/>
                  </a:gs>
                  <a:gs pos="50000">
                    <a:srgbClr val="FFCC66"/>
                  </a:gs>
                  <a:gs pos="100000">
                    <a:srgbClr val="6E582C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193" name="Group 75">
              <a:extLst>
                <a:ext uri="{FF2B5EF4-FFF2-40B4-BE49-F238E27FC236}">
                  <a16:creationId xmlns:a16="http://schemas.microsoft.com/office/drawing/2014/main" id="{3F388070-3E94-431F-BA1A-65517D0CA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8" y="1299"/>
              <a:ext cx="1454" cy="908"/>
              <a:chOff x="1680" y="2289"/>
              <a:chExt cx="2006" cy="1253"/>
            </a:xfrm>
          </p:grpSpPr>
          <p:sp>
            <p:nvSpPr>
              <p:cNvPr id="5194" name="Freeform 76">
                <a:extLst>
                  <a:ext uri="{FF2B5EF4-FFF2-40B4-BE49-F238E27FC236}">
                    <a16:creationId xmlns:a16="http://schemas.microsoft.com/office/drawing/2014/main" id="{52ABB017-2A24-463C-9C24-689A985DD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2289"/>
                <a:ext cx="2006" cy="187"/>
              </a:xfrm>
              <a:custGeom>
                <a:avLst/>
                <a:gdLst>
                  <a:gd name="T0" fmla="*/ 0 w 2006"/>
                  <a:gd name="T1" fmla="*/ 187 h 187"/>
                  <a:gd name="T2" fmla="*/ 187 w 2006"/>
                  <a:gd name="T3" fmla="*/ 0 h 187"/>
                  <a:gd name="T4" fmla="*/ 2006 w 2006"/>
                  <a:gd name="T5" fmla="*/ 0 h 187"/>
                  <a:gd name="T6" fmla="*/ 1819 w 2006"/>
                  <a:gd name="T7" fmla="*/ 187 h 187"/>
                  <a:gd name="T8" fmla="*/ 0 w 2006"/>
                  <a:gd name="T9" fmla="*/ 18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6" h="187">
                    <a:moveTo>
                      <a:pt x="0" y="187"/>
                    </a:moveTo>
                    <a:lnTo>
                      <a:pt x="187" y="0"/>
                    </a:lnTo>
                    <a:lnTo>
                      <a:pt x="2006" y="0"/>
                    </a:lnTo>
                    <a:lnTo>
                      <a:pt x="1819" y="187"/>
                    </a:lnTo>
                    <a:lnTo>
                      <a:pt x="0" y="18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67226"/>
                  </a:gs>
                  <a:gs pos="100000">
                    <a:srgbClr val="339933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195" name="Freeform 77">
                <a:extLst>
                  <a:ext uri="{FF2B5EF4-FFF2-40B4-BE49-F238E27FC236}">
                    <a16:creationId xmlns:a16="http://schemas.microsoft.com/office/drawing/2014/main" id="{6BF4CD39-632D-414D-95E1-0ACBC55CC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2476"/>
                <a:ext cx="1824" cy="1066"/>
              </a:xfrm>
              <a:custGeom>
                <a:avLst/>
                <a:gdLst>
                  <a:gd name="T0" fmla="*/ 0 w 1824"/>
                  <a:gd name="T1" fmla="*/ 0 h 1066"/>
                  <a:gd name="T2" fmla="*/ 1824 w 1824"/>
                  <a:gd name="T3" fmla="*/ 0 h 1066"/>
                  <a:gd name="T4" fmla="*/ 1771 w 1824"/>
                  <a:gd name="T5" fmla="*/ 10 h 1066"/>
                  <a:gd name="T6" fmla="*/ 1709 w 1824"/>
                  <a:gd name="T7" fmla="*/ 19 h 1066"/>
                  <a:gd name="T8" fmla="*/ 1651 w 1824"/>
                  <a:gd name="T9" fmla="*/ 34 h 1066"/>
                  <a:gd name="T10" fmla="*/ 1584 w 1824"/>
                  <a:gd name="T11" fmla="*/ 62 h 1066"/>
                  <a:gd name="T12" fmla="*/ 1531 w 1824"/>
                  <a:gd name="T13" fmla="*/ 97 h 1066"/>
                  <a:gd name="T14" fmla="*/ 1474 w 1824"/>
                  <a:gd name="T15" fmla="*/ 135 h 1066"/>
                  <a:gd name="T16" fmla="*/ 1426 w 1824"/>
                  <a:gd name="T17" fmla="*/ 178 h 1066"/>
                  <a:gd name="T18" fmla="*/ 1368 w 1824"/>
                  <a:gd name="T19" fmla="*/ 250 h 1066"/>
                  <a:gd name="T20" fmla="*/ 1330 w 1824"/>
                  <a:gd name="T21" fmla="*/ 313 h 1066"/>
                  <a:gd name="T22" fmla="*/ 1291 w 1824"/>
                  <a:gd name="T23" fmla="*/ 361 h 1066"/>
                  <a:gd name="T24" fmla="*/ 1258 w 1824"/>
                  <a:gd name="T25" fmla="*/ 433 h 1066"/>
                  <a:gd name="T26" fmla="*/ 1133 w 1824"/>
                  <a:gd name="T27" fmla="*/ 558 h 1066"/>
                  <a:gd name="T28" fmla="*/ 1114 w 1824"/>
                  <a:gd name="T29" fmla="*/ 615 h 1066"/>
                  <a:gd name="T30" fmla="*/ 1099 w 1824"/>
                  <a:gd name="T31" fmla="*/ 673 h 1066"/>
                  <a:gd name="T32" fmla="*/ 1094 w 1824"/>
                  <a:gd name="T33" fmla="*/ 740 h 1066"/>
                  <a:gd name="T34" fmla="*/ 1099 w 1824"/>
                  <a:gd name="T35" fmla="*/ 798 h 1066"/>
                  <a:gd name="T36" fmla="*/ 1114 w 1824"/>
                  <a:gd name="T37" fmla="*/ 860 h 1066"/>
                  <a:gd name="T38" fmla="*/ 1128 w 1824"/>
                  <a:gd name="T39" fmla="*/ 918 h 1066"/>
                  <a:gd name="T40" fmla="*/ 1152 w 1824"/>
                  <a:gd name="T41" fmla="*/ 956 h 1066"/>
                  <a:gd name="T42" fmla="*/ 1277 w 1824"/>
                  <a:gd name="T43" fmla="*/ 956 h 1066"/>
                  <a:gd name="T44" fmla="*/ 1320 w 1824"/>
                  <a:gd name="T45" fmla="*/ 1004 h 1066"/>
                  <a:gd name="T46" fmla="*/ 1358 w 1824"/>
                  <a:gd name="T47" fmla="*/ 1042 h 1066"/>
                  <a:gd name="T48" fmla="*/ 1406 w 1824"/>
                  <a:gd name="T49" fmla="*/ 1066 h 1066"/>
                  <a:gd name="T50" fmla="*/ 0 w 1824"/>
                  <a:gd name="T51" fmla="*/ 1066 h 1066"/>
                  <a:gd name="T52" fmla="*/ 0 w 1824"/>
                  <a:gd name="T53" fmla="*/ 0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24" h="1066">
                    <a:moveTo>
                      <a:pt x="0" y="0"/>
                    </a:moveTo>
                    <a:lnTo>
                      <a:pt x="1824" y="0"/>
                    </a:lnTo>
                    <a:lnTo>
                      <a:pt x="1771" y="10"/>
                    </a:lnTo>
                    <a:lnTo>
                      <a:pt x="1709" y="19"/>
                    </a:lnTo>
                    <a:lnTo>
                      <a:pt x="1651" y="34"/>
                    </a:lnTo>
                    <a:lnTo>
                      <a:pt x="1584" y="62"/>
                    </a:lnTo>
                    <a:lnTo>
                      <a:pt x="1531" y="97"/>
                    </a:lnTo>
                    <a:lnTo>
                      <a:pt x="1474" y="135"/>
                    </a:lnTo>
                    <a:lnTo>
                      <a:pt x="1426" y="178"/>
                    </a:lnTo>
                    <a:lnTo>
                      <a:pt x="1368" y="250"/>
                    </a:lnTo>
                    <a:lnTo>
                      <a:pt x="1330" y="313"/>
                    </a:lnTo>
                    <a:lnTo>
                      <a:pt x="1291" y="361"/>
                    </a:lnTo>
                    <a:lnTo>
                      <a:pt x="1258" y="433"/>
                    </a:lnTo>
                    <a:lnTo>
                      <a:pt x="1133" y="558"/>
                    </a:lnTo>
                    <a:lnTo>
                      <a:pt x="1114" y="615"/>
                    </a:lnTo>
                    <a:lnTo>
                      <a:pt x="1099" y="673"/>
                    </a:lnTo>
                    <a:lnTo>
                      <a:pt x="1094" y="740"/>
                    </a:lnTo>
                    <a:lnTo>
                      <a:pt x="1099" y="798"/>
                    </a:lnTo>
                    <a:lnTo>
                      <a:pt x="1114" y="860"/>
                    </a:lnTo>
                    <a:lnTo>
                      <a:pt x="1128" y="918"/>
                    </a:lnTo>
                    <a:lnTo>
                      <a:pt x="1152" y="956"/>
                    </a:lnTo>
                    <a:lnTo>
                      <a:pt x="1277" y="956"/>
                    </a:lnTo>
                    <a:lnTo>
                      <a:pt x="1320" y="1004"/>
                    </a:lnTo>
                    <a:lnTo>
                      <a:pt x="1358" y="1042"/>
                    </a:lnTo>
                    <a:lnTo>
                      <a:pt x="1406" y="1066"/>
                    </a:lnTo>
                    <a:lnTo>
                      <a:pt x="0" y="10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5196" name="Freeform 78">
              <a:extLst>
                <a:ext uri="{FF2B5EF4-FFF2-40B4-BE49-F238E27FC236}">
                  <a16:creationId xmlns:a16="http://schemas.microsoft.com/office/drawing/2014/main" id="{66AFC6A1-F0C8-4DD5-B1E1-03AC77757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1588"/>
              <a:ext cx="717" cy="430"/>
            </a:xfrm>
            <a:custGeom>
              <a:avLst/>
              <a:gdLst>
                <a:gd name="T0" fmla="*/ 0 w 989"/>
                <a:gd name="T1" fmla="*/ 0 h 593"/>
                <a:gd name="T2" fmla="*/ 989 w 989"/>
                <a:gd name="T3" fmla="*/ 3 h 593"/>
                <a:gd name="T4" fmla="*/ 989 w 989"/>
                <a:gd name="T5" fmla="*/ 593 h 593"/>
                <a:gd name="T6" fmla="*/ 0 w 989"/>
                <a:gd name="T7" fmla="*/ 586 h 593"/>
                <a:gd name="T8" fmla="*/ 0 w 989"/>
                <a:gd name="T9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9" h="593">
                  <a:moveTo>
                    <a:pt x="0" y="0"/>
                  </a:moveTo>
                  <a:lnTo>
                    <a:pt x="989" y="3"/>
                  </a:lnTo>
                  <a:lnTo>
                    <a:pt x="989" y="593"/>
                  </a:lnTo>
                  <a:lnTo>
                    <a:pt x="0" y="58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BCD"/>
                </a:gs>
                <a:gs pos="100000">
                  <a:srgbClr val="0099FF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97" name="Freeform 79">
              <a:extLst>
                <a:ext uri="{FF2B5EF4-FFF2-40B4-BE49-F238E27FC236}">
                  <a16:creationId xmlns:a16="http://schemas.microsoft.com/office/drawing/2014/main" id="{15455A06-05EA-459D-AD17-BE04F3075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2012"/>
              <a:ext cx="790" cy="72"/>
            </a:xfrm>
            <a:custGeom>
              <a:avLst/>
              <a:gdLst>
                <a:gd name="T0" fmla="*/ 0 w 1090"/>
                <a:gd name="T1" fmla="*/ 96 h 100"/>
                <a:gd name="T2" fmla="*/ 101 w 1090"/>
                <a:gd name="T3" fmla="*/ 0 h 100"/>
                <a:gd name="T4" fmla="*/ 1090 w 1090"/>
                <a:gd name="T5" fmla="*/ 4 h 100"/>
                <a:gd name="T6" fmla="*/ 1090 w 1090"/>
                <a:gd name="T7" fmla="*/ 100 h 100"/>
                <a:gd name="T8" fmla="*/ 0 w 1090"/>
                <a:gd name="T9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0" h="100">
                  <a:moveTo>
                    <a:pt x="0" y="96"/>
                  </a:moveTo>
                  <a:lnTo>
                    <a:pt x="101" y="0"/>
                  </a:lnTo>
                  <a:lnTo>
                    <a:pt x="1090" y="4"/>
                  </a:lnTo>
                  <a:lnTo>
                    <a:pt x="1090" y="100"/>
                  </a:lnTo>
                  <a:lnTo>
                    <a:pt x="0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006C87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98" name="Freeform 80">
              <a:extLst>
                <a:ext uri="{FF2B5EF4-FFF2-40B4-BE49-F238E27FC236}">
                  <a16:creationId xmlns:a16="http://schemas.microsoft.com/office/drawing/2014/main" id="{91DCEDFF-61E1-4519-B62A-02B488A6D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587"/>
              <a:ext cx="73" cy="494"/>
            </a:xfrm>
            <a:custGeom>
              <a:avLst/>
              <a:gdLst>
                <a:gd name="T0" fmla="*/ 0 w 101"/>
                <a:gd name="T1" fmla="*/ 0 h 682"/>
                <a:gd name="T2" fmla="*/ 0 w 101"/>
                <a:gd name="T3" fmla="*/ 682 h 682"/>
                <a:gd name="T4" fmla="*/ 101 w 101"/>
                <a:gd name="T5" fmla="*/ 586 h 682"/>
                <a:gd name="T6" fmla="*/ 101 w 101"/>
                <a:gd name="T7" fmla="*/ 5 h 682"/>
                <a:gd name="T8" fmla="*/ 0 w 10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682">
                  <a:moveTo>
                    <a:pt x="0" y="0"/>
                  </a:moveTo>
                  <a:lnTo>
                    <a:pt x="0" y="682"/>
                  </a:lnTo>
                  <a:lnTo>
                    <a:pt x="101" y="586"/>
                  </a:lnTo>
                  <a:lnTo>
                    <a:pt x="10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99" name="Freeform 81">
              <a:extLst>
                <a:ext uri="{FF2B5EF4-FFF2-40B4-BE49-F238E27FC236}">
                  <a16:creationId xmlns:a16="http://schemas.microsoft.com/office/drawing/2014/main" id="{3457544C-0D43-428E-A6C6-42B065BE0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1671"/>
              <a:ext cx="195" cy="196"/>
            </a:xfrm>
            <a:custGeom>
              <a:avLst/>
              <a:gdLst>
                <a:gd name="T0" fmla="*/ 1347 w 1348"/>
                <a:gd name="T1" fmla="*/ 674 h 1347"/>
                <a:gd name="T2" fmla="*/ 1313 w 1348"/>
                <a:gd name="T3" fmla="*/ 466 h 1347"/>
                <a:gd name="T4" fmla="*/ 1218 w 1348"/>
                <a:gd name="T5" fmla="*/ 277 h 1347"/>
                <a:gd name="T6" fmla="*/ 1069 w 1348"/>
                <a:gd name="T7" fmla="*/ 128 h 1347"/>
                <a:gd name="T8" fmla="*/ 881 w 1348"/>
                <a:gd name="T9" fmla="*/ 33 h 1347"/>
                <a:gd name="T10" fmla="*/ 673 w 1348"/>
                <a:gd name="T11" fmla="*/ 0 h 1347"/>
                <a:gd name="T12" fmla="*/ 465 w 1348"/>
                <a:gd name="T13" fmla="*/ 33 h 1347"/>
                <a:gd name="T14" fmla="*/ 278 w 1348"/>
                <a:gd name="T15" fmla="*/ 128 h 1347"/>
                <a:gd name="T16" fmla="*/ 129 w 1348"/>
                <a:gd name="T17" fmla="*/ 277 h 1347"/>
                <a:gd name="T18" fmla="*/ 33 w 1348"/>
                <a:gd name="T19" fmla="*/ 466 h 1347"/>
                <a:gd name="T20" fmla="*/ 0 w 1348"/>
                <a:gd name="T21" fmla="*/ 674 h 1347"/>
                <a:gd name="T22" fmla="*/ 33 w 1348"/>
                <a:gd name="T23" fmla="*/ 882 h 1347"/>
                <a:gd name="T24" fmla="*/ 129 w 1348"/>
                <a:gd name="T25" fmla="*/ 1070 h 1347"/>
                <a:gd name="T26" fmla="*/ 278 w 1348"/>
                <a:gd name="T27" fmla="*/ 1219 h 1347"/>
                <a:gd name="T28" fmla="*/ 465 w 1348"/>
                <a:gd name="T29" fmla="*/ 1314 h 1347"/>
                <a:gd name="T30" fmla="*/ 673 w 1348"/>
                <a:gd name="T31" fmla="*/ 1347 h 1347"/>
                <a:gd name="T32" fmla="*/ 881 w 1348"/>
                <a:gd name="T33" fmla="*/ 1314 h 1347"/>
                <a:gd name="T34" fmla="*/ 1069 w 1348"/>
                <a:gd name="T35" fmla="*/ 1219 h 1347"/>
                <a:gd name="T36" fmla="*/ 1218 w 1348"/>
                <a:gd name="T37" fmla="*/ 1070 h 1347"/>
                <a:gd name="T38" fmla="*/ 1313 w 1348"/>
                <a:gd name="T39" fmla="*/ 882 h 1347"/>
                <a:gd name="T40" fmla="*/ 1347 w 1348"/>
                <a:gd name="T41" fmla="*/ 674 h 1347"/>
                <a:gd name="T42" fmla="*/ 1348 w 1348"/>
                <a:gd name="T43" fmla="*/ 67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8" h="1347">
                  <a:moveTo>
                    <a:pt x="1347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5" y="33"/>
                  </a:lnTo>
                  <a:lnTo>
                    <a:pt x="278" y="128"/>
                  </a:lnTo>
                  <a:lnTo>
                    <a:pt x="129" y="277"/>
                  </a:lnTo>
                  <a:lnTo>
                    <a:pt x="33" y="466"/>
                  </a:lnTo>
                  <a:lnTo>
                    <a:pt x="0" y="674"/>
                  </a:lnTo>
                  <a:lnTo>
                    <a:pt x="33" y="882"/>
                  </a:lnTo>
                  <a:lnTo>
                    <a:pt x="129" y="1070"/>
                  </a:lnTo>
                  <a:lnTo>
                    <a:pt x="278" y="1219"/>
                  </a:lnTo>
                  <a:lnTo>
                    <a:pt x="465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7" y="674"/>
                  </a:lnTo>
                  <a:lnTo>
                    <a:pt x="1348" y="674"/>
                  </a:lnTo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0" name="Freeform 82">
              <a:extLst>
                <a:ext uri="{FF2B5EF4-FFF2-40B4-BE49-F238E27FC236}">
                  <a16:creationId xmlns:a16="http://schemas.microsoft.com/office/drawing/2014/main" id="{9C9297F5-643A-4C95-B05C-66F6D84C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672"/>
              <a:ext cx="195" cy="197"/>
            </a:xfrm>
            <a:custGeom>
              <a:avLst/>
              <a:gdLst>
                <a:gd name="T0" fmla="*/ 108 w 269"/>
                <a:gd name="T1" fmla="*/ 0 h 271"/>
                <a:gd name="T2" fmla="*/ 96 w 269"/>
                <a:gd name="T3" fmla="*/ 31 h 271"/>
                <a:gd name="T4" fmla="*/ 101 w 269"/>
                <a:gd name="T5" fmla="*/ 62 h 271"/>
                <a:gd name="T6" fmla="*/ 113 w 269"/>
                <a:gd name="T7" fmla="*/ 96 h 271"/>
                <a:gd name="T8" fmla="*/ 134 w 269"/>
                <a:gd name="T9" fmla="*/ 127 h 271"/>
                <a:gd name="T10" fmla="*/ 163 w 269"/>
                <a:gd name="T11" fmla="*/ 146 h 271"/>
                <a:gd name="T12" fmla="*/ 189 w 269"/>
                <a:gd name="T13" fmla="*/ 160 h 271"/>
                <a:gd name="T14" fmla="*/ 221 w 269"/>
                <a:gd name="T15" fmla="*/ 165 h 271"/>
                <a:gd name="T16" fmla="*/ 269 w 269"/>
                <a:gd name="T17" fmla="*/ 162 h 271"/>
                <a:gd name="T18" fmla="*/ 259 w 269"/>
                <a:gd name="T19" fmla="*/ 201 h 271"/>
                <a:gd name="T20" fmla="*/ 235 w 269"/>
                <a:gd name="T21" fmla="*/ 233 h 271"/>
                <a:gd name="T22" fmla="*/ 206 w 269"/>
                <a:gd name="T23" fmla="*/ 257 h 271"/>
                <a:gd name="T24" fmla="*/ 170 w 269"/>
                <a:gd name="T25" fmla="*/ 271 h 271"/>
                <a:gd name="T26" fmla="*/ 120 w 269"/>
                <a:gd name="T27" fmla="*/ 269 h 271"/>
                <a:gd name="T28" fmla="*/ 84 w 269"/>
                <a:gd name="T29" fmla="*/ 257 h 271"/>
                <a:gd name="T30" fmla="*/ 50 w 269"/>
                <a:gd name="T31" fmla="*/ 238 h 271"/>
                <a:gd name="T32" fmla="*/ 33 w 269"/>
                <a:gd name="T33" fmla="*/ 218 h 271"/>
                <a:gd name="T34" fmla="*/ 12 w 269"/>
                <a:gd name="T35" fmla="*/ 191 h 271"/>
                <a:gd name="T36" fmla="*/ 0 w 269"/>
                <a:gd name="T37" fmla="*/ 151 h 271"/>
                <a:gd name="T38" fmla="*/ 0 w 269"/>
                <a:gd name="T39" fmla="*/ 105 h 271"/>
                <a:gd name="T40" fmla="*/ 14 w 269"/>
                <a:gd name="T41" fmla="*/ 69 h 271"/>
                <a:gd name="T42" fmla="*/ 31 w 269"/>
                <a:gd name="T43" fmla="*/ 40 h 271"/>
                <a:gd name="T44" fmla="*/ 67 w 269"/>
                <a:gd name="T45" fmla="*/ 14 h 271"/>
                <a:gd name="T46" fmla="*/ 108 w 269"/>
                <a:gd name="T4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9" h="271">
                  <a:moveTo>
                    <a:pt x="108" y="0"/>
                  </a:moveTo>
                  <a:lnTo>
                    <a:pt x="96" y="31"/>
                  </a:lnTo>
                  <a:lnTo>
                    <a:pt x="101" y="62"/>
                  </a:lnTo>
                  <a:lnTo>
                    <a:pt x="113" y="96"/>
                  </a:lnTo>
                  <a:lnTo>
                    <a:pt x="134" y="127"/>
                  </a:lnTo>
                  <a:lnTo>
                    <a:pt x="163" y="146"/>
                  </a:lnTo>
                  <a:lnTo>
                    <a:pt x="189" y="160"/>
                  </a:lnTo>
                  <a:lnTo>
                    <a:pt x="221" y="165"/>
                  </a:lnTo>
                  <a:lnTo>
                    <a:pt x="269" y="162"/>
                  </a:lnTo>
                  <a:lnTo>
                    <a:pt x="259" y="201"/>
                  </a:lnTo>
                  <a:lnTo>
                    <a:pt x="235" y="233"/>
                  </a:lnTo>
                  <a:lnTo>
                    <a:pt x="206" y="257"/>
                  </a:lnTo>
                  <a:lnTo>
                    <a:pt x="170" y="271"/>
                  </a:lnTo>
                  <a:lnTo>
                    <a:pt x="120" y="269"/>
                  </a:lnTo>
                  <a:lnTo>
                    <a:pt x="84" y="257"/>
                  </a:lnTo>
                  <a:lnTo>
                    <a:pt x="50" y="238"/>
                  </a:lnTo>
                  <a:lnTo>
                    <a:pt x="33" y="218"/>
                  </a:lnTo>
                  <a:lnTo>
                    <a:pt x="12" y="191"/>
                  </a:lnTo>
                  <a:lnTo>
                    <a:pt x="0" y="151"/>
                  </a:lnTo>
                  <a:lnTo>
                    <a:pt x="0" y="105"/>
                  </a:lnTo>
                  <a:lnTo>
                    <a:pt x="14" y="69"/>
                  </a:lnTo>
                  <a:lnTo>
                    <a:pt x="31" y="40"/>
                  </a:lnTo>
                  <a:lnTo>
                    <a:pt x="67" y="14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5F5F00"/>
                </a:gs>
                <a:gs pos="50000">
                  <a:srgbClr val="FFFF00"/>
                </a:gs>
                <a:gs pos="100000">
                  <a:srgbClr val="5F5F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01" name="Freeform 83">
              <a:extLst>
                <a:ext uri="{FF2B5EF4-FFF2-40B4-BE49-F238E27FC236}">
                  <a16:creationId xmlns:a16="http://schemas.microsoft.com/office/drawing/2014/main" id="{2CD60BD4-35CE-41AF-A5E1-B86016EA8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668"/>
              <a:ext cx="195" cy="196"/>
            </a:xfrm>
            <a:custGeom>
              <a:avLst/>
              <a:gdLst>
                <a:gd name="T0" fmla="*/ 1346 w 1347"/>
                <a:gd name="T1" fmla="*/ 674 h 1347"/>
                <a:gd name="T2" fmla="*/ 1313 w 1347"/>
                <a:gd name="T3" fmla="*/ 466 h 1347"/>
                <a:gd name="T4" fmla="*/ 1218 w 1347"/>
                <a:gd name="T5" fmla="*/ 277 h 1347"/>
                <a:gd name="T6" fmla="*/ 1069 w 1347"/>
                <a:gd name="T7" fmla="*/ 128 h 1347"/>
                <a:gd name="T8" fmla="*/ 881 w 1347"/>
                <a:gd name="T9" fmla="*/ 33 h 1347"/>
                <a:gd name="T10" fmla="*/ 673 w 1347"/>
                <a:gd name="T11" fmla="*/ 0 h 1347"/>
                <a:gd name="T12" fmla="*/ 464 w 1347"/>
                <a:gd name="T13" fmla="*/ 33 h 1347"/>
                <a:gd name="T14" fmla="*/ 277 w 1347"/>
                <a:gd name="T15" fmla="*/ 128 h 1347"/>
                <a:gd name="T16" fmla="*/ 128 w 1347"/>
                <a:gd name="T17" fmla="*/ 277 h 1347"/>
                <a:gd name="T18" fmla="*/ 32 w 1347"/>
                <a:gd name="T19" fmla="*/ 466 h 1347"/>
                <a:gd name="T20" fmla="*/ 0 w 1347"/>
                <a:gd name="T21" fmla="*/ 674 h 1347"/>
                <a:gd name="T22" fmla="*/ 32 w 1347"/>
                <a:gd name="T23" fmla="*/ 882 h 1347"/>
                <a:gd name="T24" fmla="*/ 128 w 1347"/>
                <a:gd name="T25" fmla="*/ 1070 h 1347"/>
                <a:gd name="T26" fmla="*/ 277 w 1347"/>
                <a:gd name="T27" fmla="*/ 1219 h 1347"/>
                <a:gd name="T28" fmla="*/ 464 w 1347"/>
                <a:gd name="T29" fmla="*/ 1314 h 1347"/>
                <a:gd name="T30" fmla="*/ 673 w 1347"/>
                <a:gd name="T31" fmla="*/ 1347 h 1347"/>
                <a:gd name="T32" fmla="*/ 881 w 1347"/>
                <a:gd name="T33" fmla="*/ 1314 h 1347"/>
                <a:gd name="T34" fmla="*/ 1069 w 1347"/>
                <a:gd name="T35" fmla="*/ 1219 h 1347"/>
                <a:gd name="T36" fmla="*/ 1218 w 1347"/>
                <a:gd name="T37" fmla="*/ 1070 h 1347"/>
                <a:gd name="T38" fmla="*/ 1313 w 1347"/>
                <a:gd name="T39" fmla="*/ 882 h 1347"/>
                <a:gd name="T40" fmla="*/ 1346 w 1347"/>
                <a:gd name="T41" fmla="*/ 674 h 1347"/>
                <a:gd name="T42" fmla="*/ 1347 w 1347"/>
                <a:gd name="T43" fmla="*/ 674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7" h="1347">
                  <a:moveTo>
                    <a:pt x="1346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4" y="33"/>
                  </a:lnTo>
                  <a:lnTo>
                    <a:pt x="277" y="128"/>
                  </a:lnTo>
                  <a:lnTo>
                    <a:pt x="128" y="277"/>
                  </a:lnTo>
                  <a:lnTo>
                    <a:pt x="32" y="466"/>
                  </a:lnTo>
                  <a:lnTo>
                    <a:pt x="0" y="674"/>
                  </a:lnTo>
                  <a:lnTo>
                    <a:pt x="32" y="882"/>
                  </a:lnTo>
                  <a:lnTo>
                    <a:pt x="128" y="1070"/>
                  </a:lnTo>
                  <a:lnTo>
                    <a:pt x="277" y="1219"/>
                  </a:lnTo>
                  <a:lnTo>
                    <a:pt x="464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6" y="674"/>
                  </a:lnTo>
                  <a:lnTo>
                    <a:pt x="1347" y="674"/>
                  </a:lnTo>
                </a:path>
              </a:pathLst>
            </a:cu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2" name="Freeform 84">
              <a:extLst>
                <a:ext uri="{FF2B5EF4-FFF2-40B4-BE49-F238E27FC236}">
                  <a16:creationId xmlns:a16="http://schemas.microsoft.com/office/drawing/2014/main" id="{BDFEEBC0-2FC4-4B98-86DF-5DED1656B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669"/>
              <a:ext cx="192" cy="198"/>
            </a:xfrm>
            <a:custGeom>
              <a:avLst/>
              <a:gdLst>
                <a:gd name="T0" fmla="*/ 103 w 265"/>
                <a:gd name="T1" fmla="*/ 0 h 272"/>
                <a:gd name="T2" fmla="*/ 96 w 265"/>
                <a:gd name="T3" fmla="*/ 35 h 272"/>
                <a:gd name="T4" fmla="*/ 101 w 265"/>
                <a:gd name="T5" fmla="*/ 66 h 272"/>
                <a:gd name="T6" fmla="*/ 113 w 265"/>
                <a:gd name="T7" fmla="*/ 100 h 272"/>
                <a:gd name="T8" fmla="*/ 134 w 265"/>
                <a:gd name="T9" fmla="*/ 131 h 272"/>
                <a:gd name="T10" fmla="*/ 163 w 265"/>
                <a:gd name="T11" fmla="*/ 150 h 272"/>
                <a:gd name="T12" fmla="*/ 189 w 265"/>
                <a:gd name="T13" fmla="*/ 164 h 272"/>
                <a:gd name="T14" fmla="*/ 221 w 265"/>
                <a:gd name="T15" fmla="*/ 169 h 272"/>
                <a:gd name="T16" fmla="*/ 265 w 265"/>
                <a:gd name="T17" fmla="*/ 166 h 272"/>
                <a:gd name="T18" fmla="*/ 254 w 265"/>
                <a:gd name="T19" fmla="*/ 200 h 272"/>
                <a:gd name="T20" fmla="*/ 230 w 265"/>
                <a:gd name="T21" fmla="*/ 232 h 272"/>
                <a:gd name="T22" fmla="*/ 199 w 265"/>
                <a:gd name="T23" fmla="*/ 256 h 272"/>
                <a:gd name="T24" fmla="*/ 163 w 265"/>
                <a:gd name="T25" fmla="*/ 270 h 272"/>
                <a:gd name="T26" fmla="*/ 120 w 265"/>
                <a:gd name="T27" fmla="*/ 272 h 272"/>
                <a:gd name="T28" fmla="*/ 86 w 265"/>
                <a:gd name="T29" fmla="*/ 263 h 272"/>
                <a:gd name="T30" fmla="*/ 55 w 265"/>
                <a:gd name="T31" fmla="*/ 241 h 272"/>
                <a:gd name="T32" fmla="*/ 33 w 265"/>
                <a:gd name="T33" fmla="*/ 222 h 272"/>
                <a:gd name="T34" fmla="*/ 9 w 265"/>
                <a:gd name="T35" fmla="*/ 188 h 272"/>
                <a:gd name="T36" fmla="*/ 0 w 265"/>
                <a:gd name="T37" fmla="*/ 155 h 272"/>
                <a:gd name="T38" fmla="*/ 0 w 265"/>
                <a:gd name="T39" fmla="*/ 114 h 272"/>
                <a:gd name="T40" fmla="*/ 9 w 265"/>
                <a:gd name="T41" fmla="*/ 73 h 272"/>
                <a:gd name="T42" fmla="*/ 32 w 265"/>
                <a:gd name="T43" fmla="*/ 38 h 272"/>
                <a:gd name="T44" fmla="*/ 60 w 265"/>
                <a:gd name="T45" fmla="*/ 16 h 272"/>
                <a:gd name="T46" fmla="*/ 103 w 265"/>
                <a:gd name="T4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5" h="272">
                  <a:moveTo>
                    <a:pt x="103" y="0"/>
                  </a:moveTo>
                  <a:lnTo>
                    <a:pt x="96" y="35"/>
                  </a:lnTo>
                  <a:lnTo>
                    <a:pt x="101" y="66"/>
                  </a:lnTo>
                  <a:lnTo>
                    <a:pt x="113" y="100"/>
                  </a:lnTo>
                  <a:lnTo>
                    <a:pt x="134" y="131"/>
                  </a:lnTo>
                  <a:lnTo>
                    <a:pt x="163" y="150"/>
                  </a:lnTo>
                  <a:lnTo>
                    <a:pt x="189" y="164"/>
                  </a:lnTo>
                  <a:lnTo>
                    <a:pt x="221" y="169"/>
                  </a:lnTo>
                  <a:lnTo>
                    <a:pt x="265" y="166"/>
                  </a:lnTo>
                  <a:lnTo>
                    <a:pt x="254" y="200"/>
                  </a:lnTo>
                  <a:lnTo>
                    <a:pt x="230" y="232"/>
                  </a:lnTo>
                  <a:lnTo>
                    <a:pt x="199" y="256"/>
                  </a:lnTo>
                  <a:lnTo>
                    <a:pt x="163" y="270"/>
                  </a:lnTo>
                  <a:lnTo>
                    <a:pt x="120" y="272"/>
                  </a:lnTo>
                  <a:lnTo>
                    <a:pt x="86" y="263"/>
                  </a:lnTo>
                  <a:lnTo>
                    <a:pt x="55" y="241"/>
                  </a:lnTo>
                  <a:lnTo>
                    <a:pt x="33" y="222"/>
                  </a:lnTo>
                  <a:lnTo>
                    <a:pt x="9" y="188"/>
                  </a:lnTo>
                  <a:lnTo>
                    <a:pt x="0" y="155"/>
                  </a:lnTo>
                  <a:lnTo>
                    <a:pt x="0" y="114"/>
                  </a:lnTo>
                  <a:lnTo>
                    <a:pt x="9" y="73"/>
                  </a:lnTo>
                  <a:lnTo>
                    <a:pt x="32" y="38"/>
                  </a:lnTo>
                  <a:lnTo>
                    <a:pt x="60" y="16"/>
                  </a:lnTo>
                  <a:lnTo>
                    <a:pt x="103" y="0"/>
                  </a:lnTo>
                  <a:close/>
                </a:path>
              </a:pathLst>
            </a:custGeom>
            <a:gradFill rotWithShape="0">
              <a:gsLst>
                <a:gs pos="0">
                  <a:srgbClr val="696900"/>
                </a:gs>
                <a:gs pos="50000">
                  <a:srgbClr val="FFFF00"/>
                </a:gs>
                <a:gs pos="100000">
                  <a:srgbClr val="696900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ooter Placeholder 2">
            <a:extLst>
              <a:ext uri="{FF2B5EF4-FFF2-40B4-BE49-F238E27FC236}">
                <a16:creationId xmlns:a16="http://schemas.microsoft.com/office/drawing/2014/main" id="{9C47DBD0-004F-4DEF-89A6-E39B10D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205" name="Rectangle 2">
            <a:extLst>
              <a:ext uri="{FF2B5EF4-FFF2-40B4-BE49-F238E27FC236}">
                <a16:creationId xmlns:a16="http://schemas.microsoft.com/office/drawing/2014/main" id="{0F5F2F67-C6D3-400A-A14F-FBA93546F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2360613"/>
            <a:ext cx="755650" cy="457200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5206" name="Group 3">
            <a:extLst>
              <a:ext uri="{FF2B5EF4-FFF2-40B4-BE49-F238E27FC236}">
                <a16:creationId xmlns:a16="http://schemas.microsoft.com/office/drawing/2014/main" id="{0616A039-4BD5-49F3-9759-71D5A7B34454}"/>
              </a:ext>
            </a:extLst>
          </p:cNvPr>
          <p:cNvGrpSpPr>
            <a:grpSpLocks/>
          </p:cNvGrpSpPr>
          <p:nvPr/>
        </p:nvGrpSpPr>
        <p:grpSpPr bwMode="auto">
          <a:xfrm>
            <a:off x="4157663" y="2741613"/>
            <a:ext cx="744537" cy="465137"/>
            <a:chOff x="2619" y="1727"/>
            <a:chExt cx="469" cy="293"/>
          </a:xfrm>
        </p:grpSpPr>
        <p:sp>
          <p:nvSpPr>
            <p:cNvPr id="5207" name="Line 4">
              <a:extLst>
                <a:ext uri="{FF2B5EF4-FFF2-40B4-BE49-F238E27FC236}">
                  <a16:creationId xmlns:a16="http://schemas.microsoft.com/office/drawing/2014/main" id="{DD456AB7-800B-4907-8AFB-192C0FBEF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9" y="1727"/>
              <a:ext cx="469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08" name="Line 5">
              <a:extLst>
                <a:ext uri="{FF2B5EF4-FFF2-40B4-BE49-F238E27FC236}">
                  <a16:creationId xmlns:a16="http://schemas.microsoft.com/office/drawing/2014/main" id="{25C043E6-C4D6-43F3-8F1C-382988972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0" y="2020"/>
              <a:ext cx="468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209" name="Line 6">
            <a:extLst>
              <a:ext uri="{FF2B5EF4-FFF2-40B4-BE49-F238E27FC236}">
                <a16:creationId xmlns:a16="http://schemas.microsoft.com/office/drawing/2014/main" id="{A7F7348A-7A93-4AA3-BFEF-0022C85F7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3519488"/>
            <a:ext cx="3714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0" name="Line 7">
            <a:extLst>
              <a:ext uri="{FF2B5EF4-FFF2-40B4-BE49-F238E27FC236}">
                <a16:creationId xmlns:a16="http://schemas.microsoft.com/office/drawing/2014/main" id="{602C33F4-09D9-4075-A1EC-4F394C45C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0725" y="1301750"/>
            <a:ext cx="0" cy="9731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1" name="Line 8">
            <a:extLst>
              <a:ext uri="{FF2B5EF4-FFF2-40B4-BE49-F238E27FC236}">
                <a16:creationId xmlns:a16="http://schemas.microsoft.com/office/drawing/2014/main" id="{CE068B26-4A7E-4D37-837B-2CE8F9BDF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5963" y="2274888"/>
            <a:ext cx="395287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2" name="Line 9">
            <a:extLst>
              <a:ext uri="{FF2B5EF4-FFF2-40B4-BE49-F238E27FC236}">
                <a16:creationId xmlns:a16="http://schemas.microsoft.com/office/drawing/2014/main" id="{264E089D-4256-43A6-A7C7-ED4ECD4E1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9250" y="1857375"/>
            <a:ext cx="3714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3" name="Rectangle 10">
            <a:extLst>
              <a:ext uri="{FF2B5EF4-FFF2-40B4-BE49-F238E27FC236}">
                <a16:creationId xmlns:a16="http://schemas.microsoft.com/office/drawing/2014/main" id="{C43079C1-A318-4C1B-8B05-0E803EFD2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38" y="4484688"/>
            <a:ext cx="1951037" cy="1116012"/>
          </a:xfrm>
          <a:prstGeom prst="rect">
            <a:avLst/>
          </a:prstGeom>
          <a:noFill/>
          <a:ln w="3810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214" name="Line 11">
            <a:extLst>
              <a:ext uri="{FF2B5EF4-FFF2-40B4-BE49-F238E27FC236}">
                <a16:creationId xmlns:a16="http://schemas.microsoft.com/office/drawing/2014/main" id="{6EC9A090-385B-43D5-92A2-E2B58E8B4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8738" y="4867275"/>
            <a:ext cx="195103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5" name="Line 12">
            <a:extLst>
              <a:ext uri="{FF2B5EF4-FFF2-40B4-BE49-F238E27FC236}">
                <a16:creationId xmlns:a16="http://schemas.microsoft.com/office/drawing/2014/main" id="{3883D36F-E140-478F-9CBC-FBCA18003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8738" y="5229225"/>
            <a:ext cx="195103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6" name="Line 13">
            <a:extLst>
              <a:ext uri="{FF2B5EF4-FFF2-40B4-BE49-F238E27FC236}">
                <a16:creationId xmlns:a16="http://schemas.microsoft.com/office/drawing/2014/main" id="{CF9C81D5-3435-4E33-A2BD-99DF1F25F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0675" y="5229225"/>
            <a:ext cx="0" cy="3714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7" name="Line 14">
            <a:extLst>
              <a:ext uri="{FF2B5EF4-FFF2-40B4-BE49-F238E27FC236}">
                <a16:creationId xmlns:a16="http://schemas.microsoft.com/office/drawing/2014/main" id="{E5DE4BC2-1F24-4E16-9EC8-9E13EB3B0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6250" y="4486275"/>
            <a:ext cx="0" cy="39211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8" name="Line 15">
            <a:extLst>
              <a:ext uri="{FF2B5EF4-FFF2-40B4-BE49-F238E27FC236}">
                <a16:creationId xmlns:a16="http://schemas.microsoft.com/office/drawing/2014/main" id="{A989B3CA-052F-4D97-8BEF-D55298551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0675" y="4486275"/>
            <a:ext cx="0" cy="39211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19" name="Line 16">
            <a:extLst>
              <a:ext uri="{FF2B5EF4-FFF2-40B4-BE49-F238E27FC236}">
                <a16:creationId xmlns:a16="http://schemas.microsoft.com/office/drawing/2014/main" id="{FE9A4B80-3C9A-4107-90FA-25FC72E8D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6250" y="5229225"/>
            <a:ext cx="0" cy="3714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0" name="Line 17">
            <a:extLst>
              <a:ext uri="{FF2B5EF4-FFF2-40B4-BE49-F238E27FC236}">
                <a16:creationId xmlns:a16="http://schemas.microsoft.com/office/drawing/2014/main" id="{77FA933B-8388-43A9-A749-377C16195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6825" y="4484688"/>
            <a:ext cx="0" cy="74453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1" name="Line 18">
            <a:extLst>
              <a:ext uri="{FF2B5EF4-FFF2-40B4-BE49-F238E27FC236}">
                <a16:creationId xmlns:a16="http://schemas.microsoft.com/office/drawing/2014/main" id="{586A401C-8807-4DF3-8025-7EDB7DAEF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688" y="4486275"/>
            <a:ext cx="0" cy="74295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2" name="Line 19">
            <a:extLst>
              <a:ext uri="{FF2B5EF4-FFF2-40B4-BE49-F238E27FC236}">
                <a16:creationId xmlns:a16="http://schemas.microsoft.com/office/drawing/2014/main" id="{477BF668-65AC-42ED-A9C9-449C547E12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3463" y="4376738"/>
            <a:ext cx="1587" cy="5969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3" name="Freeform 20">
            <a:extLst>
              <a:ext uri="{FF2B5EF4-FFF2-40B4-BE49-F238E27FC236}">
                <a16:creationId xmlns:a16="http://schemas.microsoft.com/office/drawing/2014/main" id="{FB84AA06-EF03-4664-9220-CF2D615B340A}"/>
              </a:ext>
            </a:extLst>
          </p:cNvPr>
          <p:cNvSpPr>
            <a:spLocks/>
          </p:cNvSpPr>
          <p:nvPr/>
        </p:nvSpPr>
        <p:spPr bwMode="auto">
          <a:xfrm>
            <a:off x="2303463" y="5140325"/>
            <a:ext cx="3175" cy="565150"/>
          </a:xfrm>
          <a:custGeom>
            <a:avLst/>
            <a:gdLst>
              <a:gd name="T0" fmla="*/ 0 w 2"/>
              <a:gd name="T1" fmla="*/ 0 h 356"/>
              <a:gd name="T2" fmla="*/ 2 w 2"/>
              <a:gd name="T3" fmla="*/ 356 h 3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56">
                <a:moveTo>
                  <a:pt x="0" y="0"/>
                </a:moveTo>
                <a:lnTo>
                  <a:pt x="2" y="356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4" name="Line 21">
            <a:extLst>
              <a:ext uri="{FF2B5EF4-FFF2-40B4-BE49-F238E27FC236}">
                <a16:creationId xmlns:a16="http://schemas.microsoft.com/office/drawing/2014/main" id="{7F233909-A53B-48F7-A25E-19EFC6556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5027613"/>
            <a:ext cx="0" cy="6508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5" name="Line 22">
            <a:extLst>
              <a:ext uri="{FF2B5EF4-FFF2-40B4-BE49-F238E27FC236}">
                <a16:creationId xmlns:a16="http://schemas.microsoft.com/office/drawing/2014/main" id="{3EB8B8D7-9BF8-47BB-92CD-BBC99F07B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9775" y="1323975"/>
            <a:ext cx="0" cy="258445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6" name="Line 23">
            <a:extLst>
              <a:ext uri="{FF2B5EF4-FFF2-40B4-BE49-F238E27FC236}">
                <a16:creationId xmlns:a16="http://schemas.microsoft.com/office/drawing/2014/main" id="{9514AA56-7FA7-44E1-A930-E94FF85FB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1488" y="3533775"/>
            <a:ext cx="112553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7" name="Oval 24">
            <a:extLst>
              <a:ext uri="{FF2B5EF4-FFF2-40B4-BE49-F238E27FC236}">
                <a16:creationId xmlns:a16="http://schemas.microsoft.com/office/drawing/2014/main" id="{E54EAAAB-656A-490F-88A0-57F9E89C8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2730500"/>
            <a:ext cx="461963" cy="46355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228" name="Arc 25">
            <a:extLst>
              <a:ext uri="{FF2B5EF4-FFF2-40B4-BE49-F238E27FC236}">
                <a16:creationId xmlns:a16="http://schemas.microsoft.com/office/drawing/2014/main" id="{53B67CFD-4E4D-4CCE-97F8-2C1E7258E9CC}"/>
              </a:ext>
            </a:extLst>
          </p:cNvPr>
          <p:cNvSpPr>
            <a:spLocks/>
          </p:cNvSpPr>
          <p:nvPr/>
        </p:nvSpPr>
        <p:spPr bwMode="auto">
          <a:xfrm flipV="1">
            <a:off x="1328738" y="1298575"/>
            <a:ext cx="1952625" cy="976313"/>
          </a:xfrm>
          <a:custGeom>
            <a:avLst/>
            <a:gdLst>
              <a:gd name="T0" fmla="*/ -1 w 43195"/>
              <a:gd name="T1" fmla="*/ 21144 h 21600"/>
              <a:gd name="T2" fmla="*/ 21595 w 43195"/>
              <a:gd name="T3" fmla="*/ 0 h 21600"/>
              <a:gd name="T4" fmla="*/ 43195 w 43195"/>
              <a:gd name="T5" fmla="*/ 21600 h 21600"/>
              <a:gd name="T6" fmla="*/ -1 w 43195"/>
              <a:gd name="T7" fmla="*/ 21144 h 21600"/>
              <a:gd name="T8" fmla="*/ 21595 w 43195"/>
              <a:gd name="T9" fmla="*/ 0 h 21600"/>
              <a:gd name="T10" fmla="*/ 43195 w 43195"/>
              <a:gd name="T11" fmla="*/ 21600 h 21600"/>
              <a:gd name="T12" fmla="*/ 21595 w 43195"/>
              <a:gd name="T13" fmla="*/ 21600 h 21600"/>
              <a:gd name="T14" fmla="*/ -1 w 43195"/>
              <a:gd name="T15" fmla="*/ 2114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3195" h="21600" fill="none">
                <a:moveTo>
                  <a:pt x="-1" y="21144"/>
                </a:moveTo>
                <a:cubicBezTo>
                  <a:pt x="247" y="9395"/>
                  <a:pt x="9842" y="0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</a:path>
              <a:path w="43195" h="21600" stroke="0">
                <a:moveTo>
                  <a:pt x="-1" y="21144"/>
                </a:moveTo>
                <a:cubicBezTo>
                  <a:pt x="247" y="9395"/>
                  <a:pt x="9842" y="0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lnTo>
                  <a:pt x="21595" y="21600"/>
                </a:lnTo>
                <a:lnTo>
                  <a:pt x="-1" y="21144"/>
                </a:lnTo>
                <a:close/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9" name="Arc 26">
            <a:extLst>
              <a:ext uri="{FF2B5EF4-FFF2-40B4-BE49-F238E27FC236}">
                <a16:creationId xmlns:a16="http://schemas.microsoft.com/office/drawing/2014/main" id="{2602EDC7-7F02-42D0-A402-0800095C4356}"/>
              </a:ext>
            </a:extLst>
          </p:cNvPr>
          <p:cNvSpPr>
            <a:spLocks/>
          </p:cNvSpPr>
          <p:nvPr/>
        </p:nvSpPr>
        <p:spPr bwMode="auto">
          <a:xfrm flipV="1">
            <a:off x="1746250" y="1281113"/>
            <a:ext cx="1117600" cy="577850"/>
          </a:xfrm>
          <a:custGeom>
            <a:avLst/>
            <a:gdLst>
              <a:gd name="T0" fmla="*/ 3 w 43200"/>
              <a:gd name="T1" fmla="*/ 21966 h 22315"/>
              <a:gd name="T2" fmla="*/ 0 w 43200"/>
              <a:gd name="T3" fmla="*/ 21600 h 22315"/>
              <a:gd name="T4" fmla="*/ 21600 w 43200"/>
              <a:gd name="T5" fmla="*/ 0 h 22315"/>
              <a:gd name="T6" fmla="*/ 43200 w 43200"/>
              <a:gd name="T7" fmla="*/ 21600 h 22315"/>
              <a:gd name="T8" fmla="*/ 43188 w 43200"/>
              <a:gd name="T9" fmla="*/ 22315 h 22315"/>
              <a:gd name="T10" fmla="*/ 3 w 43200"/>
              <a:gd name="T11" fmla="*/ 21966 h 22315"/>
              <a:gd name="T12" fmla="*/ 0 w 43200"/>
              <a:gd name="T13" fmla="*/ 21600 h 22315"/>
              <a:gd name="T14" fmla="*/ 21600 w 43200"/>
              <a:gd name="T15" fmla="*/ 0 h 22315"/>
              <a:gd name="T16" fmla="*/ 43200 w 43200"/>
              <a:gd name="T17" fmla="*/ 21600 h 22315"/>
              <a:gd name="T18" fmla="*/ 43188 w 43200"/>
              <a:gd name="T19" fmla="*/ 22315 h 22315"/>
              <a:gd name="T20" fmla="*/ 21600 w 43200"/>
              <a:gd name="T21" fmla="*/ 21600 h 22315"/>
              <a:gd name="T22" fmla="*/ 3 w 43200"/>
              <a:gd name="T23" fmla="*/ 21966 h 2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200" h="22315" fill="none">
                <a:moveTo>
                  <a:pt x="3" y="21966"/>
                </a:moveTo>
                <a:cubicBezTo>
                  <a:pt x="1" y="21844"/>
                  <a:pt x="0" y="2172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838"/>
                  <a:pt x="43196" y="22076"/>
                  <a:pt x="43188" y="22315"/>
                </a:cubicBezTo>
              </a:path>
              <a:path w="43200" h="22315" stroke="0">
                <a:moveTo>
                  <a:pt x="3" y="21966"/>
                </a:moveTo>
                <a:cubicBezTo>
                  <a:pt x="1" y="21844"/>
                  <a:pt x="0" y="2172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838"/>
                  <a:pt x="43196" y="22076"/>
                  <a:pt x="43188" y="22315"/>
                </a:cubicBezTo>
                <a:lnTo>
                  <a:pt x="21600" y="21600"/>
                </a:lnTo>
                <a:lnTo>
                  <a:pt x="3" y="21966"/>
                </a:lnTo>
                <a:close/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0" name="Freeform 27">
            <a:extLst>
              <a:ext uri="{FF2B5EF4-FFF2-40B4-BE49-F238E27FC236}">
                <a16:creationId xmlns:a16="http://schemas.microsoft.com/office/drawing/2014/main" id="{3C813964-933F-455F-9719-537A51AF08E5}"/>
              </a:ext>
            </a:extLst>
          </p:cNvPr>
          <p:cNvSpPr>
            <a:spLocks/>
          </p:cNvSpPr>
          <p:nvPr/>
        </p:nvSpPr>
        <p:spPr bwMode="auto">
          <a:xfrm>
            <a:off x="1325563" y="1285875"/>
            <a:ext cx="442912" cy="1588"/>
          </a:xfrm>
          <a:custGeom>
            <a:avLst/>
            <a:gdLst>
              <a:gd name="T0" fmla="*/ 0 w 279"/>
              <a:gd name="T1" fmla="*/ 0 h 1"/>
              <a:gd name="T2" fmla="*/ 279 w 279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9" h="1">
                <a:moveTo>
                  <a:pt x="0" y="0"/>
                </a:moveTo>
                <a:lnTo>
                  <a:pt x="279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1" name="Line 28">
            <a:extLst>
              <a:ext uri="{FF2B5EF4-FFF2-40B4-BE49-F238E27FC236}">
                <a16:creationId xmlns:a16="http://schemas.microsoft.com/office/drawing/2014/main" id="{738036FE-4ABF-4AB7-A7C7-C927EAC10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9850" y="2973388"/>
            <a:ext cx="417513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2" name="Line 29">
            <a:extLst>
              <a:ext uri="{FF2B5EF4-FFF2-40B4-BE49-F238E27FC236}">
                <a16:creationId xmlns:a16="http://schemas.microsoft.com/office/drawing/2014/main" id="{420E8D51-F6B7-4BF9-AF35-17E6C8B88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6250" y="2968625"/>
            <a:ext cx="0" cy="5619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3" name="Line 30">
            <a:extLst>
              <a:ext uri="{FF2B5EF4-FFF2-40B4-BE49-F238E27FC236}">
                <a16:creationId xmlns:a16="http://schemas.microsoft.com/office/drawing/2014/main" id="{F7BAA4FA-E22A-49BA-8B42-46805BBE7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9563" y="2973388"/>
            <a:ext cx="4191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4" name="Line 31">
            <a:extLst>
              <a:ext uri="{FF2B5EF4-FFF2-40B4-BE49-F238E27FC236}">
                <a16:creationId xmlns:a16="http://schemas.microsoft.com/office/drawing/2014/main" id="{0DBB65E9-E6BC-451A-8EE5-5395F6E0B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4200" y="1298575"/>
            <a:ext cx="922338" cy="0"/>
          </a:xfrm>
          <a:prstGeom prst="line">
            <a:avLst/>
          </a:prstGeom>
          <a:noFill/>
          <a:ln w="9525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5" name="Line 32">
            <a:extLst>
              <a:ext uri="{FF2B5EF4-FFF2-40B4-BE49-F238E27FC236}">
                <a16:creationId xmlns:a16="http://schemas.microsoft.com/office/drawing/2014/main" id="{C5DBF5F7-39B9-4630-B7AC-0DD27BCA7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0" y="2971800"/>
            <a:ext cx="814388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6" name="Line 33">
            <a:extLst>
              <a:ext uri="{FF2B5EF4-FFF2-40B4-BE49-F238E27FC236}">
                <a16:creationId xmlns:a16="http://schemas.microsoft.com/office/drawing/2014/main" id="{216C62B9-9D43-4C73-85AC-8F93DC548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3463" y="2613025"/>
            <a:ext cx="1587" cy="100012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7" name="Line 34">
            <a:extLst>
              <a:ext uri="{FF2B5EF4-FFF2-40B4-BE49-F238E27FC236}">
                <a16:creationId xmlns:a16="http://schemas.microsoft.com/office/drawing/2014/main" id="{FD299133-4E64-4669-B11C-5683DEE60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3783013"/>
            <a:ext cx="0" cy="31115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8" name="Line 35">
            <a:extLst>
              <a:ext uri="{FF2B5EF4-FFF2-40B4-BE49-F238E27FC236}">
                <a16:creationId xmlns:a16="http://schemas.microsoft.com/office/drawing/2014/main" id="{A5A97E14-7823-408C-9DC9-78E75547E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0" y="1301750"/>
            <a:ext cx="903288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39" name="Line 36">
            <a:extLst>
              <a:ext uri="{FF2B5EF4-FFF2-40B4-BE49-F238E27FC236}">
                <a16:creationId xmlns:a16="http://schemas.microsoft.com/office/drawing/2014/main" id="{CE664735-5240-4673-B297-AEA1BD150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495425"/>
            <a:ext cx="0" cy="6508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40" name="Line 37">
            <a:extLst>
              <a:ext uri="{FF2B5EF4-FFF2-40B4-BE49-F238E27FC236}">
                <a16:creationId xmlns:a16="http://schemas.microsoft.com/office/drawing/2014/main" id="{20602374-DF03-47DF-BC24-BE29A194E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1652588"/>
            <a:ext cx="0" cy="77946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41" name="Line 38">
            <a:extLst>
              <a:ext uri="{FF2B5EF4-FFF2-40B4-BE49-F238E27FC236}">
                <a16:creationId xmlns:a16="http://schemas.microsoft.com/office/drawing/2014/main" id="{F80543F7-7664-4BB6-9681-AC26C79F6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2487613"/>
            <a:ext cx="0" cy="6508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42" name="Line 39">
            <a:extLst>
              <a:ext uri="{FF2B5EF4-FFF2-40B4-BE49-F238E27FC236}">
                <a16:creationId xmlns:a16="http://schemas.microsoft.com/office/drawing/2014/main" id="{83D0F748-7F35-4BB3-B102-4A01F3239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3668713"/>
            <a:ext cx="0" cy="6508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43" name="Line 40">
            <a:extLst>
              <a:ext uri="{FF2B5EF4-FFF2-40B4-BE49-F238E27FC236}">
                <a16:creationId xmlns:a16="http://schemas.microsoft.com/office/drawing/2014/main" id="{AF4EF2E5-A217-40B6-8F8D-960BEB9C1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1087438"/>
            <a:ext cx="0" cy="33972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44" name="Line 41">
            <a:extLst>
              <a:ext uri="{FF2B5EF4-FFF2-40B4-BE49-F238E27FC236}">
                <a16:creationId xmlns:a16="http://schemas.microsoft.com/office/drawing/2014/main" id="{A12948C0-808B-45B2-9054-6F1B17EE0D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9563" y="2968625"/>
            <a:ext cx="0" cy="57943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245" name="Line 42">
            <a:extLst>
              <a:ext uri="{FF2B5EF4-FFF2-40B4-BE49-F238E27FC236}">
                <a16:creationId xmlns:a16="http://schemas.microsoft.com/office/drawing/2014/main" id="{CA3E9839-0209-4FA6-A4F3-14116B5909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563" y="3902075"/>
            <a:ext cx="19558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246" name="Line 43">
            <a:extLst>
              <a:ext uri="{FF2B5EF4-FFF2-40B4-BE49-F238E27FC236}">
                <a16:creationId xmlns:a16="http://schemas.microsoft.com/office/drawing/2014/main" id="{B3E3A565-7442-4DE2-BE62-0F01340198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25563" y="1277938"/>
            <a:ext cx="0" cy="262413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247" name="Text Box 44">
            <a:extLst>
              <a:ext uri="{FF2B5EF4-FFF2-40B4-BE49-F238E27FC236}">
                <a16:creationId xmlns:a16="http://schemas.microsoft.com/office/drawing/2014/main" id="{0A8804FF-6A2F-4667-ABF0-EBDDD695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" y="513557"/>
            <a:ext cx="3802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rgbClr val="000000"/>
                </a:solidFill>
                <a:ea typeface="等线" panose="02010600030101010101" pitchFamily="2" charset="-122"/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  <a:ea typeface="等线" panose="02010600030101010101" pitchFamily="2" charset="-122"/>
              </a:rPr>
              <a:t>2</a:t>
            </a:r>
            <a:r>
              <a:rPr lang="zh-CN" altLang="en-US" sz="3200" dirty="0">
                <a:solidFill>
                  <a:srgbClr val="000000"/>
                </a:solidFill>
                <a:ea typeface="等线" panose="02010600030101010101" pitchFamily="2" charset="-122"/>
              </a:rPr>
              <a:t>：求作左视图</a:t>
            </a:r>
          </a:p>
        </p:txBody>
      </p:sp>
      <p:sp>
        <p:nvSpPr>
          <p:cNvPr id="5248" name="Rectangle 45">
            <a:extLst>
              <a:ext uri="{FF2B5EF4-FFF2-40B4-BE49-F238E27FC236}">
                <a16:creationId xmlns:a16="http://schemas.microsoft.com/office/drawing/2014/main" id="{C43228F1-7A34-4C3A-8058-ACE09410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4625975"/>
            <a:ext cx="1960562" cy="457200"/>
          </a:xfrm>
          <a:prstGeom prst="rect">
            <a:avLst/>
          </a:prstGeom>
          <a:noFill/>
          <a:ln w="38100" cap="flat" algn="ctr">
            <a:solidFill>
              <a:srgbClr val="CC66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249" name="Line 46">
            <a:extLst>
              <a:ext uri="{FF2B5EF4-FFF2-40B4-BE49-F238E27FC236}">
                <a16:creationId xmlns:a16="http://schemas.microsoft.com/office/drawing/2014/main" id="{14D84D9A-C5FC-4345-BE30-0B689FFED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65438" y="1295400"/>
            <a:ext cx="42068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250" name="Group 47">
            <a:extLst>
              <a:ext uri="{FF2B5EF4-FFF2-40B4-BE49-F238E27FC236}">
                <a16:creationId xmlns:a16="http://schemas.microsoft.com/office/drawing/2014/main" id="{6C8406CA-4A80-4301-8EB7-C25CFDACA827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281113"/>
            <a:ext cx="1978025" cy="2624137"/>
            <a:chOff x="1033" y="805"/>
            <a:chExt cx="1246" cy="1653"/>
          </a:xfrm>
        </p:grpSpPr>
        <p:sp>
          <p:nvSpPr>
            <p:cNvPr id="5251" name="Line 48">
              <a:extLst>
                <a:ext uri="{FF2B5EF4-FFF2-40B4-BE49-F238E27FC236}">
                  <a16:creationId xmlns:a16="http://schemas.microsoft.com/office/drawing/2014/main" id="{29C2ED20-7397-4E6B-BDE8-531272F39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805"/>
              <a:ext cx="0" cy="1653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52" name="Line 49">
              <a:extLst>
                <a:ext uri="{FF2B5EF4-FFF2-40B4-BE49-F238E27FC236}">
                  <a16:creationId xmlns:a16="http://schemas.microsoft.com/office/drawing/2014/main" id="{AC207B0B-155C-4391-823B-E0D338AD7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2457"/>
              <a:ext cx="1234" cy="0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53" name="Line 50">
              <a:extLst>
                <a:ext uri="{FF2B5EF4-FFF2-40B4-BE49-F238E27FC236}">
                  <a16:creationId xmlns:a16="http://schemas.microsoft.com/office/drawing/2014/main" id="{0BC131D3-AD9B-4E0A-8C7C-CBB19197F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811"/>
              <a:ext cx="709" cy="0"/>
            </a:xfrm>
            <a:prstGeom prst="line">
              <a:avLst/>
            </a:prstGeom>
            <a:noFill/>
            <a:ln w="12700" cap="flat" algn="ctr">
              <a:solidFill>
                <a:srgbClr val="CC6600"/>
              </a:solidFill>
              <a:prstDash val="lgDashDot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54" name="Line 51">
              <a:extLst>
                <a:ext uri="{FF2B5EF4-FFF2-40B4-BE49-F238E27FC236}">
                  <a16:creationId xmlns:a16="http://schemas.microsoft.com/office/drawing/2014/main" id="{45AC2516-694B-4679-AA61-3D34CB07C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7" y="805"/>
              <a:ext cx="0" cy="1652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55" name="Line 52">
              <a:extLst>
                <a:ext uri="{FF2B5EF4-FFF2-40B4-BE49-F238E27FC236}">
                  <a16:creationId xmlns:a16="http://schemas.microsoft.com/office/drawing/2014/main" id="{67DD68C0-C48C-452D-BBEC-6A3B24D48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805"/>
              <a:ext cx="265" cy="0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56" name="Line 53">
              <a:extLst>
                <a:ext uri="{FF2B5EF4-FFF2-40B4-BE49-F238E27FC236}">
                  <a16:creationId xmlns:a16="http://schemas.microsoft.com/office/drawing/2014/main" id="{FDDCCE97-0B25-47BE-92DA-D735ABA73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3" y="811"/>
              <a:ext cx="251" cy="0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257" name="Arc 54">
            <a:extLst>
              <a:ext uri="{FF2B5EF4-FFF2-40B4-BE49-F238E27FC236}">
                <a16:creationId xmlns:a16="http://schemas.microsoft.com/office/drawing/2014/main" id="{4805489A-1E27-4441-BD0B-54AC108B2ADE}"/>
              </a:ext>
            </a:extLst>
          </p:cNvPr>
          <p:cNvSpPr>
            <a:spLocks/>
          </p:cNvSpPr>
          <p:nvPr/>
        </p:nvSpPr>
        <p:spPr bwMode="auto">
          <a:xfrm flipV="1">
            <a:off x="1333500" y="1304925"/>
            <a:ext cx="1952625" cy="976313"/>
          </a:xfrm>
          <a:custGeom>
            <a:avLst/>
            <a:gdLst>
              <a:gd name="T0" fmla="*/ -1 w 43195"/>
              <a:gd name="T1" fmla="*/ 21144 h 21600"/>
              <a:gd name="T2" fmla="*/ 21595 w 43195"/>
              <a:gd name="T3" fmla="*/ 0 h 21600"/>
              <a:gd name="T4" fmla="*/ 43195 w 43195"/>
              <a:gd name="T5" fmla="*/ 21600 h 21600"/>
              <a:gd name="T6" fmla="*/ -1 w 43195"/>
              <a:gd name="T7" fmla="*/ 21144 h 21600"/>
              <a:gd name="T8" fmla="*/ 21595 w 43195"/>
              <a:gd name="T9" fmla="*/ 0 h 21600"/>
              <a:gd name="T10" fmla="*/ 43195 w 43195"/>
              <a:gd name="T11" fmla="*/ 21600 h 21600"/>
              <a:gd name="T12" fmla="*/ 21595 w 43195"/>
              <a:gd name="T13" fmla="*/ 21600 h 21600"/>
              <a:gd name="T14" fmla="*/ -1 w 43195"/>
              <a:gd name="T15" fmla="*/ 2114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3195" h="21600" fill="none">
                <a:moveTo>
                  <a:pt x="-1" y="21144"/>
                </a:moveTo>
                <a:cubicBezTo>
                  <a:pt x="247" y="9395"/>
                  <a:pt x="9842" y="0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</a:path>
              <a:path w="43195" h="21600" stroke="0">
                <a:moveTo>
                  <a:pt x="-1" y="21144"/>
                </a:moveTo>
                <a:cubicBezTo>
                  <a:pt x="247" y="9395"/>
                  <a:pt x="9842" y="0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lnTo>
                  <a:pt x="21595" y="21600"/>
                </a:lnTo>
                <a:lnTo>
                  <a:pt x="-1" y="21144"/>
                </a:lnTo>
                <a:close/>
              </a:path>
            </a:pathLst>
          </a:custGeom>
          <a:noFill/>
          <a:ln w="38100" cap="flat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58" name="Rectangle 55">
            <a:extLst>
              <a:ext uri="{FF2B5EF4-FFF2-40B4-BE49-F238E27FC236}">
                <a16:creationId xmlns:a16="http://schemas.microsoft.com/office/drawing/2014/main" id="{D4174EF1-8328-4215-9B02-7D165DDF9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4819650"/>
            <a:ext cx="182562" cy="457200"/>
          </a:xfrm>
          <a:prstGeom prst="rect">
            <a:avLst/>
          </a:prstGeom>
          <a:noFill/>
          <a:ln w="38100" cap="flat" algn="ctr">
            <a:solidFill>
              <a:srgbClr val="FF66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5259" name="Group 56">
            <a:extLst>
              <a:ext uri="{FF2B5EF4-FFF2-40B4-BE49-F238E27FC236}">
                <a16:creationId xmlns:a16="http://schemas.microsoft.com/office/drawing/2014/main" id="{106A5FF9-3C85-4F28-8C50-A91032325BEB}"/>
              </a:ext>
            </a:extLst>
          </p:cNvPr>
          <p:cNvGrpSpPr>
            <a:grpSpLocks/>
          </p:cNvGrpSpPr>
          <p:nvPr/>
        </p:nvGrpSpPr>
        <p:grpSpPr bwMode="auto">
          <a:xfrm>
            <a:off x="1325563" y="5229225"/>
            <a:ext cx="1958975" cy="371475"/>
            <a:chOff x="1033" y="3294"/>
            <a:chExt cx="1234" cy="234"/>
          </a:xfrm>
        </p:grpSpPr>
        <p:sp>
          <p:nvSpPr>
            <p:cNvPr id="5260" name="Rectangle 57">
              <a:extLst>
                <a:ext uri="{FF2B5EF4-FFF2-40B4-BE49-F238E27FC236}">
                  <a16:creationId xmlns:a16="http://schemas.microsoft.com/office/drawing/2014/main" id="{FA6F2B31-5FA7-4742-B48C-B39A3D8FE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3267"/>
              <a:ext cx="1235" cy="288"/>
            </a:xfrm>
            <a:prstGeom prst="rect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5261" name="Line 58">
              <a:extLst>
                <a:ext uri="{FF2B5EF4-FFF2-40B4-BE49-F238E27FC236}">
                  <a16:creationId xmlns:a16="http://schemas.microsoft.com/office/drawing/2014/main" id="{F89EEB59-6A54-4916-89D2-F3CFED936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" y="3294"/>
              <a:ext cx="0" cy="234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62" name="Line 59">
              <a:extLst>
                <a:ext uri="{FF2B5EF4-FFF2-40B4-BE49-F238E27FC236}">
                  <a16:creationId xmlns:a16="http://schemas.microsoft.com/office/drawing/2014/main" id="{A6CD1DBA-11B9-433C-96C7-6C484C2B6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3294"/>
              <a:ext cx="0" cy="234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63" name="Group 60">
            <a:extLst>
              <a:ext uri="{FF2B5EF4-FFF2-40B4-BE49-F238E27FC236}">
                <a16:creationId xmlns:a16="http://schemas.microsoft.com/office/drawing/2014/main" id="{60C48BB1-D9B6-49A7-B852-9B9FDFBD735E}"/>
              </a:ext>
            </a:extLst>
          </p:cNvPr>
          <p:cNvGrpSpPr>
            <a:grpSpLocks/>
          </p:cNvGrpSpPr>
          <p:nvPr/>
        </p:nvGrpSpPr>
        <p:grpSpPr bwMode="auto">
          <a:xfrm>
            <a:off x="1322388" y="2938463"/>
            <a:ext cx="1963737" cy="960437"/>
            <a:chOff x="1031" y="1852"/>
            <a:chExt cx="1237" cy="605"/>
          </a:xfrm>
        </p:grpSpPr>
        <p:sp>
          <p:nvSpPr>
            <p:cNvPr id="5264" name="Line 61">
              <a:extLst>
                <a:ext uri="{FF2B5EF4-FFF2-40B4-BE49-F238E27FC236}">
                  <a16:creationId xmlns:a16="http://schemas.microsoft.com/office/drawing/2014/main" id="{DD8B2230-B616-4520-B718-EA93E60B9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873"/>
              <a:ext cx="265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65" name="Line 62">
              <a:extLst>
                <a:ext uri="{FF2B5EF4-FFF2-40B4-BE49-F238E27FC236}">
                  <a16:creationId xmlns:a16="http://schemas.microsoft.com/office/drawing/2014/main" id="{12F0808D-005F-40E2-81CF-5F70A07CB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8" y="1873"/>
              <a:ext cx="0" cy="344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66" name="Line 63">
              <a:extLst>
                <a:ext uri="{FF2B5EF4-FFF2-40B4-BE49-F238E27FC236}">
                  <a16:creationId xmlns:a16="http://schemas.microsoft.com/office/drawing/2014/main" id="{FE478FBD-423F-490F-8AE5-D8CD393C0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2217"/>
              <a:ext cx="709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67" name="Line 64">
              <a:extLst>
                <a:ext uri="{FF2B5EF4-FFF2-40B4-BE49-F238E27FC236}">
                  <a16:creationId xmlns:a16="http://schemas.microsoft.com/office/drawing/2014/main" id="{8904B940-F151-4563-934E-88639CD46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3" y="1870"/>
              <a:ext cx="0" cy="354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68" name="Line 65">
              <a:extLst>
                <a:ext uri="{FF2B5EF4-FFF2-40B4-BE49-F238E27FC236}">
                  <a16:creationId xmlns:a16="http://schemas.microsoft.com/office/drawing/2014/main" id="{E13CFC6E-6967-4188-B266-CC5B0A224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1881"/>
              <a:ext cx="264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69" name="Line 66">
              <a:extLst>
                <a:ext uri="{FF2B5EF4-FFF2-40B4-BE49-F238E27FC236}">
                  <a16:creationId xmlns:a16="http://schemas.microsoft.com/office/drawing/2014/main" id="{21DBB0B8-DC46-4216-A6A7-9BFE4285A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" y="1852"/>
              <a:ext cx="0" cy="605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70" name="Line 67">
              <a:extLst>
                <a:ext uri="{FF2B5EF4-FFF2-40B4-BE49-F238E27FC236}">
                  <a16:creationId xmlns:a16="http://schemas.microsoft.com/office/drawing/2014/main" id="{81D046CF-8EFA-4E40-B8E8-DD15798BF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3" y="2457"/>
              <a:ext cx="1224" cy="0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71" name="Line 68">
              <a:extLst>
                <a:ext uri="{FF2B5EF4-FFF2-40B4-BE49-F238E27FC236}">
                  <a16:creationId xmlns:a16="http://schemas.microsoft.com/office/drawing/2014/main" id="{9F533A13-695B-4C71-B4A0-357B628C0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1" y="1873"/>
              <a:ext cx="0" cy="584"/>
            </a:xfrm>
            <a:prstGeom prst="line">
              <a:avLst/>
            </a:pr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72" name="Group 69">
            <a:extLst>
              <a:ext uri="{FF2B5EF4-FFF2-40B4-BE49-F238E27FC236}">
                <a16:creationId xmlns:a16="http://schemas.microsoft.com/office/drawing/2014/main" id="{6CEC5776-623C-4BC9-B2F7-FF981CAF9191}"/>
              </a:ext>
            </a:extLst>
          </p:cNvPr>
          <p:cNvGrpSpPr>
            <a:grpSpLocks/>
          </p:cNvGrpSpPr>
          <p:nvPr/>
        </p:nvGrpSpPr>
        <p:grpSpPr bwMode="auto">
          <a:xfrm>
            <a:off x="3268663" y="1270000"/>
            <a:ext cx="890587" cy="2613025"/>
            <a:chOff x="2059" y="811"/>
            <a:chExt cx="561" cy="1646"/>
          </a:xfrm>
        </p:grpSpPr>
        <p:sp>
          <p:nvSpPr>
            <p:cNvPr id="5273" name="Line 70">
              <a:extLst>
                <a:ext uri="{FF2B5EF4-FFF2-40B4-BE49-F238E27FC236}">
                  <a16:creationId xmlns:a16="http://schemas.microsoft.com/office/drawing/2014/main" id="{518BD121-2C5A-4EE8-B12B-743BC2AD4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7" y="811"/>
              <a:ext cx="553" cy="0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74" name="Line 71">
              <a:extLst>
                <a:ext uri="{FF2B5EF4-FFF2-40B4-BE49-F238E27FC236}">
                  <a16:creationId xmlns:a16="http://schemas.microsoft.com/office/drawing/2014/main" id="{40168D5F-5F1D-4E42-B854-B804DAF97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9" y="2457"/>
              <a:ext cx="554" cy="0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75" name="Group 72">
            <a:extLst>
              <a:ext uri="{FF2B5EF4-FFF2-40B4-BE49-F238E27FC236}">
                <a16:creationId xmlns:a16="http://schemas.microsoft.com/office/drawing/2014/main" id="{534552AA-F9C1-4E6B-A36C-FA497B043553}"/>
              </a:ext>
            </a:extLst>
          </p:cNvPr>
          <p:cNvGrpSpPr>
            <a:grpSpLocks/>
          </p:cNvGrpSpPr>
          <p:nvPr/>
        </p:nvGrpSpPr>
        <p:grpSpPr bwMode="auto">
          <a:xfrm>
            <a:off x="4062413" y="2968625"/>
            <a:ext cx="1033462" cy="3175"/>
            <a:chOff x="2559" y="1870"/>
            <a:chExt cx="651" cy="2"/>
          </a:xfrm>
        </p:grpSpPr>
        <p:sp>
          <p:nvSpPr>
            <p:cNvPr id="5276" name="Line 73">
              <a:extLst>
                <a:ext uri="{FF2B5EF4-FFF2-40B4-BE49-F238E27FC236}">
                  <a16:creationId xmlns:a16="http://schemas.microsoft.com/office/drawing/2014/main" id="{C907438B-EA05-4D38-817F-2C0C522CF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9" y="1872"/>
              <a:ext cx="275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77" name="Line 74">
              <a:extLst>
                <a:ext uri="{FF2B5EF4-FFF2-40B4-BE49-F238E27FC236}">
                  <a16:creationId xmlns:a16="http://schemas.microsoft.com/office/drawing/2014/main" id="{EDDBFCB7-2BD1-4986-8CDA-A3E0D3F76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4" y="1872"/>
              <a:ext cx="43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78" name="Line 75">
              <a:extLst>
                <a:ext uri="{FF2B5EF4-FFF2-40B4-BE49-F238E27FC236}">
                  <a16:creationId xmlns:a16="http://schemas.microsoft.com/office/drawing/2014/main" id="{123785BA-0F9E-42CC-9585-02E647F63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3" y="1870"/>
              <a:ext cx="227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5279" name="Line 76">
            <a:extLst>
              <a:ext uri="{FF2B5EF4-FFF2-40B4-BE49-F238E27FC236}">
                <a16:creationId xmlns:a16="http://schemas.microsoft.com/office/drawing/2014/main" id="{DE994209-A456-4F1F-BDF2-5A741C008D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638" y="2968625"/>
            <a:ext cx="139858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280" name="Group 77">
            <a:extLst>
              <a:ext uri="{FF2B5EF4-FFF2-40B4-BE49-F238E27FC236}">
                <a16:creationId xmlns:a16="http://schemas.microsoft.com/office/drawing/2014/main" id="{911F4151-B440-4C36-8585-216A8EF4ED94}"/>
              </a:ext>
            </a:extLst>
          </p:cNvPr>
          <p:cNvGrpSpPr>
            <a:grpSpLocks/>
          </p:cNvGrpSpPr>
          <p:nvPr/>
        </p:nvGrpSpPr>
        <p:grpSpPr bwMode="auto">
          <a:xfrm>
            <a:off x="2303463" y="2730500"/>
            <a:ext cx="1855787" cy="476250"/>
            <a:chOff x="1451" y="1720"/>
            <a:chExt cx="1169" cy="300"/>
          </a:xfrm>
        </p:grpSpPr>
        <p:sp>
          <p:nvSpPr>
            <p:cNvPr id="5281" name="Line 78">
              <a:extLst>
                <a:ext uri="{FF2B5EF4-FFF2-40B4-BE49-F238E27FC236}">
                  <a16:creationId xmlns:a16="http://schemas.microsoft.com/office/drawing/2014/main" id="{E725E091-751E-4FEC-B218-C63D46E1E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1720"/>
              <a:ext cx="1162" cy="0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82" name="Line 79">
              <a:extLst>
                <a:ext uri="{FF2B5EF4-FFF2-40B4-BE49-F238E27FC236}">
                  <a16:creationId xmlns:a16="http://schemas.microsoft.com/office/drawing/2014/main" id="{0DC451D9-91F4-4B60-9409-87D8E4C1F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3" y="2020"/>
              <a:ext cx="1167" cy="0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283" name="Line 80">
            <a:extLst>
              <a:ext uri="{FF2B5EF4-FFF2-40B4-BE49-F238E27FC236}">
                <a16:creationId xmlns:a16="http://schemas.microsoft.com/office/drawing/2014/main" id="{F757F020-62F6-4811-A181-466319538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6638" y="2276475"/>
            <a:ext cx="22558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284" name="Line 81">
            <a:extLst>
              <a:ext uri="{FF2B5EF4-FFF2-40B4-BE49-F238E27FC236}">
                <a16:creationId xmlns:a16="http://schemas.microsoft.com/office/drawing/2014/main" id="{61B1F410-DBDD-49D1-9FCF-A847C2193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6638" y="1857375"/>
            <a:ext cx="1841500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285" name="Line 82">
            <a:extLst>
              <a:ext uri="{FF2B5EF4-FFF2-40B4-BE49-F238E27FC236}">
                <a16:creationId xmlns:a16="http://schemas.microsoft.com/office/drawing/2014/main" id="{582DDB96-4E90-451A-A4F5-E794A5897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2968625"/>
            <a:ext cx="0" cy="922338"/>
          </a:xfrm>
          <a:prstGeom prst="line">
            <a:avLst/>
          </a:prstGeom>
          <a:noFill/>
          <a:ln w="38100" cap="flat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286" name="Line 83">
            <a:extLst>
              <a:ext uri="{FF2B5EF4-FFF2-40B4-BE49-F238E27FC236}">
                <a16:creationId xmlns:a16="http://schemas.microsoft.com/office/drawing/2014/main" id="{CF9B1BD5-242B-473D-8F64-00ADEEA79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363" y="2968625"/>
            <a:ext cx="1622425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287" name="Group 84">
            <a:extLst>
              <a:ext uri="{FF2B5EF4-FFF2-40B4-BE49-F238E27FC236}">
                <a16:creationId xmlns:a16="http://schemas.microsoft.com/office/drawing/2014/main" id="{E43FA563-F796-4119-9166-CEDB9963AF37}"/>
              </a:ext>
            </a:extLst>
          </p:cNvPr>
          <p:cNvGrpSpPr>
            <a:grpSpLocks/>
          </p:cNvGrpSpPr>
          <p:nvPr/>
        </p:nvGrpSpPr>
        <p:grpSpPr bwMode="auto">
          <a:xfrm>
            <a:off x="4900613" y="2955925"/>
            <a:ext cx="392112" cy="944563"/>
            <a:chOff x="3087" y="1862"/>
            <a:chExt cx="247" cy="595"/>
          </a:xfrm>
        </p:grpSpPr>
        <p:sp>
          <p:nvSpPr>
            <p:cNvPr id="5288" name="Line 85">
              <a:extLst>
                <a:ext uri="{FF2B5EF4-FFF2-40B4-BE49-F238E27FC236}">
                  <a16:creationId xmlns:a16="http://schemas.microsoft.com/office/drawing/2014/main" id="{3B30D750-400C-49EB-95D4-49CE93B15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7" y="1872"/>
              <a:ext cx="247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89" name="Line 86">
              <a:extLst>
                <a:ext uri="{FF2B5EF4-FFF2-40B4-BE49-F238E27FC236}">
                  <a16:creationId xmlns:a16="http://schemas.microsoft.com/office/drawing/2014/main" id="{C5939E79-8377-4573-9C2F-8E8EC65F6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862"/>
              <a:ext cx="0" cy="589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90" name="Line 87">
              <a:extLst>
                <a:ext uri="{FF2B5EF4-FFF2-40B4-BE49-F238E27FC236}">
                  <a16:creationId xmlns:a16="http://schemas.microsoft.com/office/drawing/2014/main" id="{0D858387-C652-4F12-A70B-220166407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9" y="2457"/>
              <a:ext cx="245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291" name="Line 88">
            <a:extLst>
              <a:ext uri="{FF2B5EF4-FFF2-40B4-BE49-F238E27FC236}">
                <a16:creationId xmlns:a16="http://schemas.microsoft.com/office/drawing/2014/main" id="{B770434B-A52E-4576-A208-6FE7055C6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0675" y="3519488"/>
            <a:ext cx="2060575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292" name="Line 89">
            <a:extLst>
              <a:ext uri="{FF2B5EF4-FFF2-40B4-BE49-F238E27FC236}">
                <a16:creationId xmlns:a16="http://schemas.microsoft.com/office/drawing/2014/main" id="{9BECD557-2C88-462F-BF43-4A7FF7496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2940050"/>
            <a:ext cx="0" cy="59055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293" name="Group 90">
            <a:extLst>
              <a:ext uri="{FF2B5EF4-FFF2-40B4-BE49-F238E27FC236}">
                <a16:creationId xmlns:a16="http://schemas.microsoft.com/office/drawing/2014/main" id="{BB27CBF2-01A0-4739-A966-6FF0C9BD3855}"/>
              </a:ext>
            </a:extLst>
          </p:cNvPr>
          <p:cNvGrpSpPr>
            <a:grpSpLocks/>
          </p:cNvGrpSpPr>
          <p:nvPr/>
        </p:nvGrpSpPr>
        <p:grpSpPr bwMode="auto">
          <a:xfrm>
            <a:off x="4148138" y="1268413"/>
            <a:ext cx="1144587" cy="2622550"/>
            <a:chOff x="2613" y="805"/>
            <a:chExt cx="721" cy="1652"/>
          </a:xfrm>
        </p:grpSpPr>
        <p:sp>
          <p:nvSpPr>
            <p:cNvPr id="5294" name="Line 91">
              <a:extLst>
                <a:ext uri="{FF2B5EF4-FFF2-40B4-BE49-F238E27FC236}">
                  <a16:creationId xmlns:a16="http://schemas.microsoft.com/office/drawing/2014/main" id="{C5ABEE8F-2BA8-4261-8A70-66C921D90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3" y="805"/>
              <a:ext cx="0" cy="165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95" name="Line 92">
              <a:extLst>
                <a:ext uri="{FF2B5EF4-FFF2-40B4-BE49-F238E27FC236}">
                  <a16:creationId xmlns:a16="http://schemas.microsoft.com/office/drawing/2014/main" id="{B9AE25C2-7062-4AD0-9950-7C8715487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3" y="2451"/>
              <a:ext cx="72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96" name="Line 93">
              <a:extLst>
                <a:ext uri="{FF2B5EF4-FFF2-40B4-BE49-F238E27FC236}">
                  <a16:creationId xmlns:a16="http://schemas.microsoft.com/office/drawing/2014/main" id="{9EF03C23-1622-45D1-91C1-84C44895A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1870"/>
              <a:ext cx="0" cy="58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97" name="Line 94">
              <a:extLst>
                <a:ext uri="{FF2B5EF4-FFF2-40B4-BE49-F238E27FC236}">
                  <a16:creationId xmlns:a16="http://schemas.microsoft.com/office/drawing/2014/main" id="{426DC96B-A003-472B-927C-DE687A878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9" y="1870"/>
              <a:ext cx="245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98" name="Line 95">
              <a:extLst>
                <a:ext uri="{FF2B5EF4-FFF2-40B4-BE49-F238E27FC236}">
                  <a16:creationId xmlns:a16="http://schemas.microsoft.com/office/drawing/2014/main" id="{4D18A05E-1B36-42A4-B7F0-1CFABECB0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9" y="805"/>
              <a:ext cx="0" cy="106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299" name="Line 96">
              <a:extLst>
                <a:ext uri="{FF2B5EF4-FFF2-40B4-BE49-F238E27FC236}">
                  <a16:creationId xmlns:a16="http://schemas.microsoft.com/office/drawing/2014/main" id="{324A6D76-B6BF-40E4-B175-91CADE019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3" y="805"/>
              <a:ext cx="476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 useBgFill="1">
        <p:nvSpPr>
          <p:cNvPr id="5300" name="Freeform 97">
            <a:extLst>
              <a:ext uri="{FF2B5EF4-FFF2-40B4-BE49-F238E27FC236}">
                <a16:creationId xmlns:a16="http://schemas.microsoft.com/office/drawing/2014/main" id="{B75258A9-C106-4ED3-97D0-04AC77F92736}"/>
              </a:ext>
            </a:extLst>
          </p:cNvPr>
          <p:cNvSpPr>
            <a:spLocks/>
          </p:cNvSpPr>
          <p:nvPr/>
        </p:nvSpPr>
        <p:spPr bwMode="auto">
          <a:xfrm>
            <a:off x="6383338" y="1131888"/>
            <a:ext cx="1095375" cy="638175"/>
          </a:xfrm>
          <a:custGeom>
            <a:avLst/>
            <a:gdLst>
              <a:gd name="T0" fmla="*/ 126 w 690"/>
              <a:gd name="T1" fmla="*/ 126 h 402"/>
              <a:gd name="T2" fmla="*/ 0 w 690"/>
              <a:gd name="T3" fmla="*/ 0 h 402"/>
              <a:gd name="T4" fmla="*/ 648 w 690"/>
              <a:gd name="T5" fmla="*/ 0 h 402"/>
              <a:gd name="T6" fmla="*/ 690 w 690"/>
              <a:gd name="T7" fmla="*/ 42 h 402"/>
              <a:gd name="T8" fmla="*/ 660 w 690"/>
              <a:gd name="T9" fmla="*/ 186 h 402"/>
              <a:gd name="T10" fmla="*/ 582 w 690"/>
              <a:gd name="T11" fmla="*/ 312 h 402"/>
              <a:gd name="T12" fmla="*/ 486 w 690"/>
              <a:gd name="T13" fmla="*/ 378 h 402"/>
              <a:gd name="T14" fmla="*/ 384 w 690"/>
              <a:gd name="T15" fmla="*/ 396 h 402"/>
              <a:gd name="T16" fmla="*/ 252 w 690"/>
              <a:gd name="T17" fmla="*/ 402 h 402"/>
              <a:gd name="T18" fmla="*/ 187 w 690"/>
              <a:gd name="T19" fmla="*/ 323 h 402"/>
              <a:gd name="T20" fmla="*/ 159 w 690"/>
              <a:gd name="T21" fmla="*/ 243 h 402"/>
              <a:gd name="T22" fmla="*/ 126 w 690"/>
              <a:gd name="T23" fmla="*/ 126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90" h="402">
                <a:moveTo>
                  <a:pt x="126" y="126"/>
                </a:moveTo>
                <a:lnTo>
                  <a:pt x="0" y="0"/>
                </a:lnTo>
                <a:lnTo>
                  <a:pt x="648" y="0"/>
                </a:lnTo>
                <a:lnTo>
                  <a:pt x="690" y="42"/>
                </a:lnTo>
                <a:lnTo>
                  <a:pt x="660" y="186"/>
                </a:lnTo>
                <a:lnTo>
                  <a:pt x="582" y="312"/>
                </a:lnTo>
                <a:lnTo>
                  <a:pt x="486" y="378"/>
                </a:lnTo>
                <a:lnTo>
                  <a:pt x="384" y="396"/>
                </a:lnTo>
                <a:lnTo>
                  <a:pt x="252" y="402"/>
                </a:lnTo>
                <a:lnTo>
                  <a:pt x="187" y="323"/>
                </a:lnTo>
                <a:lnTo>
                  <a:pt x="159" y="243"/>
                </a:lnTo>
                <a:lnTo>
                  <a:pt x="126" y="126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301" name="Group 98">
            <a:extLst>
              <a:ext uri="{FF2B5EF4-FFF2-40B4-BE49-F238E27FC236}">
                <a16:creationId xmlns:a16="http://schemas.microsoft.com/office/drawing/2014/main" id="{46AF0835-5067-44E7-806D-EE751E058481}"/>
              </a:ext>
            </a:extLst>
          </p:cNvPr>
          <p:cNvGrpSpPr>
            <a:grpSpLocks/>
          </p:cNvGrpSpPr>
          <p:nvPr/>
        </p:nvGrpSpPr>
        <p:grpSpPr bwMode="auto">
          <a:xfrm>
            <a:off x="6088063" y="1201738"/>
            <a:ext cx="1993900" cy="2832100"/>
            <a:chOff x="3835" y="757"/>
            <a:chExt cx="1256" cy="1784"/>
          </a:xfrm>
        </p:grpSpPr>
        <p:sp>
          <p:nvSpPr>
            <p:cNvPr id="5302" name="Freeform 99">
              <a:extLst>
                <a:ext uri="{FF2B5EF4-FFF2-40B4-BE49-F238E27FC236}">
                  <a16:creationId xmlns:a16="http://schemas.microsoft.com/office/drawing/2014/main" id="{267239FD-BD1D-4AD9-9876-DFC75366E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757"/>
              <a:ext cx="160" cy="1784"/>
            </a:xfrm>
            <a:custGeom>
              <a:avLst/>
              <a:gdLst>
                <a:gd name="T0" fmla="*/ 0 w 160"/>
                <a:gd name="T1" fmla="*/ 0 h 1784"/>
                <a:gd name="T2" fmla="*/ 0 w 160"/>
                <a:gd name="T3" fmla="*/ 1624 h 1784"/>
                <a:gd name="T4" fmla="*/ 160 w 160"/>
                <a:gd name="T5" fmla="*/ 1784 h 1784"/>
                <a:gd name="T6" fmla="*/ 160 w 160"/>
                <a:gd name="T7" fmla="*/ 136 h 1784"/>
                <a:gd name="T8" fmla="*/ 0 w 160"/>
                <a:gd name="T9" fmla="*/ 0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1784">
                  <a:moveTo>
                    <a:pt x="0" y="0"/>
                  </a:moveTo>
                  <a:lnTo>
                    <a:pt x="0" y="1624"/>
                  </a:lnTo>
                  <a:lnTo>
                    <a:pt x="160" y="1784"/>
                  </a:lnTo>
                  <a:lnTo>
                    <a:pt x="160" y="13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18"/>
                </a:gs>
                <a:gs pos="100000">
                  <a:srgbClr val="FF9933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303" name="Freeform 100">
              <a:extLst>
                <a:ext uri="{FF2B5EF4-FFF2-40B4-BE49-F238E27FC236}">
                  <a16:creationId xmlns:a16="http://schemas.microsoft.com/office/drawing/2014/main" id="{82F724C6-9086-4DED-A1B1-12FF9D026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757"/>
              <a:ext cx="1256" cy="161"/>
            </a:xfrm>
            <a:custGeom>
              <a:avLst/>
              <a:gdLst>
                <a:gd name="T0" fmla="*/ 0 w 1256"/>
                <a:gd name="T1" fmla="*/ 0 h 161"/>
                <a:gd name="T2" fmla="*/ 1104 w 1256"/>
                <a:gd name="T3" fmla="*/ 0 h 161"/>
                <a:gd name="T4" fmla="*/ 1256 w 1256"/>
                <a:gd name="T5" fmla="*/ 160 h 161"/>
                <a:gd name="T6" fmla="*/ 162 w 1256"/>
                <a:gd name="T7" fmla="*/ 161 h 161"/>
                <a:gd name="T8" fmla="*/ 0 w 1256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6" h="161">
                  <a:moveTo>
                    <a:pt x="0" y="0"/>
                  </a:moveTo>
                  <a:lnTo>
                    <a:pt x="1104" y="0"/>
                  </a:lnTo>
                  <a:lnTo>
                    <a:pt x="1256" y="160"/>
                  </a:lnTo>
                  <a:lnTo>
                    <a:pt x="162" y="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5304" name="Group 101">
              <a:extLst>
                <a:ext uri="{FF2B5EF4-FFF2-40B4-BE49-F238E27FC236}">
                  <a16:creationId xmlns:a16="http://schemas.microsoft.com/office/drawing/2014/main" id="{7894B134-26BB-488D-8A4C-4A7D97397F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" y="915"/>
              <a:ext cx="1104" cy="1611"/>
              <a:chOff x="1710" y="1118"/>
              <a:chExt cx="1104" cy="1611"/>
            </a:xfrm>
          </p:grpSpPr>
          <p:sp>
            <p:nvSpPr>
              <p:cNvPr id="5305" name="Rectangle 102">
                <a:extLst>
                  <a:ext uri="{FF2B5EF4-FFF2-40B4-BE49-F238E27FC236}">
                    <a16:creationId xmlns:a16="http://schemas.microsoft.com/office/drawing/2014/main" id="{C2798295-C342-4EEF-BACB-C63690EF5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0" y="1779"/>
                <a:ext cx="1105" cy="288"/>
              </a:xfrm>
              <a:prstGeom prst="rect">
                <a:avLst/>
              </a:prstGeom>
              <a:solidFill>
                <a:srgbClr val="FFCC66"/>
              </a:solidFill>
              <a:ln w="19050" cap="flat" algn="ctr">
                <a:solidFill>
                  <a:srgbClr val="FFCC66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grpSp>
            <p:nvGrpSpPr>
              <p:cNvPr id="5306" name="Group 103">
                <a:extLst>
                  <a:ext uri="{FF2B5EF4-FFF2-40B4-BE49-F238E27FC236}">
                    <a16:creationId xmlns:a16="http://schemas.microsoft.com/office/drawing/2014/main" id="{AAB24C26-7039-4C10-B751-656F9944B8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7" y="2047"/>
                <a:ext cx="266" cy="266"/>
                <a:chOff x="2157" y="2047"/>
                <a:chExt cx="266" cy="266"/>
              </a:xfrm>
            </p:grpSpPr>
            <p:sp>
              <p:nvSpPr>
                <p:cNvPr id="5307" name="Oval 104">
                  <a:extLst>
                    <a:ext uri="{FF2B5EF4-FFF2-40B4-BE49-F238E27FC236}">
                      <a16:creationId xmlns:a16="http://schemas.microsoft.com/office/drawing/2014/main" id="{FFDBB28F-F0D7-40B5-B163-CCEAA815F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7" y="2047"/>
                  <a:ext cx="266" cy="26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5E4700"/>
                    </a:gs>
                    <a:gs pos="50000">
                      <a:srgbClr val="CC9900"/>
                    </a:gs>
                    <a:gs pos="100000">
                      <a:srgbClr val="5E4700"/>
                    </a:gs>
                  </a:gsLst>
                  <a:lin ang="189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algn="ctr" eaLnBrk="0" hangingPunct="0"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2400" b="1"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0000"/>
                    </a:solidFill>
                    <a:ea typeface="等线" panose="02010600030101010101" pitchFamily="2" charset="-122"/>
                  </a:endParaRPr>
                </a:p>
              </p:txBody>
            </p:sp>
            <p:sp useBgFill="1">
              <p:nvSpPr>
                <p:cNvPr id="5308" name="Freeform 105">
                  <a:extLst>
                    <a:ext uri="{FF2B5EF4-FFF2-40B4-BE49-F238E27FC236}">
                      <a16:creationId xmlns:a16="http://schemas.microsoft.com/office/drawing/2014/main" id="{DC863C66-232D-4181-A72D-EB05A1E4BE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8" y="2055"/>
                  <a:ext cx="93" cy="116"/>
                </a:xfrm>
                <a:custGeom>
                  <a:avLst/>
                  <a:gdLst>
                    <a:gd name="T0" fmla="*/ 93 w 93"/>
                    <a:gd name="T1" fmla="*/ 0 h 116"/>
                    <a:gd name="T2" fmla="*/ 79 w 93"/>
                    <a:gd name="T3" fmla="*/ 48 h 116"/>
                    <a:gd name="T4" fmla="*/ 62 w 93"/>
                    <a:gd name="T5" fmla="*/ 72 h 116"/>
                    <a:gd name="T6" fmla="*/ 36 w 93"/>
                    <a:gd name="T7" fmla="*/ 99 h 116"/>
                    <a:gd name="T8" fmla="*/ 0 w 93"/>
                    <a:gd name="T9" fmla="*/ 116 h 116"/>
                    <a:gd name="T10" fmla="*/ 7 w 93"/>
                    <a:gd name="T11" fmla="*/ 80 h 116"/>
                    <a:gd name="T12" fmla="*/ 26 w 93"/>
                    <a:gd name="T13" fmla="*/ 44 h 116"/>
                    <a:gd name="T14" fmla="*/ 52 w 93"/>
                    <a:gd name="T15" fmla="*/ 17 h 116"/>
                    <a:gd name="T16" fmla="*/ 93 w 93"/>
                    <a:gd name="T17" fmla="*/ 0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3" h="116">
                      <a:moveTo>
                        <a:pt x="93" y="0"/>
                      </a:moveTo>
                      <a:lnTo>
                        <a:pt x="79" y="48"/>
                      </a:lnTo>
                      <a:lnTo>
                        <a:pt x="62" y="72"/>
                      </a:lnTo>
                      <a:lnTo>
                        <a:pt x="36" y="99"/>
                      </a:lnTo>
                      <a:lnTo>
                        <a:pt x="0" y="116"/>
                      </a:lnTo>
                      <a:lnTo>
                        <a:pt x="7" y="80"/>
                      </a:lnTo>
                      <a:lnTo>
                        <a:pt x="26" y="44"/>
                      </a:lnTo>
                      <a:lnTo>
                        <a:pt x="52" y="17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09" name="Group 106">
            <a:extLst>
              <a:ext uri="{FF2B5EF4-FFF2-40B4-BE49-F238E27FC236}">
                <a16:creationId xmlns:a16="http://schemas.microsoft.com/office/drawing/2014/main" id="{A5E4FD18-7722-40D1-8A23-9DB1D7DAB558}"/>
              </a:ext>
            </a:extLst>
          </p:cNvPr>
          <p:cNvGrpSpPr>
            <a:grpSpLocks/>
          </p:cNvGrpSpPr>
          <p:nvPr/>
        </p:nvGrpSpPr>
        <p:grpSpPr bwMode="auto">
          <a:xfrm>
            <a:off x="6219825" y="1325563"/>
            <a:ext cx="1876425" cy="1104900"/>
            <a:chOff x="3918" y="835"/>
            <a:chExt cx="1182" cy="696"/>
          </a:xfrm>
        </p:grpSpPr>
        <p:sp>
          <p:nvSpPr>
            <p:cNvPr id="5310" name="Freeform 107">
              <a:extLst>
                <a:ext uri="{FF2B5EF4-FFF2-40B4-BE49-F238E27FC236}">
                  <a16:creationId xmlns:a16="http://schemas.microsoft.com/office/drawing/2014/main" id="{71E4A434-0DB7-44AE-9150-D0134956D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844"/>
              <a:ext cx="1094" cy="601"/>
            </a:xfrm>
            <a:custGeom>
              <a:avLst/>
              <a:gdLst>
                <a:gd name="T0" fmla="*/ 0 w 1094"/>
                <a:gd name="T1" fmla="*/ 2 h 601"/>
                <a:gd name="T2" fmla="*/ 1094 w 1094"/>
                <a:gd name="T3" fmla="*/ 0 h 601"/>
                <a:gd name="T4" fmla="*/ 1078 w 1094"/>
                <a:gd name="T5" fmla="*/ 76 h 601"/>
                <a:gd name="T6" fmla="*/ 1058 w 1094"/>
                <a:gd name="T7" fmla="*/ 160 h 601"/>
                <a:gd name="T8" fmla="*/ 1020 w 1094"/>
                <a:gd name="T9" fmla="*/ 279 h 601"/>
                <a:gd name="T10" fmla="*/ 972 w 1094"/>
                <a:gd name="T11" fmla="*/ 366 h 601"/>
                <a:gd name="T12" fmla="*/ 920 w 1094"/>
                <a:gd name="T13" fmla="*/ 433 h 601"/>
                <a:gd name="T14" fmla="*/ 852 w 1094"/>
                <a:gd name="T15" fmla="*/ 495 h 601"/>
                <a:gd name="T16" fmla="*/ 783 w 1094"/>
                <a:gd name="T17" fmla="*/ 541 h 601"/>
                <a:gd name="T18" fmla="*/ 674 w 1094"/>
                <a:gd name="T19" fmla="*/ 584 h 601"/>
                <a:gd name="T20" fmla="*/ 557 w 1094"/>
                <a:gd name="T21" fmla="*/ 601 h 601"/>
                <a:gd name="T22" fmla="*/ 435 w 1094"/>
                <a:gd name="T23" fmla="*/ 586 h 601"/>
                <a:gd name="T24" fmla="*/ 347 w 1094"/>
                <a:gd name="T25" fmla="*/ 555 h 601"/>
                <a:gd name="T26" fmla="*/ 257 w 1094"/>
                <a:gd name="T27" fmla="*/ 505 h 601"/>
                <a:gd name="T28" fmla="*/ 209 w 1094"/>
                <a:gd name="T29" fmla="*/ 461 h 601"/>
                <a:gd name="T30" fmla="*/ 141 w 1094"/>
                <a:gd name="T31" fmla="*/ 393 h 601"/>
                <a:gd name="T32" fmla="*/ 107 w 1094"/>
                <a:gd name="T33" fmla="*/ 308 h 601"/>
                <a:gd name="T34" fmla="*/ 84 w 1094"/>
                <a:gd name="T35" fmla="*/ 226 h 601"/>
                <a:gd name="T36" fmla="*/ 63 w 1094"/>
                <a:gd name="T37" fmla="*/ 83 h 601"/>
                <a:gd name="T38" fmla="*/ 0 w 1094"/>
                <a:gd name="T39" fmla="*/ 2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94" h="601">
                  <a:moveTo>
                    <a:pt x="0" y="2"/>
                  </a:moveTo>
                  <a:lnTo>
                    <a:pt x="1094" y="0"/>
                  </a:lnTo>
                  <a:lnTo>
                    <a:pt x="1078" y="76"/>
                  </a:lnTo>
                  <a:lnTo>
                    <a:pt x="1058" y="160"/>
                  </a:lnTo>
                  <a:lnTo>
                    <a:pt x="1020" y="279"/>
                  </a:lnTo>
                  <a:lnTo>
                    <a:pt x="972" y="366"/>
                  </a:lnTo>
                  <a:lnTo>
                    <a:pt x="920" y="433"/>
                  </a:lnTo>
                  <a:lnTo>
                    <a:pt x="852" y="495"/>
                  </a:lnTo>
                  <a:lnTo>
                    <a:pt x="783" y="541"/>
                  </a:lnTo>
                  <a:lnTo>
                    <a:pt x="674" y="584"/>
                  </a:lnTo>
                  <a:lnTo>
                    <a:pt x="557" y="601"/>
                  </a:lnTo>
                  <a:lnTo>
                    <a:pt x="435" y="586"/>
                  </a:lnTo>
                  <a:lnTo>
                    <a:pt x="347" y="555"/>
                  </a:lnTo>
                  <a:lnTo>
                    <a:pt x="257" y="505"/>
                  </a:lnTo>
                  <a:lnTo>
                    <a:pt x="209" y="461"/>
                  </a:lnTo>
                  <a:lnTo>
                    <a:pt x="141" y="393"/>
                  </a:lnTo>
                  <a:lnTo>
                    <a:pt x="107" y="308"/>
                  </a:lnTo>
                  <a:lnTo>
                    <a:pt x="84" y="226"/>
                  </a:lnTo>
                  <a:lnTo>
                    <a:pt x="63" y="83"/>
                  </a:lnTo>
                  <a:lnTo>
                    <a:pt x="0" y="2"/>
                  </a:lnTo>
                  <a:close/>
                </a:path>
              </a:pathLst>
            </a:custGeom>
            <a:gradFill rotWithShape="0">
              <a:gsLst>
                <a:gs pos="0">
                  <a:srgbClr val="967800"/>
                </a:gs>
                <a:gs pos="100000">
                  <a:srgbClr val="FFCC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11" name="Freeform 108">
              <a:extLst>
                <a:ext uri="{FF2B5EF4-FFF2-40B4-BE49-F238E27FC236}">
                  <a16:creationId xmlns:a16="http://schemas.microsoft.com/office/drawing/2014/main" id="{91167B21-BABF-4221-86DB-FB0777978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835"/>
              <a:ext cx="1030" cy="696"/>
            </a:xfrm>
            <a:custGeom>
              <a:avLst/>
              <a:gdLst>
                <a:gd name="T0" fmla="*/ 0 w 1030"/>
                <a:gd name="T1" fmla="*/ 411 h 696"/>
                <a:gd name="T2" fmla="*/ 52 w 1030"/>
                <a:gd name="T3" fmla="*/ 461 h 696"/>
                <a:gd name="T4" fmla="*/ 105 w 1030"/>
                <a:gd name="T5" fmla="*/ 502 h 696"/>
                <a:gd name="T6" fmla="*/ 148 w 1030"/>
                <a:gd name="T7" fmla="*/ 531 h 696"/>
                <a:gd name="T8" fmla="*/ 206 w 1030"/>
                <a:gd name="T9" fmla="*/ 562 h 696"/>
                <a:gd name="T10" fmla="*/ 268 w 1030"/>
                <a:gd name="T11" fmla="*/ 586 h 696"/>
                <a:gd name="T12" fmla="*/ 321 w 1030"/>
                <a:gd name="T13" fmla="*/ 595 h 696"/>
                <a:gd name="T14" fmla="*/ 384 w 1030"/>
                <a:gd name="T15" fmla="*/ 600 h 696"/>
                <a:gd name="T16" fmla="*/ 475 w 1030"/>
                <a:gd name="T17" fmla="*/ 591 h 696"/>
                <a:gd name="T18" fmla="*/ 556 w 1030"/>
                <a:gd name="T19" fmla="*/ 576 h 696"/>
                <a:gd name="T20" fmla="*/ 604 w 1030"/>
                <a:gd name="T21" fmla="*/ 557 h 696"/>
                <a:gd name="T22" fmla="*/ 667 w 1030"/>
                <a:gd name="T23" fmla="*/ 523 h 696"/>
                <a:gd name="T24" fmla="*/ 720 w 1030"/>
                <a:gd name="T25" fmla="*/ 480 h 696"/>
                <a:gd name="T26" fmla="*/ 763 w 1030"/>
                <a:gd name="T27" fmla="*/ 437 h 696"/>
                <a:gd name="T28" fmla="*/ 806 w 1030"/>
                <a:gd name="T29" fmla="*/ 379 h 696"/>
                <a:gd name="T30" fmla="*/ 846 w 1030"/>
                <a:gd name="T31" fmla="*/ 321 h 696"/>
                <a:gd name="T32" fmla="*/ 890 w 1030"/>
                <a:gd name="T33" fmla="*/ 221 h 696"/>
                <a:gd name="T34" fmla="*/ 914 w 1030"/>
                <a:gd name="T35" fmla="*/ 133 h 696"/>
                <a:gd name="T36" fmla="*/ 929 w 1030"/>
                <a:gd name="T37" fmla="*/ 77 h 696"/>
                <a:gd name="T38" fmla="*/ 945 w 1030"/>
                <a:gd name="T39" fmla="*/ 0 h 696"/>
                <a:gd name="T40" fmla="*/ 1030 w 1030"/>
                <a:gd name="T41" fmla="*/ 77 h 696"/>
                <a:gd name="T42" fmla="*/ 1018 w 1030"/>
                <a:gd name="T43" fmla="*/ 165 h 696"/>
                <a:gd name="T44" fmla="*/ 1002 w 1030"/>
                <a:gd name="T45" fmla="*/ 237 h 696"/>
                <a:gd name="T46" fmla="*/ 978 w 1030"/>
                <a:gd name="T47" fmla="*/ 309 h 696"/>
                <a:gd name="T48" fmla="*/ 940 w 1030"/>
                <a:gd name="T49" fmla="*/ 384 h 696"/>
                <a:gd name="T50" fmla="*/ 916 w 1030"/>
                <a:gd name="T51" fmla="*/ 437 h 696"/>
                <a:gd name="T52" fmla="*/ 873 w 1030"/>
                <a:gd name="T53" fmla="*/ 495 h 696"/>
                <a:gd name="T54" fmla="*/ 825 w 1030"/>
                <a:gd name="T55" fmla="*/ 547 h 696"/>
                <a:gd name="T56" fmla="*/ 768 w 1030"/>
                <a:gd name="T57" fmla="*/ 591 h 696"/>
                <a:gd name="T58" fmla="*/ 715 w 1030"/>
                <a:gd name="T59" fmla="*/ 624 h 696"/>
                <a:gd name="T60" fmla="*/ 648 w 1030"/>
                <a:gd name="T61" fmla="*/ 658 h 696"/>
                <a:gd name="T62" fmla="*/ 571 w 1030"/>
                <a:gd name="T63" fmla="*/ 682 h 696"/>
                <a:gd name="T64" fmla="*/ 480 w 1030"/>
                <a:gd name="T65" fmla="*/ 696 h 696"/>
                <a:gd name="T66" fmla="*/ 412 w 1030"/>
                <a:gd name="T67" fmla="*/ 691 h 696"/>
                <a:gd name="T68" fmla="*/ 326 w 1030"/>
                <a:gd name="T69" fmla="*/ 673 h 696"/>
                <a:gd name="T70" fmla="*/ 253 w 1030"/>
                <a:gd name="T71" fmla="*/ 644 h 696"/>
                <a:gd name="T72" fmla="*/ 195 w 1030"/>
                <a:gd name="T73" fmla="*/ 608 h 696"/>
                <a:gd name="T74" fmla="*/ 134 w 1030"/>
                <a:gd name="T75" fmla="*/ 562 h 696"/>
                <a:gd name="T76" fmla="*/ 91 w 1030"/>
                <a:gd name="T77" fmla="*/ 523 h 696"/>
                <a:gd name="T78" fmla="*/ 60 w 1030"/>
                <a:gd name="T79" fmla="*/ 492 h 696"/>
                <a:gd name="T80" fmla="*/ 21 w 1030"/>
                <a:gd name="T81" fmla="*/ 451 h 696"/>
                <a:gd name="T82" fmla="*/ 0 w 1030"/>
                <a:gd name="T83" fmla="*/ 411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30" h="696">
                  <a:moveTo>
                    <a:pt x="0" y="411"/>
                  </a:moveTo>
                  <a:lnTo>
                    <a:pt x="52" y="461"/>
                  </a:lnTo>
                  <a:lnTo>
                    <a:pt x="105" y="502"/>
                  </a:lnTo>
                  <a:lnTo>
                    <a:pt x="148" y="531"/>
                  </a:lnTo>
                  <a:lnTo>
                    <a:pt x="206" y="562"/>
                  </a:lnTo>
                  <a:lnTo>
                    <a:pt x="268" y="586"/>
                  </a:lnTo>
                  <a:lnTo>
                    <a:pt x="321" y="595"/>
                  </a:lnTo>
                  <a:lnTo>
                    <a:pt x="384" y="600"/>
                  </a:lnTo>
                  <a:lnTo>
                    <a:pt x="475" y="591"/>
                  </a:lnTo>
                  <a:lnTo>
                    <a:pt x="556" y="576"/>
                  </a:lnTo>
                  <a:lnTo>
                    <a:pt x="604" y="557"/>
                  </a:lnTo>
                  <a:lnTo>
                    <a:pt x="667" y="523"/>
                  </a:lnTo>
                  <a:lnTo>
                    <a:pt x="720" y="480"/>
                  </a:lnTo>
                  <a:lnTo>
                    <a:pt x="763" y="437"/>
                  </a:lnTo>
                  <a:lnTo>
                    <a:pt x="806" y="379"/>
                  </a:lnTo>
                  <a:lnTo>
                    <a:pt x="846" y="321"/>
                  </a:lnTo>
                  <a:lnTo>
                    <a:pt x="890" y="221"/>
                  </a:lnTo>
                  <a:lnTo>
                    <a:pt x="914" y="133"/>
                  </a:lnTo>
                  <a:lnTo>
                    <a:pt x="929" y="77"/>
                  </a:lnTo>
                  <a:lnTo>
                    <a:pt x="945" y="0"/>
                  </a:lnTo>
                  <a:lnTo>
                    <a:pt x="1030" y="77"/>
                  </a:lnTo>
                  <a:lnTo>
                    <a:pt x="1018" y="165"/>
                  </a:lnTo>
                  <a:lnTo>
                    <a:pt x="1002" y="237"/>
                  </a:lnTo>
                  <a:lnTo>
                    <a:pt x="978" y="309"/>
                  </a:lnTo>
                  <a:lnTo>
                    <a:pt x="940" y="384"/>
                  </a:lnTo>
                  <a:lnTo>
                    <a:pt x="916" y="437"/>
                  </a:lnTo>
                  <a:lnTo>
                    <a:pt x="873" y="495"/>
                  </a:lnTo>
                  <a:lnTo>
                    <a:pt x="825" y="547"/>
                  </a:lnTo>
                  <a:lnTo>
                    <a:pt x="768" y="591"/>
                  </a:lnTo>
                  <a:lnTo>
                    <a:pt x="715" y="624"/>
                  </a:lnTo>
                  <a:lnTo>
                    <a:pt x="648" y="658"/>
                  </a:lnTo>
                  <a:lnTo>
                    <a:pt x="571" y="682"/>
                  </a:lnTo>
                  <a:lnTo>
                    <a:pt x="480" y="696"/>
                  </a:lnTo>
                  <a:lnTo>
                    <a:pt x="412" y="691"/>
                  </a:lnTo>
                  <a:lnTo>
                    <a:pt x="326" y="673"/>
                  </a:lnTo>
                  <a:lnTo>
                    <a:pt x="253" y="644"/>
                  </a:lnTo>
                  <a:lnTo>
                    <a:pt x="195" y="608"/>
                  </a:lnTo>
                  <a:lnTo>
                    <a:pt x="134" y="562"/>
                  </a:lnTo>
                  <a:lnTo>
                    <a:pt x="91" y="523"/>
                  </a:lnTo>
                  <a:lnTo>
                    <a:pt x="60" y="492"/>
                  </a:lnTo>
                  <a:lnTo>
                    <a:pt x="21" y="451"/>
                  </a:lnTo>
                  <a:lnTo>
                    <a:pt x="0" y="411"/>
                  </a:lnTo>
                  <a:close/>
                </a:path>
              </a:pathLst>
            </a:custGeom>
            <a:gradFill rotWithShape="0">
              <a:gsLst>
                <a:gs pos="0">
                  <a:srgbClr val="957000"/>
                </a:gs>
                <a:gs pos="50000">
                  <a:srgbClr val="CC9900"/>
                </a:gs>
                <a:gs pos="100000">
                  <a:srgbClr val="9570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312" name="Group 109">
            <a:extLst>
              <a:ext uri="{FF2B5EF4-FFF2-40B4-BE49-F238E27FC236}">
                <a16:creationId xmlns:a16="http://schemas.microsoft.com/office/drawing/2014/main" id="{7B92BB39-8098-45AB-A65F-07CE30B6675D}"/>
              </a:ext>
            </a:extLst>
          </p:cNvPr>
          <p:cNvGrpSpPr>
            <a:grpSpLocks/>
          </p:cNvGrpSpPr>
          <p:nvPr/>
        </p:nvGrpSpPr>
        <p:grpSpPr bwMode="auto">
          <a:xfrm>
            <a:off x="6311900" y="3086100"/>
            <a:ext cx="1914525" cy="1066800"/>
            <a:chOff x="3971" y="1939"/>
            <a:chExt cx="1206" cy="672"/>
          </a:xfrm>
        </p:grpSpPr>
        <p:sp>
          <p:nvSpPr>
            <p:cNvPr id="5313" name="Freeform 110">
              <a:extLst>
                <a:ext uri="{FF2B5EF4-FFF2-40B4-BE49-F238E27FC236}">
                  <a16:creationId xmlns:a16="http://schemas.microsoft.com/office/drawing/2014/main" id="{A8EDF5AC-E785-4005-880C-F0BA7632E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2035"/>
              <a:ext cx="1114" cy="576"/>
            </a:xfrm>
            <a:custGeom>
              <a:avLst/>
              <a:gdLst>
                <a:gd name="T0" fmla="*/ 0 w 1114"/>
                <a:gd name="T1" fmla="*/ 0 h 576"/>
                <a:gd name="T2" fmla="*/ 4 w 1114"/>
                <a:gd name="T3" fmla="*/ 576 h 576"/>
                <a:gd name="T4" fmla="*/ 1114 w 1114"/>
                <a:gd name="T5" fmla="*/ 570 h 576"/>
                <a:gd name="T6" fmla="*/ 1114 w 1114"/>
                <a:gd name="T7" fmla="*/ 0 h 576"/>
                <a:gd name="T8" fmla="*/ 864 w 1114"/>
                <a:gd name="T9" fmla="*/ 0 h 576"/>
                <a:gd name="T10" fmla="*/ 864 w 1114"/>
                <a:gd name="T11" fmla="*/ 344 h 576"/>
                <a:gd name="T12" fmla="*/ 240 w 1114"/>
                <a:gd name="T13" fmla="*/ 345 h 576"/>
                <a:gd name="T14" fmla="*/ 240 w 1114"/>
                <a:gd name="T15" fmla="*/ 0 h 576"/>
                <a:gd name="T16" fmla="*/ 0 w 1114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4" h="576">
                  <a:moveTo>
                    <a:pt x="0" y="0"/>
                  </a:moveTo>
                  <a:lnTo>
                    <a:pt x="4" y="576"/>
                  </a:lnTo>
                  <a:lnTo>
                    <a:pt x="1114" y="570"/>
                  </a:lnTo>
                  <a:lnTo>
                    <a:pt x="1114" y="0"/>
                  </a:lnTo>
                  <a:lnTo>
                    <a:pt x="864" y="0"/>
                  </a:lnTo>
                  <a:lnTo>
                    <a:pt x="864" y="344"/>
                  </a:lnTo>
                  <a:lnTo>
                    <a:pt x="240" y="345"/>
                  </a:lnTo>
                  <a:lnTo>
                    <a:pt x="2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100000">
                  <a:srgbClr val="FF99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14" name="Freeform 111">
              <a:extLst>
                <a:ext uri="{FF2B5EF4-FFF2-40B4-BE49-F238E27FC236}">
                  <a16:creationId xmlns:a16="http://schemas.microsoft.com/office/drawing/2014/main" id="{A7DDEC7C-13B2-489B-A65A-2F16A5740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2304"/>
              <a:ext cx="629" cy="79"/>
            </a:xfrm>
            <a:custGeom>
              <a:avLst/>
              <a:gdLst>
                <a:gd name="T0" fmla="*/ 0 w 629"/>
                <a:gd name="T1" fmla="*/ 0 h 79"/>
                <a:gd name="T2" fmla="*/ 0 w 629"/>
                <a:gd name="T3" fmla="*/ 76 h 79"/>
                <a:gd name="T4" fmla="*/ 629 w 629"/>
                <a:gd name="T5" fmla="*/ 79 h 79"/>
                <a:gd name="T6" fmla="*/ 552 w 629"/>
                <a:gd name="T7" fmla="*/ 0 h 79"/>
                <a:gd name="T8" fmla="*/ 0 w 629"/>
                <a:gd name="T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9">
                  <a:moveTo>
                    <a:pt x="0" y="0"/>
                  </a:moveTo>
                  <a:lnTo>
                    <a:pt x="0" y="76"/>
                  </a:lnTo>
                  <a:lnTo>
                    <a:pt x="629" y="79"/>
                  </a:lnTo>
                  <a:lnTo>
                    <a:pt x="55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4700"/>
                </a:gs>
                <a:gs pos="100000">
                  <a:srgbClr val="CC99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15" name="Freeform 112">
              <a:extLst>
                <a:ext uri="{FF2B5EF4-FFF2-40B4-BE49-F238E27FC236}">
                  <a16:creationId xmlns:a16="http://schemas.microsoft.com/office/drawing/2014/main" id="{D5DC845B-24D1-442F-BDBE-82F33F054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" y="1944"/>
              <a:ext cx="330" cy="93"/>
            </a:xfrm>
            <a:custGeom>
              <a:avLst/>
              <a:gdLst>
                <a:gd name="T0" fmla="*/ 0 w 330"/>
                <a:gd name="T1" fmla="*/ 2 h 93"/>
                <a:gd name="T2" fmla="*/ 69 w 330"/>
                <a:gd name="T3" fmla="*/ 93 h 93"/>
                <a:gd name="T4" fmla="*/ 330 w 330"/>
                <a:gd name="T5" fmla="*/ 91 h 93"/>
                <a:gd name="T6" fmla="*/ 242 w 330"/>
                <a:gd name="T7" fmla="*/ 0 h 93"/>
                <a:gd name="T8" fmla="*/ 0 w 330"/>
                <a:gd name="T9" fmla="*/ 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93">
                  <a:moveTo>
                    <a:pt x="0" y="2"/>
                  </a:moveTo>
                  <a:lnTo>
                    <a:pt x="69" y="93"/>
                  </a:lnTo>
                  <a:lnTo>
                    <a:pt x="330" y="91"/>
                  </a:lnTo>
                  <a:lnTo>
                    <a:pt x="24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16" name="Freeform 113">
              <a:extLst>
                <a:ext uri="{FF2B5EF4-FFF2-40B4-BE49-F238E27FC236}">
                  <a16:creationId xmlns:a16="http://schemas.microsoft.com/office/drawing/2014/main" id="{38420AC4-587E-450F-90C1-4CF358468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951"/>
              <a:ext cx="310" cy="86"/>
            </a:xfrm>
            <a:custGeom>
              <a:avLst/>
              <a:gdLst>
                <a:gd name="T0" fmla="*/ 0 w 310"/>
                <a:gd name="T1" fmla="*/ 2 h 86"/>
                <a:gd name="T2" fmla="*/ 77 w 310"/>
                <a:gd name="T3" fmla="*/ 86 h 86"/>
                <a:gd name="T4" fmla="*/ 310 w 310"/>
                <a:gd name="T5" fmla="*/ 78 h 86"/>
                <a:gd name="T6" fmla="*/ 232 w 310"/>
                <a:gd name="T7" fmla="*/ 0 h 86"/>
                <a:gd name="T8" fmla="*/ 0 w 310"/>
                <a:gd name="T9" fmla="*/ 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86">
                  <a:moveTo>
                    <a:pt x="0" y="2"/>
                  </a:moveTo>
                  <a:lnTo>
                    <a:pt x="77" y="86"/>
                  </a:lnTo>
                  <a:lnTo>
                    <a:pt x="310" y="78"/>
                  </a:lnTo>
                  <a:lnTo>
                    <a:pt x="23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17" name="Freeform 114">
              <a:extLst>
                <a:ext uri="{FF2B5EF4-FFF2-40B4-BE49-F238E27FC236}">
                  <a16:creationId xmlns:a16="http://schemas.microsoft.com/office/drawing/2014/main" id="{27951619-7EAD-4824-9D3C-C8342682A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" y="1941"/>
              <a:ext cx="74" cy="452"/>
            </a:xfrm>
            <a:custGeom>
              <a:avLst/>
              <a:gdLst>
                <a:gd name="T0" fmla="*/ 0 w 74"/>
                <a:gd name="T1" fmla="*/ 0 h 452"/>
                <a:gd name="T2" fmla="*/ 74 w 74"/>
                <a:gd name="T3" fmla="*/ 94 h 452"/>
                <a:gd name="T4" fmla="*/ 74 w 74"/>
                <a:gd name="T5" fmla="*/ 452 h 452"/>
                <a:gd name="T6" fmla="*/ 0 w 74"/>
                <a:gd name="T7" fmla="*/ 365 h 452"/>
                <a:gd name="T8" fmla="*/ 0 w 74"/>
                <a:gd name="T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52">
                  <a:moveTo>
                    <a:pt x="0" y="0"/>
                  </a:moveTo>
                  <a:lnTo>
                    <a:pt x="74" y="94"/>
                  </a:lnTo>
                  <a:lnTo>
                    <a:pt x="74" y="452"/>
                  </a:lnTo>
                  <a:lnTo>
                    <a:pt x="0" y="36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4700"/>
                </a:gs>
                <a:gs pos="100000">
                  <a:srgbClr val="CC99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18" name="Freeform 115">
              <a:extLst>
                <a:ext uri="{FF2B5EF4-FFF2-40B4-BE49-F238E27FC236}">
                  <a16:creationId xmlns:a16="http://schemas.microsoft.com/office/drawing/2014/main" id="{98E5CF88-4F6B-43B0-857A-B9109165D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939"/>
              <a:ext cx="96" cy="672"/>
            </a:xfrm>
            <a:custGeom>
              <a:avLst/>
              <a:gdLst>
                <a:gd name="T0" fmla="*/ 0 w 96"/>
                <a:gd name="T1" fmla="*/ 0 h 672"/>
                <a:gd name="T2" fmla="*/ 0 w 96"/>
                <a:gd name="T3" fmla="*/ 576 h 672"/>
                <a:gd name="T4" fmla="*/ 96 w 96"/>
                <a:gd name="T5" fmla="*/ 672 h 672"/>
                <a:gd name="T6" fmla="*/ 96 w 96"/>
                <a:gd name="T7" fmla="*/ 90 h 672"/>
                <a:gd name="T8" fmla="*/ 0 w 96"/>
                <a:gd name="T9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2">
                  <a:moveTo>
                    <a:pt x="0" y="0"/>
                  </a:moveTo>
                  <a:lnTo>
                    <a:pt x="0" y="576"/>
                  </a:lnTo>
                  <a:lnTo>
                    <a:pt x="96" y="672"/>
                  </a:lnTo>
                  <a:lnTo>
                    <a:pt x="96" y="9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A35200"/>
                </a:gs>
                <a:gs pos="100000">
                  <a:srgbClr val="CC6600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319" name="Freeform 116">
            <a:extLst>
              <a:ext uri="{FF2B5EF4-FFF2-40B4-BE49-F238E27FC236}">
                <a16:creationId xmlns:a16="http://schemas.microsoft.com/office/drawing/2014/main" id="{B7D86AAE-AC34-412F-85EB-C62542470119}"/>
              </a:ext>
            </a:extLst>
          </p:cNvPr>
          <p:cNvSpPr>
            <a:spLocks/>
          </p:cNvSpPr>
          <p:nvPr/>
        </p:nvSpPr>
        <p:spPr bwMode="auto">
          <a:xfrm>
            <a:off x="6088063" y="1190625"/>
            <a:ext cx="371475" cy="2933700"/>
          </a:xfrm>
          <a:custGeom>
            <a:avLst/>
            <a:gdLst>
              <a:gd name="T0" fmla="*/ 0 w 234"/>
              <a:gd name="T1" fmla="*/ 0 h 1848"/>
              <a:gd name="T2" fmla="*/ 150 w 234"/>
              <a:gd name="T3" fmla="*/ 168 h 1848"/>
              <a:gd name="T4" fmla="*/ 150 w 234"/>
              <a:gd name="T5" fmla="*/ 1200 h 1848"/>
              <a:gd name="T6" fmla="*/ 234 w 234"/>
              <a:gd name="T7" fmla="*/ 1284 h 1848"/>
              <a:gd name="T8" fmla="*/ 234 w 234"/>
              <a:gd name="T9" fmla="*/ 1848 h 1848"/>
              <a:gd name="T10" fmla="*/ 6 w 234"/>
              <a:gd name="T11" fmla="*/ 1626 h 1848"/>
              <a:gd name="T12" fmla="*/ 0 w 234"/>
              <a:gd name="T13" fmla="*/ 0 h 1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4" h="1848">
                <a:moveTo>
                  <a:pt x="0" y="0"/>
                </a:moveTo>
                <a:lnTo>
                  <a:pt x="150" y="168"/>
                </a:lnTo>
                <a:lnTo>
                  <a:pt x="150" y="1200"/>
                </a:lnTo>
                <a:lnTo>
                  <a:pt x="234" y="1284"/>
                </a:lnTo>
                <a:lnTo>
                  <a:pt x="234" y="1848"/>
                </a:lnTo>
                <a:lnTo>
                  <a:pt x="6" y="162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6A1A00"/>
              </a:gs>
              <a:gs pos="100000">
                <a:srgbClr val="CC3300"/>
              </a:gs>
            </a:gsLst>
            <a:lin ang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20" name="Arc 120">
            <a:extLst>
              <a:ext uri="{FF2B5EF4-FFF2-40B4-BE49-F238E27FC236}">
                <a16:creationId xmlns:a16="http://schemas.microsoft.com/office/drawing/2014/main" id="{1751C449-1555-4F27-8CE6-1D984AC764FD}"/>
              </a:ext>
            </a:extLst>
          </p:cNvPr>
          <p:cNvSpPr>
            <a:spLocks/>
          </p:cNvSpPr>
          <p:nvPr/>
        </p:nvSpPr>
        <p:spPr bwMode="auto">
          <a:xfrm flipV="1">
            <a:off x="1747838" y="1276350"/>
            <a:ext cx="1114425" cy="582613"/>
          </a:xfrm>
          <a:custGeom>
            <a:avLst/>
            <a:gdLst>
              <a:gd name="T0" fmla="*/ 22 w 43200"/>
              <a:gd name="T1" fmla="*/ 22579 h 22580"/>
              <a:gd name="T2" fmla="*/ 0 w 43200"/>
              <a:gd name="T3" fmla="*/ 21600 h 22580"/>
              <a:gd name="T4" fmla="*/ 21600 w 43200"/>
              <a:gd name="T5" fmla="*/ 0 h 22580"/>
              <a:gd name="T6" fmla="*/ 43200 w 43200"/>
              <a:gd name="T7" fmla="*/ 21600 h 22580"/>
              <a:gd name="T8" fmla="*/ 43194 w 43200"/>
              <a:gd name="T9" fmla="*/ 22088 h 22580"/>
              <a:gd name="T10" fmla="*/ 22 w 43200"/>
              <a:gd name="T11" fmla="*/ 22579 h 22580"/>
              <a:gd name="T12" fmla="*/ 0 w 43200"/>
              <a:gd name="T13" fmla="*/ 21600 h 22580"/>
              <a:gd name="T14" fmla="*/ 21600 w 43200"/>
              <a:gd name="T15" fmla="*/ 0 h 22580"/>
              <a:gd name="T16" fmla="*/ 43200 w 43200"/>
              <a:gd name="T17" fmla="*/ 21600 h 22580"/>
              <a:gd name="T18" fmla="*/ 43194 w 43200"/>
              <a:gd name="T19" fmla="*/ 22088 h 22580"/>
              <a:gd name="T20" fmla="*/ 21600 w 43200"/>
              <a:gd name="T21" fmla="*/ 21600 h 22580"/>
              <a:gd name="T22" fmla="*/ 22 w 43200"/>
              <a:gd name="T23" fmla="*/ 22579 h 22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200" h="22580" fill="none">
                <a:moveTo>
                  <a:pt x="22" y="22579"/>
                </a:moveTo>
                <a:cubicBezTo>
                  <a:pt x="7" y="22253"/>
                  <a:pt x="0" y="2192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62"/>
                  <a:pt x="43198" y="21925"/>
                  <a:pt x="43194" y="22088"/>
                </a:cubicBezTo>
              </a:path>
              <a:path w="43200" h="22580" stroke="0">
                <a:moveTo>
                  <a:pt x="22" y="22579"/>
                </a:moveTo>
                <a:cubicBezTo>
                  <a:pt x="7" y="22253"/>
                  <a:pt x="0" y="2192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62"/>
                  <a:pt x="43198" y="21925"/>
                  <a:pt x="43194" y="22088"/>
                </a:cubicBezTo>
                <a:lnTo>
                  <a:pt x="21600" y="21600"/>
                </a:lnTo>
                <a:lnTo>
                  <a:pt x="22" y="22579"/>
                </a:lnTo>
                <a:close/>
              </a:path>
            </a:pathLst>
          </a:custGeom>
          <a:noFill/>
          <a:ln w="38100" cap="flat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321" name="Group 121">
            <a:extLst>
              <a:ext uri="{FF2B5EF4-FFF2-40B4-BE49-F238E27FC236}">
                <a16:creationId xmlns:a16="http://schemas.microsoft.com/office/drawing/2014/main" id="{8BC991DA-60AF-4EEC-B8AD-BAD65AEBF1F8}"/>
              </a:ext>
            </a:extLst>
          </p:cNvPr>
          <p:cNvGrpSpPr>
            <a:grpSpLocks/>
          </p:cNvGrpSpPr>
          <p:nvPr/>
        </p:nvGrpSpPr>
        <p:grpSpPr bwMode="auto">
          <a:xfrm>
            <a:off x="1755775" y="4486275"/>
            <a:ext cx="1100138" cy="393700"/>
            <a:chOff x="1106" y="2826"/>
            <a:chExt cx="693" cy="248"/>
          </a:xfrm>
        </p:grpSpPr>
        <p:sp>
          <p:nvSpPr>
            <p:cNvPr id="5322" name="Line 122">
              <a:extLst>
                <a:ext uri="{FF2B5EF4-FFF2-40B4-BE49-F238E27FC236}">
                  <a16:creationId xmlns:a16="http://schemas.microsoft.com/office/drawing/2014/main" id="{55BB8556-C665-4220-9F8B-9A871D417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2827"/>
              <a:ext cx="0" cy="247"/>
            </a:xfrm>
            <a:prstGeom prst="line">
              <a:avLst/>
            </a:prstGeom>
            <a:noFill/>
            <a:ln w="38100" cap="flat" algn="ctr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3" name="Line 123">
              <a:extLst>
                <a:ext uri="{FF2B5EF4-FFF2-40B4-BE49-F238E27FC236}">
                  <a16:creationId xmlns:a16="http://schemas.microsoft.com/office/drawing/2014/main" id="{7F322A6E-E0CC-475E-8DEB-83F6012BE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6" y="2826"/>
              <a:ext cx="0" cy="247"/>
            </a:xfrm>
            <a:prstGeom prst="line">
              <a:avLst/>
            </a:prstGeom>
            <a:noFill/>
            <a:ln w="38100" cap="flat" algn="ctr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324" name="Group 117">
            <a:extLst>
              <a:ext uri="{FF2B5EF4-FFF2-40B4-BE49-F238E27FC236}">
                <a16:creationId xmlns:a16="http://schemas.microsoft.com/office/drawing/2014/main" id="{5CFB0ABF-37D7-44CA-BD3E-A9010423C32A}"/>
              </a:ext>
            </a:extLst>
          </p:cNvPr>
          <p:cNvGrpSpPr>
            <a:grpSpLocks/>
          </p:cNvGrpSpPr>
          <p:nvPr/>
        </p:nvGrpSpPr>
        <p:grpSpPr bwMode="auto">
          <a:xfrm>
            <a:off x="6383338" y="1131888"/>
            <a:ext cx="1254125" cy="738187"/>
            <a:chOff x="4021" y="713"/>
            <a:chExt cx="790" cy="465"/>
          </a:xfrm>
        </p:grpSpPr>
        <p:sp useBgFill="1">
          <p:nvSpPr>
            <p:cNvPr id="5325" name="Freeform 118">
              <a:extLst>
                <a:ext uri="{FF2B5EF4-FFF2-40B4-BE49-F238E27FC236}">
                  <a16:creationId xmlns:a16="http://schemas.microsoft.com/office/drawing/2014/main" id="{CDEC6ACF-D794-4C69-A4A3-567FA1804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713"/>
              <a:ext cx="690" cy="402"/>
            </a:xfrm>
            <a:custGeom>
              <a:avLst/>
              <a:gdLst>
                <a:gd name="T0" fmla="*/ 126 w 690"/>
                <a:gd name="T1" fmla="*/ 126 h 402"/>
                <a:gd name="T2" fmla="*/ 0 w 690"/>
                <a:gd name="T3" fmla="*/ 0 h 402"/>
                <a:gd name="T4" fmla="*/ 648 w 690"/>
                <a:gd name="T5" fmla="*/ 0 h 402"/>
                <a:gd name="T6" fmla="*/ 690 w 690"/>
                <a:gd name="T7" fmla="*/ 42 h 402"/>
                <a:gd name="T8" fmla="*/ 660 w 690"/>
                <a:gd name="T9" fmla="*/ 186 h 402"/>
                <a:gd name="T10" fmla="*/ 582 w 690"/>
                <a:gd name="T11" fmla="*/ 312 h 402"/>
                <a:gd name="T12" fmla="*/ 486 w 690"/>
                <a:gd name="T13" fmla="*/ 378 h 402"/>
                <a:gd name="T14" fmla="*/ 384 w 690"/>
                <a:gd name="T15" fmla="*/ 396 h 402"/>
                <a:gd name="T16" fmla="*/ 252 w 690"/>
                <a:gd name="T17" fmla="*/ 402 h 402"/>
                <a:gd name="T18" fmla="*/ 187 w 690"/>
                <a:gd name="T19" fmla="*/ 323 h 402"/>
                <a:gd name="T20" fmla="*/ 159 w 690"/>
                <a:gd name="T21" fmla="*/ 243 h 402"/>
                <a:gd name="T22" fmla="*/ 126 w 690"/>
                <a:gd name="T23" fmla="*/ 126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0" h="402">
                  <a:moveTo>
                    <a:pt x="126" y="126"/>
                  </a:moveTo>
                  <a:lnTo>
                    <a:pt x="0" y="0"/>
                  </a:lnTo>
                  <a:lnTo>
                    <a:pt x="648" y="0"/>
                  </a:lnTo>
                  <a:lnTo>
                    <a:pt x="690" y="42"/>
                  </a:lnTo>
                  <a:lnTo>
                    <a:pt x="660" y="186"/>
                  </a:lnTo>
                  <a:lnTo>
                    <a:pt x="582" y="312"/>
                  </a:lnTo>
                  <a:lnTo>
                    <a:pt x="486" y="378"/>
                  </a:lnTo>
                  <a:lnTo>
                    <a:pt x="384" y="396"/>
                  </a:lnTo>
                  <a:lnTo>
                    <a:pt x="252" y="402"/>
                  </a:lnTo>
                  <a:lnTo>
                    <a:pt x="187" y="323"/>
                  </a:lnTo>
                  <a:lnTo>
                    <a:pt x="159" y="243"/>
                  </a:lnTo>
                  <a:lnTo>
                    <a:pt x="126" y="126"/>
                  </a:lnTo>
                  <a:close/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326" name="Freeform 119">
              <a:extLst>
                <a:ext uri="{FF2B5EF4-FFF2-40B4-BE49-F238E27FC236}">
                  <a16:creationId xmlns:a16="http://schemas.microsoft.com/office/drawing/2014/main" id="{8F2106C2-34F1-4E96-832A-4B7498FBE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750"/>
              <a:ext cx="632" cy="428"/>
            </a:xfrm>
            <a:custGeom>
              <a:avLst/>
              <a:gdLst>
                <a:gd name="T0" fmla="*/ 0 w 632"/>
                <a:gd name="T1" fmla="*/ 215 h 428"/>
                <a:gd name="T2" fmla="*/ 95 w 632"/>
                <a:gd name="T3" fmla="*/ 308 h 428"/>
                <a:gd name="T4" fmla="*/ 153 w 632"/>
                <a:gd name="T5" fmla="*/ 332 h 428"/>
                <a:gd name="T6" fmla="*/ 206 w 632"/>
                <a:gd name="T7" fmla="*/ 341 h 428"/>
                <a:gd name="T8" fmla="*/ 275 w 632"/>
                <a:gd name="T9" fmla="*/ 332 h 428"/>
                <a:gd name="T10" fmla="*/ 352 w 632"/>
                <a:gd name="T11" fmla="*/ 311 h 428"/>
                <a:gd name="T12" fmla="*/ 401 w 632"/>
                <a:gd name="T13" fmla="*/ 274 h 428"/>
                <a:gd name="T14" fmla="*/ 440 w 632"/>
                <a:gd name="T15" fmla="*/ 231 h 428"/>
                <a:gd name="T16" fmla="*/ 466 w 632"/>
                <a:gd name="T17" fmla="*/ 191 h 428"/>
                <a:gd name="T18" fmla="*/ 489 w 632"/>
                <a:gd name="T19" fmla="*/ 135 h 428"/>
                <a:gd name="T20" fmla="*/ 513 w 632"/>
                <a:gd name="T21" fmla="*/ 68 h 428"/>
                <a:gd name="T22" fmla="*/ 527 w 632"/>
                <a:gd name="T23" fmla="*/ 0 h 428"/>
                <a:gd name="T24" fmla="*/ 632 w 632"/>
                <a:gd name="T25" fmla="*/ 81 h 428"/>
                <a:gd name="T26" fmla="*/ 602 w 632"/>
                <a:gd name="T27" fmla="*/ 178 h 428"/>
                <a:gd name="T28" fmla="*/ 571 w 632"/>
                <a:gd name="T29" fmla="*/ 245 h 428"/>
                <a:gd name="T30" fmla="*/ 541 w 632"/>
                <a:gd name="T31" fmla="*/ 298 h 428"/>
                <a:gd name="T32" fmla="*/ 508 w 632"/>
                <a:gd name="T33" fmla="*/ 335 h 428"/>
                <a:gd name="T34" fmla="*/ 460 w 632"/>
                <a:gd name="T35" fmla="*/ 380 h 428"/>
                <a:gd name="T36" fmla="*/ 417 w 632"/>
                <a:gd name="T37" fmla="*/ 406 h 428"/>
                <a:gd name="T38" fmla="*/ 345 w 632"/>
                <a:gd name="T39" fmla="*/ 422 h 428"/>
                <a:gd name="T40" fmla="*/ 273 w 632"/>
                <a:gd name="T41" fmla="*/ 428 h 428"/>
                <a:gd name="T42" fmla="*/ 213 w 632"/>
                <a:gd name="T43" fmla="*/ 418 h 428"/>
                <a:gd name="T44" fmla="*/ 143 w 632"/>
                <a:gd name="T45" fmla="*/ 389 h 428"/>
                <a:gd name="T46" fmla="*/ 85 w 632"/>
                <a:gd name="T47" fmla="*/ 358 h 428"/>
                <a:gd name="T48" fmla="*/ 41 w 632"/>
                <a:gd name="T49" fmla="*/ 306 h 428"/>
                <a:gd name="T50" fmla="*/ 13 w 632"/>
                <a:gd name="T51" fmla="*/ 258 h 428"/>
                <a:gd name="T52" fmla="*/ 0 w 632"/>
                <a:gd name="T53" fmla="*/ 21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32" h="428">
                  <a:moveTo>
                    <a:pt x="0" y="215"/>
                  </a:moveTo>
                  <a:lnTo>
                    <a:pt x="95" y="308"/>
                  </a:lnTo>
                  <a:lnTo>
                    <a:pt x="153" y="332"/>
                  </a:lnTo>
                  <a:lnTo>
                    <a:pt x="206" y="341"/>
                  </a:lnTo>
                  <a:lnTo>
                    <a:pt x="275" y="332"/>
                  </a:lnTo>
                  <a:lnTo>
                    <a:pt x="352" y="311"/>
                  </a:lnTo>
                  <a:lnTo>
                    <a:pt x="401" y="274"/>
                  </a:lnTo>
                  <a:lnTo>
                    <a:pt x="440" y="231"/>
                  </a:lnTo>
                  <a:lnTo>
                    <a:pt x="466" y="191"/>
                  </a:lnTo>
                  <a:lnTo>
                    <a:pt x="489" y="135"/>
                  </a:lnTo>
                  <a:lnTo>
                    <a:pt x="513" y="68"/>
                  </a:lnTo>
                  <a:lnTo>
                    <a:pt x="527" y="0"/>
                  </a:lnTo>
                  <a:lnTo>
                    <a:pt x="632" y="81"/>
                  </a:lnTo>
                  <a:lnTo>
                    <a:pt x="602" y="178"/>
                  </a:lnTo>
                  <a:lnTo>
                    <a:pt x="571" y="245"/>
                  </a:lnTo>
                  <a:lnTo>
                    <a:pt x="541" y="298"/>
                  </a:lnTo>
                  <a:lnTo>
                    <a:pt x="508" y="335"/>
                  </a:lnTo>
                  <a:lnTo>
                    <a:pt x="460" y="380"/>
                  </a:lnTo>
                  <a:lnTo>
                    <a:pt x="417" y="406"/>
                  </a:lnTo>
                  <a:lnTo>
                    <a:pt x="345" y="422"/>
                  </a:lnTo>
                  <a:lnTo>
                    <a:pt x="273" y="428"/>
                  </a:lnTo>
                  <a:lnTo>
                    <a:pt x="213" y="418"/>
                  </a:lnTo>
                  <a:lnTo>
                    <a:pt x="143" y="389"/>
                  </a:lnTo>
                  <a:lnTo>
                    <a:pt x="85" y="358"/>
                  </a:lnTo>
                  <a:lnTo>
                    <a:pt x="41" y="306"/>
                  </a:lnTo>
                  <a:lnTo>
                    <a:pt x="13" y="258"/>
                  </a:lnTo>
                  <a:lnTo>
                    <a:pt x="0" y="215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100000">
                  <a:srgbClr val="5E4700"/>
                </a:gs>
              </a:gsLst>
              <a:path path="rect">
                <a:fillToRect l="100000" t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" dur="500"/>
                                        <p:tgtEl>
                                          <p:spTgt spid="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3" dur="500"/>
                                        <p:tgtEl>
                                          <p:spTgt spid="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6" dur="500"/>
                                        <p:tgtEl>
                                          <p:spTgt spid="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2"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38" dur="500"/>
                                        <p:tgtEl>
                                          <p:spTgt spid="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44" dur="500"/>
                                        <p:tgtEl>
                                          <p:spTgt spid="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50" dur="500"/>
                                        <p:tgtEl>
                                          <p:spTgt spid="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56" dur="500"/>
                                        <p:tgtEl>
                                          <p:spTgt spid="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62" dur="500"/>
                                        <p:tgtEl>
                                          <p:spTgt spid="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68" dur="500"/>
                                        <p:tgtEl>
                                          <p:spTgt spid="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4" dur="500"/>
                                        <p:tgtEl>
                                          <p:spTgt spid="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0" dur="500"/>
                                        <p:tgtEl>
                                          <p:spTgt spid="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6" dur="500"/>
                                        <p:tgtEl>
                                          <p:spTgt spid="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2" dur="500"/>
                                        <p:tgtEl>
                                          <p:spTgt spid="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8" dur="500"/>
                                        <p:tgtEl>
                                          <p:spTgt spid="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04" dur="500"/>
                                        <p:tgtEl>
                                          <p:spTgt spid="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0" dur="500"/>
                                        <p:tgtEl>
                                          <p:spTgt spid="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6" dur="500"/>
                                        <p:tgtEl>
                                          <p:spTgt spid="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22" dur="500"/>
                                        <p:tgtEl>
                                          <p:spTgt spid="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28" dur="500"/>
                                        <p:tgtEl>
                                          <p:spTgt spid="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34" dur="500"/>
                                        <p:tgtEl>
                                          <p:spTgt spid="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40" dur="500"/>
                                        <p:tgtEl>
                                          <p:spTgt spid="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46" dur="500"/>
                                        <p:tgtEl>
                                          <p:spTgt spid="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2" dur="500"/>
                                        <p:tgtEl>
                                          <p:spTgt spid="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8" dur="500"/>
                                        <p:tgtEl>
                                          <p:spTgt spid="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64" dur="500"/>
                                        <p:tgtEl>
                                          <p:spTgt spid="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70" dur="500"/>
                                        <p:tgtEl>
                                          <p:spTgt spid="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76" dur="500"/>
                                        <p:tgtEl>
                                          <p:spTgt spid="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82" dur="500"/>
                                        <p:tgtEl>
                                          <p:spTgt spid="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88" dur="500"/>
                                        <p:tgtEl>
                                          <p:spTgt spid="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5" grpId="0" animBg="1"/>
      <p:bldP spid="5248" grpId="0" animBg="1"/>
      <p:bldP spid="525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2">
            <a:extLst>
              <a:ext uri="{FF2B5EF4-FFF2-40B4-BE49-F238E27FC236}">
                <a16:creationId xmlns:a16="http://schemas.microsoft.com/office/drawing/2014/main" id="{4CC8D1C0-DB6D-4550-BF8E-92E50591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329" name="Freeform 2">
            <a:extLst>
              <a:ext uri="{FF2B5EF4-FFF2-40B4-BE49-F238E27FC236}">
                <a16:creationId xmlns:a16="http://schemas.microsoft.com/office/drawing/2014/main" id="{90AD7778-041B-43B7-9E84-D670A11E3267}"/>
              </a:ext>
            </a:extLst>
          </p:cNvPr>
          <p:cNvSpPr>
            <a:spLocks/>
          </p:cNvSpPr>
          <p:nvPr/>
        </p:nvSpPr>
        <p:spPr bwMode="auto">
          <a:xfrm>
            <a:off x="4902200" y="1287463"/>
            <a:ext cx="1677988" cy="793750"/>
          </a:xfrm>
          <a:custGeom>
            <a:avLst/>
            <a:gdLst>
              <a:gd name="T0" fmla="*/ 1 w 1057"/>
              <a:gd name="T1" fmla="*/ 0 h 500"/>
              <a:gd name="T2" fmla="*/ 720 w 1057"/>
              <a:gd name="T3" fmla="*/ 5 h 500"/>
              <a:gd name="T4" fmla="*/ 735 w 1057"/>
              <a:gd name="T5" fmla="*/ 244 h 500"/>
              <a:gd name="T6" fmla="*/ 1057 w 1057"/>
              <a:gd name="T7" fmla="*/ 244 h 500"/>
              <a:gd name="T8" fmla="*/ 1057 w 1057"/>
              <a:gd name="T9" fmla="*/ 500 h 500"/>
              <a:gd name="T10" fmla="*/ 1 w 1057"/>
              <a:gd name="T11" fmla="*/ 500 h 500"/>
              <a:gd name="T12" fmla="*/ 0 w 1057"/>
              <a:gd name="T13" fmla="*/ 373 h 500"/>
              <a:gd name="T14" fmla="*/ 320 w 1057"/>
              <a:gd name="T15" fmla="*/ 381 h 500"/>
              <a:gd name="T16" fmla="*/ 324 w 1057"/>
              <a:gd name="T17" fmla="*/ 122 h 500"/>
              <a:gd name="T18" fmla="*/ 1 w 1057"/>
              <a:gd name="T19" fmla="*/ 122 h 500"/>
              <a:gd name="T20" fmla="*/ 1 w 1057"/>
              <a:gd name="T21" fmla="*/ 0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57" h="500">
                <a:moveTo>
                  <a:pt x="1" y="0"/>
                </a:moveTo>
                <a:lnTo>
                  <a:pt x="720" y="5"/>
                </a:lnTo>
                <a:lnTo>
                  <a:pt x="735" y="244"/>
                </a:lnTo>
                <a:lnTo>
                  <a:pt x="1057" y="244"/>
                </a:lnTo>
                <a:lnTo>
                  <a:pt x="1057" y="500"/>
                </a:lnTo>
                <a:lnTo>
                  <a:pt x="1" y="500"/>
                </a:lnTo>
                <a:lnTo>
                  <a:pt x="0" y="373"/>
                </a:lnTo>
                <a:lnTo>
                  <a:pt x="320" y="381"/>
                </a:lnTo>
                <a:lnTo>
                  <a:pt x="324" y="122"/>
                </a:lnTo>
                <a:lnTo>
                  <a:pt x="1" y="122"/>
                </a:lnTo>
                <a:lnTo>
                  <a:pt x="1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30" name="Line 3">
            <a:extLst>
              <a:ext uri="{FF2B5EF4-FFF2-40B4-BE49-F238E27FC236}">
                <a16:creationId xmlns:a16="http://schemas.microsoft.com/office/drawing/2014/main" id="{4F19F38C-C940-47A9-B9BB-D396FD0BD8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1788" y="1878013"/>
            <a:ext cx="0" cy="103187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31" name="Rectangle 4">
            <a:extLst>
              <a:ext uri="{FF2B5EF4-FFF2-40B4-BE49-F238E27FC236}">
                <a16:creationId xmlns:a16="http://schemas.microsoft.com/office/drawing/2014/main" id="{9B2E7BFB-D4B6-406C-8E70-91A8A4A3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9025" y="1870075"/>
            <a:ext cx="1677988" cy="457200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332" name="Line 5">
            <a:extLst>
              <a:ext uri="{FF2B5EF4-FFF2-40B4-BE49-F238E27FC236}">
                <a16:creationId xmlns:a16="http://schemas.microsoft.com/office/drawing/2014/main" id="{64D57FED-7225-47A6-B3BF-B11BE01EF0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1788" y="1489075"/>
            <a:ext cx="0" cy="3889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333" name="Line 6">
            <a:extLst>
              <a:ext uri="{FF2B5EF4-FFF2-40B4-BE49-F238E27FC236}">
                <a16:creationId xmlns:a16="http://schemas.microsoft.com/office/drawing/2014/main" id="{C3978E07-0EE7-4A15-ACBA-5314968D0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1481138"/>
            <a:ext cx="512763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34" name="Line 7">
            <a:extLst>
              <a:ext uri="{FF2B5EF4-FFF2-40B4-BE49-F238E27FC236}">
                <a16:creationId xmlns:a16="http://schemas.microsoft.com/office/drawing/2014/main" id="{07FAF915-EC34-4BB2-A004-410FFB275B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9025" y="1878013"/>
            <a:ext cx="512763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35" name="Line 8">
            <a:extLst>
              <a:ext uri="{FF2B5EF4-FFF2-40B4-BE49-F238E27FC236}">
                <a16:creationId xmlns:a16="http://schemas.microsoft.com/office/drawing/2014/main" id="{08689852-BF70-4C65-BDB3-FF12F36E92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64250" y="1282700"/>
            <a:ext cx="0" cy="12144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336" name="Line 9">
            <a:extLst>
              <a:ext uri="{FF2B5EF4-FFF2-40B4-BE49-F238E27FC236}">
                <a16:creationId xmlns:a16="http://schemas.microsoft.com/office/drawing/2014/main" id="{6D1EC1C0-F706-40D5-88A7-E0321B804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0" y="2497138"/>
            <a:ext cx="5111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37" name="Text Box 10">
            <a:extLst>
              <a:ext uri="{FF2B5EF4-FFF2-40B4-BE49-F238E27FC236}">
                <a16:creationId xmlns:a16="http://schemas.microsoft.com/office/drawing/2014/main" id="{EC6E4926-7631-45B3-8DBB-32182B1EE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050" y="-393"/>
            <a:ext cx="3813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  <a:ea typeface="等线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ea typeface="等线" panose="02010600030101010101" pitchFamily="2" charset="-122"/>
              </a:rPr>
              <a:t>3</a:t>
            </a:r>
            <a:r>
              <a:rPr lang="zh-CN" altLang="en-US" sz="3200" dirty="0">
                <a:solidFill>
                  <a:schemeClr val="bg1"/>
                </a:solidFill>
                <a:ea typeface="等线" panose="02010600030101010101" pitchFamily="2" charset="-122"/>
              </a:rPr>
              <a:t>：求作左视图</a:t>
            </a:r>
          </a:p>
        </p:txBody>
      </p:sp>
      <p:sp>
        <p:nvSpPr>
          <p:cNvPr id="5338" name="Freeform 11">
            <a:extLst>
              <a:ext uri="{FF2B5EF4-FFF2-40B4-BE49-F238E27FC236}">
                <a16:creationId xmlns:a16="http://schemas.microsoft.com/office/drawing/2014/main" id="{A55BFC66-6F21-481F-8EB1-220376392DDB}"/>
              </a:ext>
            </a:extLst>
          </p:cNvPr>
          <p:cNvSpPr>
            <a:spLocks/>
          </p:cNvSpPr>
          <p:nvPr/>
        </p:nvSpPr>
        <p:spPr bwMode="auto">
          <a:xfrm>
            <a:off x="2524125" y="3648075"/>
            <a:ext cx="1190625" cy="1588"/>
          </a:xfrm>
          <a:custGeom>
            <a:avLst/>
            <a:gdLst>
              <a:gd name="T0" fmla="*/ 0 w 1499"/>
              <a:gd name="T1" fmla="*/ 0 h 1588"/>
              <a:gd name="T2" fmla="*/ 1498 w 1499"/>
              <a:gd name="T3" fmla="*/ 0 h 1588"/>
              <a:gd name="T4" fmla="*/ 1499 w 1499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9" h="1588">
                <a:moveTo>
                  <a:pt x="0" y="0"/>
                </a:moveTo>
                <a:lnTo>
                  <a:pt x="1498" y="0"/>
                </a:lnTo>
                <a:lnTo>
                  <a:pt x="1499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" name="Freeform 12">
            <a:extLst>
              <a:ext uri="{FF2B5EF4-FFF2-40B4-BE49-F238E27FC236}">
                <a16:creationId xmlns:a16="http://schemas.microsoft.com/office/drawing/2014/main" id="{838E74A3-E19F-44BE-9E7A-ABE297973C56}"/>
              </a:ext>
            </a:extLst>
          </p:cNvPr>
          <p:cNvSpPr>
            <a:spLocks/>
          </p:cNvSpPr>
          <p:nvPr/>
        </p:nvSpPr>
        <p:spPr bwMode="auto">
          <a:xfrm>
            <a:off x="2141538" y="4808538"/>
            <a:ext cx="1573212" cy="1587"/>
          </a:xfrm>
          <a:custGeom>
            <a:avLst/>
            <a:gdLst>
              <a:gd name="T0" fmla="*/ 0 w 1982"/>
              <a:gd name="T1" fmla="*/ 0 h 1587"/>
              <a:gd name="T2" fmla="*/ 1981 w 1982"/>
              <a:gd name="T3" fmla="*/ 0 h 1587"/>
              <a:gd name="T4" fmla="*/ 1982 w 1982"/>
              <a:gd name="T5" fmla="*/ 0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2" h="1587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" name="Freeform 13">
            <a:extLst>
              <a:ext uri="{FF2B5EF4-FFF2-40B4-BE49-F238E27FC236}">
                <a16:creationId xmlns:a16="http://schemas.microsoft.com/office/drawing/2014/main" id="{53DA535F-9D1A-49E9-A331-E3254F19BFB5}"/>
              </a:ext>
            </a:extLst>
          </p:cNvPr>
          <p:cNvSpPr>
            <a:spLocks/>
          </p:cNvSpPr>
          <p:nvPr/>
        </p:nvSpPr>
        <p:spPr bwMode="auto">
          <a:xfrm>
            <a:off x="2141538" y="2495550"/>
            <a:ext cx="1573212" cy="1588"/>
          </a:xfrm>
          <a:custGeom>
            <a:avLst/>
            <a:gdLst>
              <a:gd name="T0" fmla="*/ 0 w 1982"/>
              <a:gd name="T1" fmla="*/ 0 h 1588"/>
              <a:gd name="T2" fmla="*/ 1981 w 1982"/>
              <a:gd name="T3" fmla="*/ 0 h 1588"/>
              <a:gd name="T4" fmla="*/ 1982 w 1982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2" h="1588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" name="Freeform 14">
            <a:extLst>
              <a:ext uri="{FF2B5EF4-FFF2-40B4-BE49-F238E27FC236}">
                <a16:creationId xmlns:a16="http://schemas.microsoft.com/office/drawing/2014/main" id="{F1C5C63C-59A4-4105-90AB-50F28FB8EB10}"/>
              </a:ext>
            </a:extLst>
          </p:cNvPr>
          <p:cNvSpPr>
            <a:spLocks/>
          </p:cNvSpPr>
          <p:nvPr/>
        </p:nvSpPr>
        <p:spPr bwMode="auto">
          <a:xfrm>
            <a:off x="1312863" y="2909888"/>
            <a:ext cx="2401887" cy="1587"/>
          </a:xfrm>
          <a:custGeom>
            <a:avLst/>
            <a:gdLst>
              <a:gd name="T0" fmla="*/ 0 w 3026"/>
              <a:gd name="T1" fmla="*/ 0 h 1587"/>
              <a:gd name="T2" fmla="*/ 3025 w 3026"/>
              <a:gd name="T3" fmla="*/ 0 h 1587"/>
              <a:gd name="T4" fmla="*/ 3026 w 3026"/>
              <a:gd name="T5" fmla="*/ 0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" name="Freeform 15">
            <a:extLst>
              <a:ext uri="{FF2B5EF4-FFF2-40B4-BE49-F238E27FC236}">
                <a16:creationId xmlns:a16="http://schemas.microsoft.com/office/drawing/2014/main" id="{0FBA549E-DF09-49B0-897E-900E636E351D}"/>
              </a:ext>
            </a:extLst>
          </p:cNvPr>
          <p:cNvSpPr>
            <a:spLocks/>
          </p:cNvSpPr>
          <p:nvPr/>
        </p:nvSpPr>
        <p:spPr bwMode="auto">
          <a:xfrm>
            <a:off x="1312863" y="5307013"/>
            <a:ext cx="2401887" cy="1587"/>
          </a:xfrm>
          <a:custGeom>
            <a:avLst/>
            <a:gdLst>
              <a:gd name="T0" fmla="*/ 0 w 3026"/>
              <a:gd name="T1" fmla="*/ 0 h 1587"/>
              <a:gd name="T2" fmla="*/ 3025 w 3026"/>
              <a:gd name="T3" fmla="*/ 0 h 1587"/>
              <a:gd name="T4" fmla="*/ 3026 w 3026"/>
              <a:gd name="T5" fmla="*/ 0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" name="Freeform 16">
            <a:extLst>
              <a:ext uri="{FF2B5EF4-FFF2-40B4-BE49-F238E27FC236}">
                <a16:creationId xmlns:a16="http://schemas.microsoft.com/office/drawing/2014/main" id="{492A110F-126D-4330-A285-649D1C83D592}"/>
              </a:ext>
            </a:extLst>
          </p:cNvPr>
          <p:cNvSpPr>
            <a:spLocks/>
          </p:cNvSpPr>
          <p:nvPr/>
        </p:nvSpPr>
        <p:spPr bwMode="auto">
          <a:xfrm>
            <a:off x="1312863" y="1282700"/>
            <a:ext cx="1625600" cy="798513"/>
          </a:xfrm>
          <a:custGeom>
            <a:avLst/>
            <a:gdLst>
              <a:gd name="T0" fmla="*/ 2049 w 2049"/>
              <a:gd name="T1" fmla="*/ 0 h 1005"/>
              <a:gd name="T2" fmla="*/ 0 w 2049"/>
              <a:gd name="T3" fmla="*/ 1005 h 1005"/>
              <a:gd name="T4" fmla="*/ 1 w 2049"/>
              <a:gd name="T5" fmla="*/ 1005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9" h="1005">
                <a:moveTo>
                  <a:pt x="2049" y="0"/>
                </a:moveTo>
                <a:lnTo>
                  <a:pt x="0" y="1005"/>
                </a:lnTo>
                <a:lnTo>
                  <a:pt x="1" y="100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" name="Freeform 17">
            <a:extLst>
              <a:ext uri="{FF2B5EF4-FFF2-40B4-BE49-F238E27FC236}">
                <a16:creationId xmlns:a16="http://schemas.microsoft.com/office/drawing/2014/main" id="{9FC6F062-5885-4481-B0ED-CFBE53058BBA}"/>
              </a:ext>
            </a:extLst>
          </p:cNvPr>
          <p:cNvSpPr>
            <a:spLocks/>
          </p:cNvSpPr>
          <p:nvPr/>
        </p:nvSpPr>
        <p:spPr bwMode="auto">
          <a:xfrm>
            <a:off x="2141538" y="1674813"/>
            <a:ext cx="1587" cy="820737"/>
          </a:xfrm>
          <a:custGeom>
            <a:avLst/>
            <a:gdLst>
              <a:gd name="T0" fmla="*/ 0 w 1"/>
              <a:gd name="T1" fmla="*/ 1033 h 1033"/>
              <a:gd name="T2" fmla="*/ 0 w 1"/>
              <a:gd name="T3" fmla="*/ 0 h 1033"/>
              <a:gd name="T4" fmla="*/ 1 w 1"/>
              <a:gd name="T5" fmla="*/ 0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033">
                <a:moveTo>
                  <a:pt x="0" y="10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345" name="Group 18">
            <a:extLst>
              <a:ext uri="{FF2B5EF4-FFF2-40B4-BE49-F238E27FC236}">
                <a16:creationId xmlns:a16="http://schemas.microsoft.com/office/drawing/2014/main" id="{CFBE308D-4BF7-4DB6-82B4-0901D8EFE450}"/>
              </a:ext>
            </a:extLst>
          </p:cNvPr>
          <p:cNvGrpSpPr>
            <a:grpSpLocks/>
          </p:cNvGrpSpPr>
          <p:nvPr/>
        </p:nvGrpSpPr>
        <p:grpSpPr bwMode="auto">
          <a:xfrm>
            <a:off x="2524125" y="1487488"/>
            <a:ext cx="1588" cy="1422400"/>
            <a:chOff x="1590" y="937"/>
            <a:chExt cx="1" cy="896"/>
          </a:xfrm>
        </p:grpSpPr>
        <p:sp>
          <p:nvSpPr>
            <p:cNvPr id="5346" name="Freeform 19">
              <a:extLst>
                <a:ext uri="{FF2B5EF4-FFF2-40B4-BE49-F238E27FC236}">
                  <a16:creationId xmlns:a16="http://schemas.microsoft.com/office/drawing/2014/main" id="{E2623E56-E0A3-4889-8B35-A814A2B8F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684"/>
              <a:ext cx="1" cy="149"/>
            </a:xfrm>
            <a:custGeom>
              <a:avLst/>
              <a:gdLst>
                <a:gd name="T0" fmla="*/ 0 w 1"/>
                <a:gd name="T1" fmla="*/ 298 h 298"/>
                <a:gd name="T2" fmla="*/ 0 w 1"/>
                <a:gd name="T3" fmla="*/ 0 h 298"/>
                <a:gd name="T4" fmla="*/ 1 w 1"/>
                <a:gd name="T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7" name="Freeform 20">
              <a:extLst>
                <a:ext uri="{FF2B5EF4-FFF2-40B4-BE49-F238E27FC236}">
                  <a16:creationId xmlns:a16="http://schemas.microsoft.com/office/drawing/2014/main" id="{FCA1E2DB-346F-4D28-A783-3E2D2283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497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8" name="Freeform 21">
              <a:extLst>
                <a:ext uri="{FF2B5EF4-FFF2-40B4-BE49-F238E27FC236}">
                  <a16:creationId xmlns:a16="http://schemas.microsoft.com/office/drawing/2014/main" id="{E9FD3F9B-8420-4C52-A203-7CEFCBF66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310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9" name="Freeform 22">
              <a:extLst>
                <a:ext uri="{FF2B5EF4-FFF2-40B4-BE49-F238E27FC236}">
                  <a16:creationId xmlns:a16="http://schemas.microsoft.com/office/drawing/2014/main" id="{372155B5-1C12-4BC6-B87E-49C5CD840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123"/>
              <a:ext cx="1" cy="149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1 w 1"/>
                <a:gd name="T5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0" name="Freeform 23">
              <a:extLst>
                <a:ext uri="{FF2B5EF4-FFF2-40B4-BE49-F238E27FC236}">
                  <a16:creationId xmlns:a16="http://schemas.microsoft.com/office/drawing/2014/main" id="{C214A4DD-1038-4FB0-A970-A89738A3D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937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51" name="Freeform 24">
            <a:extLst>
              <a:ext uri="{FF2B5EF4-FFF2-40B4-BE49-F238E27FC236}">
                <a16:creationId xmlns:a16="http://schemas.microsoft.com/office/drawing/2014/main" id="{533AB404-802F-4605-A105-708E4A46F794}"/>
              </a:ext>
            </a:extLst>
          </p:cNvPr>
          <p:cNvSpPr>
            <a:spLocks/>
          </p:cNvSpPr>
          <p:nvPr/>
        </p:nvSpPr>
        <p:spPr bwMode="auto">
          <a:xfrm>
            <a:off x="1312863" y="2081213"/>
            <a:ext cx="1587" cy="828675"/>
          </a:xfrm>
          <a:custGeom>
            <a:avLst/>
            <a:gdLst>
              <a:gd name="T0" fmla="*/ 0 w 1"/>
              <a:gd name="T1" fmla="*/ 1044 h 1044"/>
              <a:gd name="T2" fmla="*/ 0 w 1"/>
              <a:gd name="T3" fmla="*/ 0 h 1044"/>
              <a:gd name="T4" fmla="*/ 1 w 1"/>
              <a:gd name="T5" fmla="*/ 0 h 10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044">
                <a:moveTo>
                  <a:pt x="0" y="104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352" name="Group 25">
            <a:extLst>
              <a:ext uri="{FF2B5EF4-FFF2-40B4-BE49-F238E27FC236}">
                <a16:creationId xmlns:a16="http://schemas.microsoft.com/office/drawing/2014/main" id="{98FB8CD9-5C25-4B21-A2D4-61490C305ED1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878013"/>
            <a:ext cx="1588" cy="1031875"/>
            <a:chOff x="1088" y="1183"/>
            <a:chExt cx="1" cy="650"/>
          </a:xfrm>
        </p:grpSpPr>
        <p:sp>
          <p:nvSpPr>
            <p:cNvPr id="5353" name="Freeform 26">
              <a:extLst>
                <a:ext uri="{FF2B5EF4-FFF2-40B4-BE49-F238E27FC236}">
                  <a16:creationId xmlns:a16="http://schemas.microsoft.com/office/drawing/2014/main" id="{F9EC41B2-932C-4F50-A816-DCDAFFE8A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713"/>
              <a:ext cx="1" cy="120"/>
            </a:xfrm>
            <a:custGeom>
              <a:avLst/>
              <a:gdLst>
                <a:gd name="T0" fmla="*/ 0 w 1"/>
                <a:gd name="T1" fmla="*/ 239 h 239"/>
                <a:gd name="T2" fmla="*/ 0 w 1"/>
                <a:gd name="T3" fmla="*/ 0 h 239"/>
                <a:gd name="T4" fmla="*/ 1 w 1"/>
                <a:gd name="T5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9">
                  <a:moveTo>
                    <a:pt x="0" y="2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4" name="Freeform 27">
              <a:extLst>
                <a:ext uri="{FF2B5EF4-FFF2-40B4-BE49-F238E27FC236}">
                  <a16:creationId xmlns:a16="http://schemas.microsoft.com/office/drawing/2014/main" id="{B3FF27AB-1B53-4592-B439-6B7CCE15B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527"/>
              <a:ext cx="1" cy="149"/>
            </a:xfrm>
            <a:custGeom>
              <a:avLst/>
              <a:gdLst>
                <a:gd name="T0" fmla="*/ 0 w 1"/>
                <a:gd name="T1" fmla="*/ 298 h 298"/>
                <a:gd name="T2" fmla="*/ 0 w 1"/>
                <a:gd name="T3" fmla="*/ 0 h 298"/>
                <a:gd name="T4" fmla="*/ 1 w 1"/>
                <a:gd name="T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5" name="Freeform 28">
              <a:extLst>
                <a:ext uri="{FF2B5EF4-FFF2-40B4-BE49-F238E27FC236}">
                  <a16:creationId xmlns:a16="http://schemas.microsoft.com/office/drawing/2014/main" id="{3DF13E3F-D64E-445F-9075-65DC4D55E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340"/>
              <a:ext cx="1" cy="149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1 w 1"/>
                <a:gd name="T5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6" name="Freeform 29">
              <a:extLst>
                <a:ext uri="{FF2B5EF4-FFF2-40B4-BE49-F238E27FC236}">
                  <a16:creationId xmlns:a16="http://schemas.microsoft.com/office/drawing/2014/main" id="{4E31D765-BB1A-4CD9-81EB-1B4310208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183"/>
              <a:ext cx="1" cy="119"/>
            </a:xfrm>
            <a:custGeom>
              <a:avLst/>
              <a:gdLst>
                <a:gd name="T0" fmla="*/ 0 w 1"/>
                <a:gd name="T1" fmla="*/ 240 h 240"/>
                <a:gd name="T2" fmla="*/ 0 w 1"/>
                <a:gd name="T3" fmla="*/ 0 h 240"/>
                <a:gd name="T4" fmla="*/ 1 w 1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57" name="Freeform 30">
            <a:extLst>
              <a:ext uri="{FF2B5EF4-FFF2-40B4-BE49-F238E27FC236}">
                <a16:creationId xmlns:a16="http://schemas.microsoft.com/office/drawing/2014/main" id="{655C38C8-BC50-43E1-ABC6-62BE63F9419D}"/>
              </a:ext>
            </a:extLst>
          </p:cNvPr>
          <p:cNvSpPr>
            <a:spLocks/>
          </p:cNvSpPr>
          <p:nvPr/>
        </p:nvSpPr>
        <p:spPr bwMode="auto">
          <a:xfrm>
            <a:off x="2141538" y="4808538"/>
            <a:ext cx="1587" cy="498475"/>
          </a:xfrm>
          <a:custGeom>
            <a:avLst/>
            <a:gdLst>
              <a:gd name="T0" fmla="*/ 0 w 1"/>
              <a:gd name="T1" fmla="*/ 0 h 628"/>
              <a:gd name="T2" fmla="*/ 0 w 1"/>
              <a:gd name="T3" fmla="*/ 628 h 628"/>
              <a:gd name="T4" fmla="*/ 1 w 1"/>
              <a:gd name="T5" fmla="*/ 628 h 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28">
                <a:moveTo>
                  <a:pt x="0" y="0"/>
                </a:moveTo>
                <a:lnTo>
                  <a:pt x="0" y="628"/>
                </a:lnTo>
                <a:lnTo>
                  <a:pt x="1" y="628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8" name="Freeform 31">
            <a:extLst>
              <a:ext uri="{FF2B5EF4-FFF2-40B4-BE49-F238E27FC236}">
                <a16:creationId xmlns:a16="http://schemas.microsoft.com/office/drawing/2014/main" id="{8EE625D6-0FF3-4B3D-A739-D15545746621}"/>
              </a:ext>
            </a:extLst>
          </p:cNvPr>
          <p:cNvSpPr>
            <a:spLocks/>
          </p:cNvSpPr>
          <p:nvPr/>
        </p:nvSpPr>
        <p:spPr bwMode="auto">
          <a:xfrm>
            <a:off x="1312863" y="3648075"/>
            <a:ext cx="1587" cy="1658938"/>
          </a:xfrm>
          <a:custGeom>
            <a:avLst/>
            <a:gdLst>
              <a:gd name="T0" fmla="*/ 0 w 1"/>
              <a:gd name="T1" fmla="*/ 0 h 2090"/>
              <a:gd name="T2" fmla="*/ 0 w 1"/>
              <a:gd name="T3" fmla="*/ 2090 h 2090"/>
              <a:gd name="T4" fmla="*/ 1 w 1"/>
              <a:gd name="T5" fmla="*/ 2090 h 2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9" name="Freeform 32">
            <a:extLst>
              <a:ext uri="{FF2B5EF4-FFF2-40B4-BE49-F238E27FC236}">
                <a16:creationId xmlns:a16="http://schemas.microsoft.com/office/drawing/2014/main" id="{549ECF79-784A-49B0-8155-31E8161A7376}"/>
              </a:ext>
            </a:extLst>
          </p:cNvPr>
          <p:cNvSpPr>
            <a:spLocks/>
          </p:cNvSpPr>
          <p:nvPr/>
        </p:nvSpPr>
        <p:spPr bwMode="auto">
          <a:xfrm>
            <a:off x="2524125" y="3648075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627 h 627"/>
              <a:gd name="T4" fmla="*/ 1 w 1"/>
              <a:gd name="T5" fmla="*/ 627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0" name="Freeform 33">
            <a:extLst>
              <a:ext uri="{FF2B5EF4-FFF2-40B4-BE49-F238E27FC236}">
                <a16:creationId xmlns:a16="http://schemas.microsoft.com/office/drawing/2014/main" id="{8679BFBF-9117-4421-A5BD-8D1E7F3CCC2D}"/>
              </a:ext>
            </a:extLst>
          </p:cNvPr>
          <p:cNvSpPr>
            <a:spLocks/>
          </p:cNvSpPr>
          <p:nvPr/>
        </p:nvSpPr>
        <p:spPr bwMode="auto">
          <a:xfrm>
            <a:off x="1727200" y="3648075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627 h 627"/>
              <a:gd name="T4" fmla="*/ 1 w 1"/>
              <a:gd name="T5" fmla="*/ 627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1" name="Freeform 34">
            <a:extLst>
              <a:ext uri="{FF2B5EF4-FFF2-40B4-BE49-F238E27FC236}">
                <a16:creationId xmlns:a16="http://schemas.microsoft.com/office/drawing/2014/main" id="{A32F6A71-186F-4A7F-9604-7538BCD72751}"/>
              </a:ext>
            </a:extLst>
          </p:cNvPr>
          <p:cNvSpPr>
            <a:spLocks/>
          </p:cNvSpPr>
          <p:nvPr/>
        </p:nvSpPr>
        <p:spPr bwMode="auto">
          <a:xfrm>
            <a:off x="1727200" y="4146550"/>
            <a:ext cx="798513" cy="1588"/>
          </a:xfrm>
          <a:custGeom>
            <a:avLst/>
            <a:gdLst>
              <a:gd name="T0" fmla="*/ 0 w 1006"/>
              <a:gd name="T1" fmla="*/ 0 h 1588"/>
              <a:gd name="T2" fmla="*/ 1005 w 1006"/>
              <a:gd name="T3" fmla="*/ 0 h 1588"/>
              <a:gd name="T4" fmla="*/ 1006 w 1006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6" h="1588">
                <a:moveTo>
                  <a:pt x="0" y="0"/>
                </a:moveTo>
                <a:lnTo>
                  <a:pt x="1005" y="0"/>
                </a:lnTo>
                <a:lnTo>
                  <a:pt x="1006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2" name="Freeform 35">
            <a:extLst>
              <a:ext uri="{FF2B5EF4-FFF2-40B4-BE49-F238E27FC236}">
                <a16:creationId xmlns:a16="http://schemas.microsoft.com/office/drawing/2014/main" id="{44980E27-87AD-48A5-98A9-0BD3AF6AF12B}"/>
              </a:ext>
            </a:extLst>
          </p:cNvPr>
          <p:cNvSpPr>
            <a:spLocks/>
          </p:cNvSpPr>
          <p:nvPr/>
        </p:nvSpPr>
        <p:spPr bwMode="auto">
          <a:xfrm>
            <a:off x="1312863" y="3648075"/>
            <a:ext cx="415925" cy="1588"/>
          </a:xfrm>
          <a:custGeom>
            <a:avLst/>
            <a:gdLst>
              <a:gd name="T0" fmla="*/ 0 w 523"/>
              <a:gd name="T1" fmla="*/ 0 h 1588"/>
              <a:gd name="T2" fmla="*/ 522 w 523"/>
              <a:gd name="T3" fmla="*/ 0 h 1588"/>
              <a:gd name="T4" fmla="*/ 523 w 523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23" h="1588">
                <a:moveTo>
                  <a:pt x="0" y="0"/>
                </a:moveTo>
                <a:lnTo>
                  <a:pt x="522" y="0"/>
                </a:lnTo>
                <a:lnTo>
                  <a:pt x="523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3" name="Freeform 36">
            <a:extLst>
              <a:ext uri="{FF2B5EF4-FFF2-40B4-BE49-F238E27FC236}">
                <a16:creationId xmlns:a16="http://schemas.microsoft.com/office/drawing/2014/main" id="{F4E2F02D-22C9-49B8-BF1C-BF486E82F0F3}"/>
              </a:ext>
            </a:extLst>
          </p:cNvPr>
          <p:cNvSpPr>
            <a:spLocks/>
          </p:cNvSpPr>
          <p:nvPr/>
        </p:nvSpPr>
        <p:spPr bwMode="auto">
          <a:xfrm>
            <a:off x="3713163" y="1282700"/>
            <a:ext cx="1587" cy="1627188"/>
          </a:xfrm>
          <a:custGeom>
            <a:avLst/>
            <a:gdLst>
              <a:gd name="T0" fmla="*/ 0 w 1"/>
              <a:gd name="T1" fmla="*/ 2049 h 2049"/>
              <a:gd name="T2" fmla="*/ 0 w 1"/>
              <a:gd name="T3" fmla="*/ 0 h 2049"/>
              <a:gd name="T4" fmla="*/ 1 w 1"/>
              <a:gd name="T5" fmla="*/ 0 h 2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9">
                <a:moveTo>
                  <a:pt x="0" y="2049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4" name="Freeform 37">
            <a:extLst>
              <a:ext uri="{FF2B5EF4-FFF2-40B4-BE49-F238E27FC236}">
                <a16:creationId xmlns:a16="http://schemas.microsoft.com/office/drawing/2014/main" id="{F5B9AEE9-FBF3-4D3E-9A5A-107FE3016A20}"/>
              </a:ext>
            </a:extLst>
          </p:cNvPr>
          <p:cNvSpPr>
            <a:spLocks/>
          </p:cNvSpPr>
          <p:nvPr/>
        </p:nvSpPr>
        <p:spPr bwMode="auto">
          <a:xfrm>
            <a:off x="3713163" y="3648075"/>
            <a:ext cx="1587" cy="1658938"/>
          </a:xfrm>
          <a:custGeom>
            <a:avLst/>
            <a:gdLst>
              <a:gd name="T0" fmla="*/ 0 w 1"/>
              <a:gd name="T1" fmla="*/ 0 h 2090"/>
              <a:gd name="T2" fmla="*/ 0 w 1"/>
              <a:gd name="T3" fmla="*/ 2090 h 2090"/>
              <a:gd name="T4" fmla="*/ 1 w 1"/>
              <a:gd name="T5" fmla="*/ 2090 h 2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5" name="Freeform 38">
            <a:extLst>
              <a:ext uri="{FF2B5EF4-FFF2-40B4-BE49-F238E27FC236}">
                <a16:creationId xmlns:a16="http://schemas.microsoft.com/office/drawing/2014/main" id="{1939A7D8-58DA-4510-9D29-171B9774C10D}"/>
              </a:ext>
            </a:extLst>
          </p:cNvPr>
          <p:cNvSpPr>
            <a:spLocks/>
          </p:cNvSpPr>
          <p:nvPr/>
        </p:nvSpPr>
        <p:spPr bwMode="auto">
          <a:xfrm>
            <a:off x="2938463" y="3648075"/>
            <a:ext cx="1587" cy="1160463"/>
          </a:xfrm>
          <a:custGeom>
            <a:avLst/>
            <a:gdLst>
              <a:gd name="T0" fmla="*/ 0 w 1"/>
              <a:gd name="T1" fmla="*/ 0 h 1462"/>
              <a:gd name="T2" fmla="*/ 0 w 1"/>
              <a:gd name="T3" fmla="*/ 1462 h 1462"/>
              <a:gd name="T4" fmla="*/ 1 w 1"/>
              <a:gd name="T5" fmla="*/ 1462 h 1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462">
                <a:moveTo>
                  <a:pt x="0" y="0"/>
                </a:moveTo>
                <a:lnTo>
                  <a:pt x="0" y="1462"/>
                </a:lnTo>
                <a:lnTo>
                  <a:pt x="1" y="1462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66" name="Freeform 39">
            <a:extLst>
              <a:ext uri="{FF2B5EF4-FFF2-40B4-BE49-F238E27FC236}">
                <a16:creationId xmlns:a16="http://schemas.microsoft.com/office/drawing/2014/main" id="{9B035E9C-7758-4829-B950-13707A8962F5}"/>
              </a:ext>
            </a:extLst>
          </p:cNvPr>
          <p:cNvSpPr>
            <a:spLocks/>
          </p:cNvSpPr>
          <p:nvPr/>
        </p:nvSpPr>
        <p:spPr bwMode="auto">
          <a:xfrm>
            <a:off x="2938463" y="1282700"/>
            <a:ext cx="774700" cy="1588"/>
          </a:xfrm>
          <a:custGeom>
            <a:avLst/>
            <a:gdLst>
              <a:gd name="T0" fmla="*/ 976 w 976"/>
              <a:gd name="T1" fmla="*/ 0 h 1588"/>
              <a:gd name="T2" fmla="*/ 0 w 976"/>
              <a:gd name="T3" fmla="*/ 0 h 1588"/>
              <a:gd name="T4" fmla="*/ 1 w 976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76" h="1588">
                <a:moveTo>
                  <a:pt x="976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367" name="Group 40">
            <a:extLst>
              <a:ext uri="{FF2B5EF4-FFF2-40B4-BE49-F238E27FC236}">
                <a16:creationId xmlns:a16="http://schemas.microsoft.com/office/drawing/2014/main" id="{97F25468-65FC-4F73-A629-A0389120E0E6}"/>
              </a:ext>
            </a:extLst>
          </p:cNvPr>
          <p:cNvGrpSpPr>
            <a:grpSpLocks/>
          </p:cNvGrpSpPr>
          <p:nvPr/>
        </p:nvGrpSpPr>
        <p:grpSpPr bwMode="auto">
          <a:xfrm>
            <a:off x="1312863" y="1282700"/>
            <a:ext cx="1625600" cy="2366963"/>
            <a:chOff x="827" y="808"/>
            <a:chExt cx="1024" cy="1491"/>
          </a:xfrm>
        </p:grpSpPr>
        <p:sp>
          <p:nvSpPr>
            <p:cNvPr id="5368" name="Freeform 41">
              <a:extLst>
                <a:ext uri="{FF2B5EF4-FFF2-40B4-BE49-F238E27FC236}">
                  <a16:creationId xmlns:a16="http://schemas.microsoft.com/office/drawing/2014/main" id="{0675D003-C3F1-4E0A-9829-C7995CB4C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808"/>
              <a:ext cx="22" cy="1"/>
            </a:xfrm>
            <a:custGeom>
              <a:avLst/>
              <a:gdLst>
                <a:gd name="T0" fmla="*/ 44 w 44"/>
                <a:gd name="T1" fmla="*/ 0 h 1"/>
                <a:gd name="T2" fmla="*/ 0 w 44"/>
                <a:gd name="T3" fmla="*/ 0 h 1"/>
                <a:gd name="T4" fmla="*/ 1 w 44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1">
                  <a:moveTo>
                    <a:pt x="4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" name="Freeform 42">
              <a:extLst>
                <a:ext uri="{FF2B5EF4-FFF2-40B4-BE49-F238E27FC236}">
                  <a16:creationId xmlns:a16="http://schemas.microsoft.com/office/drawing/2014/main" id="{F5A8C11D-ACFC-4EA7-B17C-33DB45ADA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91"/>
              <a:ext cx="1" cy="120"/>
            </a:xfrm>
            <a:custGeom>
              <a:avLst/>
              <a:gdLst>
                <a:gd name="T0" fmla="*/ 0 w 1"/>
                <a:gd name="T1" fmla="*/ 240 h 240"/>
                <a:gd name="T2" fmla="*/ 0 w 1"/>
                <a:gd name="T3" fmla="*/ 0 h 240"/>
                <a:gd name="T4" fmla="*/ 1 w 1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" name="Freeform 43">
              <a:extLst>
                <a:ext uri="{FF2B5EF4-FFF2-40B4-BE49-F238E27FC236}">
                  <a16:creationId xmlns:a16="http://schemas.microsoft.com/office/drawing/2014/main" id="{30B1AEF0-3442-4BC9-A1C7-33689993E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808"/>
              <a:ext cx="509" cy="1"/>
            </a:xfrm>
            <a:custGeom>
              <a:avLst/>
              <a:gdLst>
                <a:gd name="T0" fmla="*/ 1018 w 1018"/>
                <a:gd name="T1" fmla="*/ 0 h 1"/>
                <a:gd name="T2" fmla="*/ 0 w 1018"/>
                <a:gd name="T3" fmla="*/ 0 h 1"/>
                <a:gd name="T4" fmla="*/ 1 w 1018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18" h="1">
                  <a:moveTo>
                    <a:pt x="101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" name="Freeform 44">
              <a:extLst>
                <a:ext uri="{FF2B5EF4-FFF2-40B4-BE49-F238E27FC236}">
                  <a16:creationId xmlns:a16="http://schemas.microsoft.com/office/drawing/2014/main" id="{A1834DD1-CF47-43AF-B145-DC7C63C6E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35"/>
              <a:ext cx="1" cy="11"/>
            </a:xfrm>
            <a:custGeom>
              <a:avLst/>
              <a:gdLst>
                <a:gd name="T0" fmla="*/ 0 w 1"/>
                <a:gd name="T1" fmla="*/ 22 h 22"/>
                <a:gd name="T2" fmla="*/ 0 w 1"/>
                <a:gd name="T3" fmla="*/ 0 h 22"/>
                <a:gd name="T4" fmla="*/ 1 w 1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" name="Freeform 45">
              <a:extLst>
                <a:ext uri="{FF2B5EF4-FFF2-40B4-BE49-F238E27FC236}">
                  <a16:creationId xmlns:a16="http://schemas.microsoft.com/office/drawing/2014/main" id="{28262973-8AD1-44DD-A020-380927924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067"/>
              <a:ext cx="1" cy="11"/>
            </a:xfrm>
            <a:custGeom>
              <a:avLst/>
              <a:gdLst>
                <a:gd name="T0" fmla="*/ 0 w 1"/>
                <a:gd name="T1" fmla="*/ 23 h 23"/>
                <a:gd name="T2" fmla="*/ 0 w 1"/>
                <a:gd name="T3" fmla="*/ 0 h 23"/>
                <a:gd name="T4" fmla="*/ 1 w 1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">
                  <a:moveTo>
                    <a:pt x="0" y="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" name="Freeform 46">
              <a:extLst>
                <a:ext uri="{FF2B5EF4-FFF2-40B4-BE49-F238E27FC236}">
                  <a16:creationId xmlns:a16="http://schemas.microsoft.com/office/drawing/2014/main" id="{96BAE65E-837F-43BE-A33A-B3E2FA0E1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1" cy="203"/>
            </a:xfrm>
            <a:custGeom>
              <a:avLst/>
              <a:gdLst>
                <a:gd name="T0" fmla="*/ 0 w 1"/>
                <a:gd name="T1" fmla="*/ 405 h 405"/>
                <a:gd name="T2" fmla="*/ 0 w 1"/>
                <a:gd name="T3" fmla="*/ 0 h 405"/>
                <a:gd name="T4" fmla="*/ 1 w 1"/>
                <a:gd name="T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05">
                  <a:moveTo>
                    <a:pt x="0" y="40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" name="Freeform 47">
              <a:extLst>
                <a:ext uri="{FF2B5EF4-FFF2-40B4-BE49-F238E27FC236}">
                  <a16:creationId xmlns:a16="http://schemas.microsoft.com/office/drawing/2014/main" id="{E2EEBD0D-E461-4121-BCE9-EA1C5BD7D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301" cy="1"/>
            </a:xfrm>
            <a:custGeom>
              <a:avLst/>
              <a:gdLst>
                <a:gd name="T0" fmla="*/ 602 w 602"/>
                <a:gd name="T1" fmla="*/ 0 h 1"/>
                <a:gd name="T2" fmla="*/ 0 w 602"/>
                <a:gd name="T3" fmla="*/ 0 h 1"/>
                <a:gd name="T4" fmla="*/ 1 w 60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2" h="1">
                  <a:moveTo>
                    <a:pt x="60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" name="Freeform 48">
              <a:extLst>
                <a:ext uri="{FF2B5EF4-FFF2-40B4-BE49-F238E27FC236}">
                  <a16:creationId xmlns:a16="http://schemas.microsoft.com/office/drawing/2014/main" id="{8D80BAF7-2807-4180-A671-699F92551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808"/>
              <a:ext cx="23" cy="1"/>
            </a:xfrm>
            <a:custGeom>
              <a:avLst/>
              <a:gdLst>
                <a:gd name="T0" fmla="*/ 46 w 46"/>
                <a:gd name="T1" fmla="*/ 0 h 1"/>
                <a:gd name="T2" fmla="*/ 0 w 46"/>
                <a:gd name="T3" fmla="*/ 0 h 1"/>
                <a:gd name="T4" fmla="*/ 1 w 46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1">
                  <a:moveTo>
                    <a:pt x="4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" name="Freeform 49">
              <a:extLst>
                <a:ext uri="{FF2B5EF4-FFF2-40B4-BE49-F238E27FC236}">
                  <a16:creationId xmlns:a16="http://schemas.microsoft.com/office/drawing/2014/main" id="{54FA3FBF-F4D2-4DE8-9228-C8F1C5060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2298"/>
              <a:ext cx="131" cy="1"/>
            </a:xfrm>
            <a:custGeom>
              <a:avLst/>
              <a:gdLst>
                <a:gd name="T0" fmla="*/ 0 w 262"/>
                <a:gd name="T1" fmla="*/ 0 h 1"/>
                <a:gd name="T2" fmla="*/ 261 w 262"/>
                <a:gd name="T3" fmla="*/ 0 h 1"/>
                <a:gd name="T4" fmla="*/ 262 w 26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2" h="1">
                  <a:moveTo>
                    <a:pt x="0" y="0"/>
                  </a:moveTo>
                  <a:lnTo>
                    <a:pt x="261" y="0"/>
                  </a:lnTo>
                  <a:lnTo>
                    <a:pt x="262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7" name="Freeform 50">
              <a:extLst>
                <a:ext uri="{FF2B5EF4-FFF2-40B4-BE49-F238E27FC236}">
                  <a16:creationId xmlns:a16="http://schemas.microsoft.com/office/drawing/2014/main" id="{FD30658D-4F87-4901-871E-8AACC7FEB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298"/>
              <a:ext cx="24" cy="1"/>
            </a:xfrm>
            <a:custGeom>
              <a:avLst/>
              <a:gdLst>
                <a:gd name="T0" fmla="*/ 0 w 47"/>
                <a:gd name="T1" fmla="*/ 0 h 1"/>
                <a:gd name="T2" fmla="*/ 46 w 47"/>
                <a:gd name="T3" fmla="*/ 0 h 1"/>
                <a:gd name="T4" fmla="*/ 47 w 47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8" name="Freeform 51">
              <a:extLst>
                <a:ext uri="{FF2B5EF4-FFF2-40B4-BE49-F238E27FC236}">
                  <a16:creationId xmlns:a16="http://schemas.microsoft.com/office/drawing/2014/main" id="{E34C3B63-7852-4C34-838E-2D42D7317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298"/>
              <a:ext cx="23" cy="1"/>
            </a:xfrm>
            <a:custGeom>
              <a:avLst/>
              <a:gdLst>
                <a:gd name="T0" fmla="*/ 0 w 46"/>
                <a:gd name="T1" fmla="*/ 0 h 1"/>
                <a:gd name="T2" fmla="*/ 45 w 46"/>
                <a:gd name="T3" fmla="*/ 0 h 1"/>
                <a:gd name="T4" fmla="*/ 46 w 46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1">
                  <a:moveTo>
                    <a:pt x="0" y="0"/>
                  </a:moveTo>
                  <a:lnTo>
                    <a:pt x="45" y="0"/>
                  </a:lnTo>
                  <a:lnTo>
                    <a:pt x="46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9" name="Freeform 52">
              <a:extLst>
                <a:ext uri="{FF2B5EF4-FFF2-40B4-BE49-F238E27FC236}">
                  <a16:creationId xmlns:a16="http://schemas.microsoft.com/office/drawing/2014/main" id="{CBA4D71A-250A-40D5-91FE-A34B37F98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298"/>
              <a:ext cx="169" cy="1"/>
            </a:xfrm>
            <a:custGeom>
              <a:avLst/>
              <a:gdLst>
                <a:gd name="T0" fmla="*/ 0 w 339"/>
                <a:gd name="T1" fmla="*/ 0 h 1"/>
                <a:gd name="T2" fmla="*/ 338 w 339"/>
                <a:gd name="T3" fmla="*/ 0 h 1"/>
                <a:gd name="T4" fmla="*/ 339 w 339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9" h="1">
                  <a:moveTo>
                    <a:pt x="0" y="0"/>
                  </a:moveTo>
                  <a:lnTo>
                    <a:pt x="338" y="0"/>
                  </a:lnTo>
                  <a:lnTo>
                    <a:pt x="339" y="0"/>
                  </a:lnTo>
                </a:path>
              </a:pathLst>
            </a:custGeom>
            <a:noFill/>
            <a:ln w="19050" cap="flat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80" name="Group 53">
            <a:extLst>
              <a:ext uri="{FF2B5EF4-FFF2-40B4-BE49-F238E27FC236}">
                <a16:creationId xmlns:a16="http://schemas.microsoft.com/office/drawing/2014/main" id="{7312D056-085A-4007-ADE9-402714CC93F8}"/>
              </a:ext>
            </a:extLst>
          </p:cNvPr>
          <p:cNvGrpSpPr>
            <a:grpSpLocks/>
          </p:cNvGrpSpPr>
          <p:nvPr/>
        </p:nvGrpSpPr>
        <p:grpSpPr bwMode="auto">
          <a:xfrm>
            <a:off x="5980113" y="3575050"/>
            <a:ext cx="2524125" cy="2566988"/>
            <a:chOff x="580" y="2662"/>
            <a:chExt cx="1154" cy="1174"/>
          </a:xfrm>
        </p:grpSpPr>
        <p:sp>
          <p:nvSpPr>
            <p:cNvPr id="5381" name="Freeform 54">
              <a:extLst>
                <a:ext uri="{FF2B5EF4-FFF2-40B4-BE49-F238E27FC236}">
                  <a16:creationId xmlns:a16="http://schemas.microsoft.com/office/drawing/2014/main" id="{0E5F1D4C-2668-4C69-A7E3-4CC3C5B03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2781"/>
              <a:ext cx="957" cy="771"/>
            </a:xfrm>
            <a:custGeom>
              <a:avLst/>
              <a:gdLst>
                <a:gd name="T0" fmla="*/ 495 w 957"/>
                <a:gd name="T1" fmla="*/ 0 h 771"/>
                <a:gd name="T2" fmla="*/ 957 w 957"/>
                <a:gd name="T3" fmla="*/ 265 h 771"/>
                <a:gd name="T4" fmla="*/ 452 w 957"/>
                <a:gd name="T5" fmla="*/ 771 h 771"/>
                <a:gd name="T6" fmla="*/ 0 w 957"/>
                <a:gd name="T7" fmla="*/ 500 h 771"/>
                <a:gd name="T8" fmla="*/ 495 w 957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7" h="771">
                  <a:moveTo>
                    <a:pt x="495" y="0"/>
                  </a:moveTo>
                  <a:lnTo>
                    <a:pt x="957" y="265"/>
                  </a:lnTo>
                  <a:lnTo>
                    <a:pt x="452" y="771"/>
                  </a:lnTo>
                  <a:lnTo>
                    <a:pt x="0" y="500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82" name="Freeform 55">
              <a:extLst>
                <a:ext uri="{FF2B5EF4-FFF2-40B4-BE49-F238E27FC236}">
                  <a16:creationId xmlns:a16="http://schemas.microsoft.com/office/drawing/2014/main" id="{66509819-0E1C-4B6E-968C-16538EEB5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662"/>
              <a:ext cx="668" cy="393"/>
            </a:xfrm>
            <a:custGeom>
              <a:avLst/>
              <a:gdLst>
                <a:gd name="T0" fmla="*/ 0 w 668"/>
                <a:gd name="T1" fmla="*/ 128 h 393"/>
                <a:gd name="T2" fmla="*/ 207 w 668"/>
                <a:gd name="T3" fmla="*/ 0 h 393"/>
                <a:gd name="T4" fmla="*/ 668 w 668"/>
                <a:gd name="T5" fmla="*/ 273 h 393"/>
                <a:gd name="T6" fmla="*/ 462 w 668"/>
                <a:gd name="T7" fmla="*/ 393 h 393"/>
                <a:gd name="T8" fmla="*/ 0 w 668"/>
                <a:gd name="T9" fmla="*/ 12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8" h="393">
                  <a:moveTo>
                    <a:pt x="0" y="128"/>
                  </a:moveTo>
                  <a:lnTo>
                    <a:pt x="207" y="0"/>
                  </a:lnTo>
                  <a:lnTo>
                    <a:pt x="668" y="273"/>
                  </a:lnTo>
                  <a:lnTo>
                    <a:pt x="462" y="393"/>
                  </a:lnTo>
                  <a:lnTo>
                    <a:pt x="0" y="128"/>
                  </a:lnTo>
                  <a:close/>
                </a:path>
              </a:pathLst>
            </a:custGeom>
            <a:gradFill rotWithShape="0">
              <a:gsLst>
                <a:gs pos="0">
                  <a:srgbClr val="008161"/>
                </a:gs>
                <a:gs pos="100000">
                  <a:srgbClr val="00CC99"/>
                </a:gs>
              </a:gsLst>
              <a:lin ang="54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5383" name="Freeform 56">
              <a:extLst>
                <a:ext uri="{FF2B5EF4-FFF2-40B4-BE49-F238E27FC236}">
                  <a16:creationId xmlns:a16="http://schemas.microsoft.com/office/drawing/2014/main" id="{1A547075-D1EB-4E0D-8932-D280FC6A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3282"/>
              <a:ext cx="459" cy="554"/>
            </a:xfrm>
            <a:custGeom>
              <a:avLst/>
              <a:gdLst>
                <a:gd name="T0" fmla="*/ 0 w 644"/>
                <a:gd name="T1" fmla="*/ 0 h 777"/>
                <a:gd name="T2" fmla="*/ 0 w 644"/>
                <a:gd name="T3" fmla="*/ 417 h 777"/>
                <a:gd name="T4" fmla="*/ 644 w 644"/>
                <a:gd name="T5" fmla="*/ 777 h 777"/>
                <a:gd name="T6" fmla="*/ 644 w 644"/>
                <a:gd name="T7" fmla="*/ 374 h 777"/>
                <a:gd name="T8" fmla="*/ 0 w 644"/>
                <a:gd name="T9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4" h="777">
                  <a:moveTo>
                    <a:pt x="0" y="0"/>
                  </a:moveTo>
                  <a:lnTo>
                    <a:pt x="0" y="417"/>
                  </a:lnTo>
                  <a:lnTo>
                    <a:pt x="644" y="777"/>
                  </a:lnTo>
                  <a:lnTo>
                    <a:pt x="644" y="37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47"/>
                </a:gs>
                <a:gs pos="100000">
                  <a:srgbClr val="00CC99"/>
                </a:gs>
              </a:gsLst>
              <a:lin ang="189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84" name="Freeform 57">
              <a:extLst>
                <a:ext uri="{FF2B5EF4-FFF2-40B4-BE49-F238E27FC236}">
                  <a16:creationId xmlns:a16="http://schemas.microsoft.com/office/drawing/2014/main" id="{EEA03084-15C5-45C5-8608-BC88C2C8B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935"/>
              <a:ext cx="702" cy="901"/>
            </a:xfrm>
            <a:custGeom>
              <a:avLst/>
              <a:gdLst>
                <a:gd name="T0" fmla="*/ 684 w 984"/>
                <a:gd name="T1" fmla="*/ 156 h 1262"/>
                <a:gd name="T2" fmla="*/ 984 w 984"/>
                <a:gd name="T3" fmla="*/ 0 h 1262"/>
                <a:gd name="T4" fmla="*/ 984 w 984"/>
                <a:gd name="T5" fmla="*/ 708 h 1262"/>
                <a:gd name="T6" fmla="*/ 0 w 984"/>
                <a:gd name="T7" fmla="*/ 1262 h 1262"/>
                <a:gd name="T8" fmla="*/ 0 w 984"/>
                <a:gd name="T9" fmla="*/ 852 h 1262"/>
                <a:gd name="T10" fmla="*/ 684 w 984"/>
                <a:gd name="T11" fmla="*/ 156 h 1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4" h="1262">
                  <a:moveTo>
                    <a:pt x="684" y="156"/>
                  </a:moveTo>
                  <a:lnTo>
                    <a:pt x="984" y="0"/>
                  </a:lnTo>
                  <a:lnTo>
                    <a:pt x="984" y="708"/>
                  </a:lnTo>
                  <a:lnTo>
                    <a:pt x="0" y="1262"/>
                  </a:lnTo>
                  <a:lnTo>
                    <a:pt x="0" y="852"/>
                  </a:lnTo>
                  <a:lnTo>
                    <a:pt x="684" y="156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256F25"/>
                </a:gs>
              </a:gsLst>
              <a:lin ang="27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385" name="Group 58">
            <a:extLst>
              <a:ext uri="{FF2B5EF4-FFF2-40B4-BE49-F238E27FC236}">
                <a16:creationId xmlns:a16="http://schemas.microsoft.com/office/drawing/2014/main" id="{18EB5E51-A0D0-465B-AE4B-3F4A6141EE32}"/>
              </a:ext>
            </a:extLst>
          </p:cNvPr>
          <p:cNvGrpSpPr>
            <a:grpSpLocks/>
          </p:cNvGrpSpPr>
          <p:nvPr/>
        </p:nvGrpSpPr>
        <p:grpSpPr bwMode="auto">
          <a:xfrm>
            <a:off x="6221413" y="4044950"/>
            <a:ext cx="941387" cy="846138"/>
            <a:chOff x="4169" y="3128"/>
            <a:chExt cx="431" cy="387"/>
          </a:xfrm>
        </p:grpSpPr>
        <p:sp useBgFill="1">
          <p:nvSpPr>
            <p:cNvPr id="5386" name="Freeform 59">
              <a:extLst>
                <a:ext uri="{FF2B5EF4-FFF2-40B4-BE49-F238E27FC236}">
                  <a16:creationId xmlns:a16="http://schemas.microsoft.com/office/drawing/2014/main" id="{7131C495-56B2-41A6-8390-9C04DA11C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3128"/>
              <a:ext cx="412" cy="387"/>
            </a:xfrm>
            <a:custGeom>
              <a:avLst/>
              <a:gdLst>
                <a:gd name="T0" fmla="*/ 320 w 579"/>
                <a:gd name="T1" fmla="*/ 0 h 543"/>
                <a:gd name="T2" fmla="*/ 579 w 579"/>
                <a:gd name="T3" fmla="*/ 184 h 543"/>
                <a:gd name="T4" fmla="*/ 226 w 579"/>
                <a:gd name="T5" fmla="*/ 543 h 543"/>
                <a:gd name="T6" fmla="*/ 0 w 579"/>
                <a:gd name="T7" fmla="*/ 413 h 543"/>
                <a:gd name="T8" fmla="*/ 320 w 579"/>
                <a:gd name="T9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9" h="543">
                  <a:moveTo>
                    <a:pt x="320" y="0"/>
                  </a:moveTo>
                  <a:lnTo>
                    <a:pt x="579" y="184"/>
                  </a:lnTo>
                  <a:lnTo>
                    <a:pt x="226" y="543"/>
                  </a:lnTo>
                  <a:lnTo>
                    <a:pt x="0" y="413"/>
                  </a:lnTo>
                  <a:lnTo>
                    <a:pt x="320" y="0"/>
                  </a:lnTo>
                  <a:close/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87" name="Freeform 60">
              <a:extLst>
                <a:ext uri="{FF2B5EF4-FFF2-40B4-BE49-F238E27FC236}">
                  <a16:creationId xmlns:a16="http://schemas.microsoft.com/office/drawing/2014/main" id="{F7A7B2FA-2485-420F-8DA3-3EA84ADFC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3149"/>
              <a:ext cx="171" cy="267"/>
            </a:xfrm>
            <a:custGeom>
              <a:avLst/>
              <a:gdLst>
                <a:gd name="T0" fmla="*/ 0 w 240"/>
                <a:gd name="T1" fmla="*/ 0 h 375"/>
                <a:gd name="T2" fmla="*/ 0 w 240"/>
                <a:gd name="T3" fmla="*/ 375 h 375"/>
                <a:gd name="T4" fmla="*/ 240 w 240"/>
                <a:gd name="T5" fmla="*/ 139 h 375"/>
                <a:gd name="T6" fmla="*/ 0 w 240"/>
                <a:gd name="T7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375">
                  <a:moveTo>
                    <a:pt x="0" y="0"/>
                  </a:moveTo>
                  <a:lnTo>
                    <a:pt x="0" y="375"/>
                  </a:lnTo>
                  <a:lnTo>
                    <a:pt x="240" y="1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388" name="Group 61">
            <a:extLst>
              <a:ext uri="{FF2B5EF4-FFF2-40B4-BE49-F238E27FC236}">
                <a16:creationId xmlns:a16="http://schemas.microsoft.com/office/drawing/2014/main" id="{484AB184-579E-415F-AEE9-D85775A91AA6}"/>
              </a:ext>
            </a:extLst>
          </p:cNvPr>
          <p:cNvGrpSpPr>
            <a:grpSpLocks/>
          </p:cNvGrpSpPr>
          <p:nvPr/>
        </p:nvGrpSpPr>
        <p:grpSpPr bwMode="auto">
          <a:xfrm>
            <a:off x="7189788" y="3956050"/>
            <a:ext cx="1368425" cy="1565275"/>
            <a:chOff x="4612" y="3087"/>
            <a:chExt cx="626" cy="716"/>
          </a:xfrm>
        </p:grpSpPr>
        <p:grpSp>
          <p:nvGrpSpPr>
            <p:cNvPr id="5389" name="Group 62">
              <a:extLst>
                <a:ext uri="{FF2B5EF4-FFF2-40B4-BE49-F238E27FC236}">
                  <a16:creationId xmlns:a16="http://schemas.microsoft.com/office/drawing/2014/main" id="{8E784463-3CC0-4CBF-98F2-B307363A4D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3101"/>
              <a:ext cx="585" cy="702"/>
              <a:chOff x="2688" y="2477"/>
              <a:chExt cx="819" cy="985"/>
            </a:xfrm>
          </p:grpSpPr>
          <p:sp>
            <p:nvSpPr>
              <p:cNvPr id="5390" name="Freeform 63">
                <a:extLst>
                  <a:ext uri="{FF2B5EF4-FFF2-40B4-BE49-F238E27FC236}">
                    <a16:creationId xmlns:a16="http://schemas.microsoft.com/office/drawing/2014/main" id="{9FB3E2FE-D95A-47AA-91BA-1489AB6C5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477"/>
                <a:ext cx="634" cy="768"/>
              </a:xfrm>
              <a:custGeom>
                <a:avLst/>
                <a:gdLst>
                  <a:gd name="T0" fmla="*/ 634 w 634"/>
                  <a:gd name="T1" fmla="*/ 0 h 768"/>
                  <a:gd name="T2" fmla="*/ 634 w 634"/>
                  <a:gd name="T3" fmla="*/ 537 h 768"/>
                  <a:gd name="T4" fmla="*/ 211 w 634"/>
                  <a:gd name="T5" fmla="*/ 768 h 768"/>
                  <a:gd name="T6" fmla="*/ 211 w 634"/>
                  <a:gd name="T7" fmla="*/ 633 h 768"/>
                  <a:gd name="T8" fmla="*/ 0 w 634"/>
                  <a:gd name="T9" fmla="*/ 512 h 768"/>
                  <a:gd name="T10" fmla="*/ 346 w 634"/>
                  <a:gd name="T11" fmla="*/ 160 h 768"/>
                  <a:gd name="T12" fmla="*/ 634 w 634"/>
                  <a:gd name="T13" fmla="*/ 0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4" h="768">
                    <a:moveTo>
                      <a:pt x="634" y="0"/>
                    </a:moveTo>
                    <a:lnTo>
                      <a:pt x="634" y="537"/>
                    </a:lnTo>
                    <a:lnTo>
                      <a:pt x="211" y="768"/>
                    </a:lnTo>
                    <a:lnTo>
                      <a:pt x="211" y="633"/>
                    </a:lnTo>
                    <a:lnTo>
                      <a:pt x="0" y="512"/>
                    </a:lnTo>
                    <a:lnTo>
                      <a:pt x="346" y="160"/>
                    </a:lnTo>
                    <a:lnTo>
                      <a:pt x="6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391" name="Freeform 64">
                <a:extLst>
                  <a:ext uri="{FF2B5EF4-FFF2-40B4-BE49-F238E27FC236}">
                    <a16:creationId xmlns:a16="http://schemas.microsoft.com/office/drawing/2014/main" id="{151530FC-1554-4631-BC57-EC591C6F0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3008"/>
                <a:ext cx="608" cy="454"/>
              </a:xfrm>
              <a:custGeom>
                <a:avLst/>
                <a:gdLst>
                  <a:gd name="T0" fmla="*/ 0 w 608"/>
                  <a:gd name="T1" fmla="*/ 237 h 454"/>
                  <a:gd name="T2" fmla="*/ 0 w 608"/>
                  <a:gd name="T3" fmla="*/ 454 h 454"/>
                  <a:gd name="T4" fmla="*/ 608 w 608"/>
                  <a:gd name="T5" fmla="*/ 102 h 454"/>
                  <a:gd name="T6" fmla="*/ 432 w 608"/>
                  <a:gd name="T7" fmla="*/ 0 h 454"/>
                  <a:gd name="T8" fmla="*/ 0 w 608"/>
                  <a:gd name="T9" fmla="*/ 237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8" h="454">
                    <a:moveTo>
                      <a:pt x="0" y="237"/>
                    </a:moveTo>
                    <a:lnTo>
                      <a:pt x="0" y="454"/>
                    </a:lnTo>
                    <a:lnTo>
                      <a:pt x="608" y="102"/>
                    </a:lnTo>
                    <a:lnTo>
                      <a:pt x="432" y="0"/>
                    </a:lnTo>
                    <a:lnTo>
                      <a:pt x="0" y="2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 useBgFill="1">
          <p:nvSpPr>
            <p:cNvPr id="5392" name="Freeform 65">
              <a:extLst>
                <a:ext uri="{FF2B5EF4-FFF2-40B4-BE49-F238E27FC236}">
                  <a16:creationId xmlns:a16="http://schemas.microsoft.com/office/drawing/2014/main" id="{406369C9-B191-42EA-90F1-DAFEF9CFD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3087"/>
              <a:ext cx="173" cy="489"/>
            </a:xfrm>
            <a:custGeom>
              <a:avLst/>
              <a:gdLst>
                <a:gd name="T0" fmla="*/ 0 w 243"/>
                <a:gd name="T1" fmla="*/ 7 h 685"/>
                <a:gd name="T2" fmla="*/ 0 w 243"/>
                <a:gd name="T3" fmla="*/ 557 h 685"/>
                <a:gd name="T4" fmla="*/ 243 w 243"/>
                <a:gd name="T5" fmla="*/ 685 h 685"/>
                <a:gd name="T6" fmla="*/ 243 w 243"/>
                <a:gd name="T7" fmla="*/ 71 h 685"/>
                <a:gd name="T8" fmla="*/ 120 w 243"/>
                <a:gd name="T9" fmla="*/ 0 h 685"/>
                <a:gd name="T10" fmla="*/ 0 w 243"/>
                <a:gd name="T11" fmla="*/ 7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685">
                  <a:moveTo>
                    <a:pt x="0" y="7"/>
                  </a:moveTo>
                  <a:lnTo>
                    <a:pt x="0" y="557"/>
                  </a:lnTo>
                  <a:lnTo>
                    <a:pt x="243" y="685"/>
                  </a:lnTo>
                  <a:lnTo>
                    <a:pt x="243" y="71"/>
                  </a:lnTo>
                  <a:lnTo>
                    <a:pt x="120" y="0"/>
                  </a:lnTo>
                  <a:lnTo>
                    <a:pt x="0" y="7"/>
                  </a:lnTo>
                  <a:close/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393" name="Text Box 66">
            <a:extLst>
              <a:ext uri="{FF2B5EF4-FFF2-40B4-BE49-F238E27FC236}">
                <a16:creationId xmlns:a16="http://schemas.microsoft.com/office/drawing/2014/main" id="{E36D8BFB-CE40-4AD2-A73D-A41BF1AAD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570413"/>
            <a:ext cx="4365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i="1">
                <a:solidFill>
                  <a:srgbClr val="000000"/>
                </a:solidFill>
                <a:ea typeface="等线" panose="02010600030101010101" pitchFamily="2" charset="-122"/>
              </a:rPr>
              <a:t>p</a:t>
            </a:r>
          </a:p>
        </p:txBody>
      </p:sp>
      <p:sp>
        <p:nvSpPr>
          <p:cNvPr id="5394" name="Text Box 67">
            <a:extLst>
              <a:ext uri="{FF2B5EF4-FFF2-40B4-BE49-F238E27FC236}">
                <a16:creationId xmlns:a16="http://schemas.microsoft.com/office/drawing/2014/main" id="{AEB92261-DFDF-40A4-A59F-74944C69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4297363"/>
            <a:ext cx="385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000000"/>
                </a:solidFill>
                <a:ea typeface="等线" panose="02010600030101010101" pitchFamily="2" charset="-122"/>
              </a:rPr>
              <a:t>P</a:t>
            </a:r>
          </a:p>
        </p:txBody>
      </p:sp>
      <p:grpSp>
        <p:nvGrpSpPr>
          <p:cNvPr id="5395" name="Group 68">
            <a:extLst>
              <a:ext uri="{FF2B5EF4-FFF2-40B4-BE49-F238E27FC236}">
                <a16:creationId xmlns:a16="http://schemas.microsoft.com/office/drawing/2014/main" id="{18E89F50-7C0E-49AD-94C7-14B162A335BB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992188"/>
            <a:ext cx="781050" cy="806450"/>
            <a:chOff x="656" y="625"/>
            <a:chExt cx="492" cy="508"/>
          </a:xfrm>
        </p:grpSpPr>
        <p:sp>
          <p:nvSpPr>
            <p:cNvPr id="5396" name="Line 69">
              <a:extLst>
                <a:ext uri="{FF2B5EF4-FFF2-40B4-BE49-F238E27FC236}">
                  <a16:creationId xmlns:a16="http://schemas.microsoft.com/office/drawing/2014/main" id="{1AEA362C-C406-4A6D-820F-56961C7B9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933"/>
              <a:ext cx="115" cy="20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397" name="Text Box 70">
              <a:extLst>
                <a:ext uri="{FF2B5EF4-FFF2-40B4-BE49-F238E27FC236}">
                  <a16:creationId xmlns:a16="http://schemas.microsoft.com/office/drawing/2014/main" id="{DA2D9C85-3E26-4A3D-8639-3C56F5D1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" y="625"/>
              <a:ext cx="30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rgbClr val="000000"/>
                  </a:solidFill>
                  <a:ea typeface="等线" panose="02010600030101010101" pitchFamily="2" charset="-122"/>
                </a:rPr>
                <a:t>P</a:t>
              </a:r>
              <a:r>
                <a:rPr lang="en-US" altLang="zh-CN" sz="3200" i="1">
                  <a:solidFill>
                    <a:srgbClr val="000000"/>
                  </a:solidFill>
                  <a:ea typeface="等线" panose="02010600030101010101" pitchFamily="2" charset="-122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5398" name="Line 71">
              <a:extLst>
                <a:ext uri="{FF2B5EF4-FFF2-40B4-BE49-F238E27FC236}">
                  <a16:creationId xmlns:a16="http://schemas.microsoft.com/office/drawing/2014/main" id="{BD47BE1A-0627-488A-A610-B82AC4070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" y="922"/>
              <a:ext cx="377" cy="0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399" name="Line 72">
            <a:extLst>
              <a:ext uri="{FF2B5EF4-FFF2-40B4-BE49-F238E27FC236}">
                <a16:creationId xmlns:a16="http://schemas.microsoft.com/office/drawing/2014/main" id="{5750C3C8-121E-46B5-AFEB-BF9D2581D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4125" y="1481138"/>
            <a:ext cx="2374900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00" name="Line 73">
            <a:extLst>
              <a:ext uri="{FF2B5EF4-FFF2-40B4-BE49-F238E27FC236}">
                <a16:creationId xmlns:a16="http://schemas.microsoft.com/office/drawing/2014/main" id="{D3561A67-4AF3-40BC-A0A2-E01400FCF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788" y="1878013"/>
            <a:ext cx="31702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01" name="Line 74">
            <a:extLst>
              <a:ext uri="{FF2B5EF4-FFF2-40B4-BE49-F238E27FC236}">
                <a16:creationId xmlns:a16="http://schemas.microsoft.com/office/drawing/2014/main" id="{B822E702-238E-4571-901D-CD6B965C4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0425" y="1674813"/>
            <a:ext cx="3973513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02" name="Line 75">
            <a:extLst>
              <a:ext uri="{FF2B5EF4-FFF2-40B4-BE49-F238E27FC236}">
                <a16:creationId xmlns:a16="http://schemas.microsoft.com/office/drawing/2014/main" id="{C0E6C3B3-2E04-4032-9FA8-B8D4C9718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8713" y="2497138"/>
            <a:ext cx="2435225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3" name="Line 76">
            <a:extLst>
              <a:ext uri="{FF2B5EF4-FFF2-40B4-BE49-F238E27FC236}">
                <a16:creationId xmlns:a16="http://schemas.microsoft.com/office/drawing/2014/main" id="{569E43FB-5961-430B-9C16-81A17F571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2863" y="2081213"/>
            <a:ext cx="3586162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4" name="Line 77">
            <a:extLst>
              <a:ext uri="{FF2B5EF4-FFF2-40B4-BE49-F238E27FC236}">
                <a16:creationId xmlns:a16="http://schemas.microsoft.com/office/drawing/2014/main" id="{DE32F71C-D09B-4C7F-A596-1A94EBA3B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2081213"/>
            <a:ext cx="16922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5" name="Line 78">
            <a:extLst>
              <a:ext uri="{FF2B5EF4-FFF2-40B4-BE49-F238E27FC236}">
                <a16:creationId xmlns:a16="http://schemas.microsoft.com/office/drawing/2014/main" id="{BA67EBF8-57D3-4733-8F31-316FE42F3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0" y="1676400"/>
            <a:ext cx="5111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406" name="Group 79">
            <a:extLst>
              <a:ext uri="{FF2B5EF4-FFF2-40B4-BE49-F238E27FC236}">
                <a16:creationId xmlns:a16="http://schemas.microsoft.com/office/drawing/2014/main" id="{B16EE547-1B2E-443C-8FC2-859737C90981}"/>
              </a:ext>
            </a:extLst>
          </p:cNvPr>
          <p:cNvGrpSpPr>
            <a:grpSpLocks/>
          </p:cNvGrpSpPr>
          <p:nvPr/>
        </p:nvGrpSpPr>
        <p:grpSpPr bwMode="auto">
          <a:xfrm>
            <a:off x="6064250" y="1287463"/>
            <a:ext cx="527050" cy="392112"/>
            <a:chOff x="3820" y="811"/>
            <a:chExt cx="332" cy="247"/>
          </a:xfrm>
        </p:grpSpPr>
        <p:sp>
          <p:nvSpPr>
            <p:cNvPr id="5407" name="Line 80">
              <a:extLst>
                <a:ext uri="{FF2B5EF4-FFF2-40B4-BE49-F238E27FC236}">
                  <a16:creationId xmlns:a16="http://schemas.microsoft.com/office/drawing/2014/main" id="{617830B9-86B8-413F-AF93-31951CA51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11"/>
              <a:ext cx="332" cy="0"/>
            </a:xfrm>
            <a:prstGeom prst="line">
              <a:avLst/>
            </a:prstGeom>
            <a:noFill/>
            <a:ln w="57150" cap="flat" algn="ctr">
              <a:solidFill>
                <a:srgbClr val="AFFFD7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08" name="Line 81">
              <a:extLst>
                <a:ext uri="{FF2B5EF4-FFF2-40B4-BE49-F238E27FC236}">
                  <a16:creationId xmlns:a16="http://schemas.microsoft.com/office/drawing/2014/main" id="{221D1A1A-33D3-4B16-B72A-62D115BA3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811"/>
              <a:ext cx="0" cy="244"/>
            </a:xfrm>
            <a:prstGeom prst="line">
              <a:avLst/>
            </a:prstGeom>
            <a:noFill/>
            <a:ln w="57150" cap="flat" algn="ctr">
              <a:solidFill>
                <a:srgbClr val="AFFFD7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09" name="Line 82">
              <a:extLst>
                <a:ext uri="{FF2B5EF4-FFF2-40B4-BE49-F238E27FC236}">
                  <a16:creationId xmlns:a16="http://schemas.microsoft.com/office/drawing/2014/main" id="{A09AF3E8-00DC-49B3-AA07-B9F6A2C06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0" y="814"/>
              <a:ext cx="0" cy="244"/>
            </a:xfrm>
            <a:prstGeom prst="line">
              <a:avLst/>
            </a:pr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410" name="Line 83">
            <a:extLst>
              <a:ext uri="{FF2B5EF4-FFF2-40B4-BE49-F238E27FC236}">
                <a16:creationId xmlns:a16="http://schemas.microsoft.com/office/drawing/2014/main" id="{2B71ACB3-50B6-4488-A5F9-7F89F2F27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1282700"/>
            <a:ext cx="0" cy="16271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411" name="Group 84">
            <a:extLst>
              <a:ext uri="{FF2B5EF4-FFF2-40B4-BE49-F238E27FC236}">
                <a16:creationId xmlns:a16="http://schemas.microsoft.com/office/drawing/2014/main" id="{185B36B1-D215-485F-90A7-32072D06EBD8}"/>
              </a:ext>
            </a:extLst>
          </p:cNvPr>
          <p:cNvGrpSpPr>
            <a:grpSpLocks/>
          </p:cNvGrpSpPr>
          <p:nvPr/>
        </p:nvGrpSpPr>
        <p:grpSpPr bwMode="auto">
          <a:xfrm>
            <a:off x="4899025" y="1282700"/>
            <a:ext cx="1681163" cy="1627188"/>
            <a:chOff x="3086" y="808"/>
            <a:chExt cx="1059" cy="1025"/>
          </a:xfrm>
        </p:grpSpPr>
        <p:sp>
          <p:nvSpPr>
            <p:cNvPr id="5412" name="Line 85">
              <a:extLst>
                <a:ext uri="{FF2B5EF4-FFF2-40B4-BE49-F238E27FC236}">
                  <a16:creationId xmlns:a16="http://schemas.microsoft.com/office/drawing/2014/main" id="{E17EB9C5-C111-489D-A629-83991A9F1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808"/>
              <a:ext cx="732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3" name="Line 86">
              <a:extLst>
                <a:ext uri="{FF2B5EF4-FFF2-40B4-BE49-F238E27FC236}">
                  <a16:creationId xmlns:a16="http://schemas.microsoft.com/office/drawing/2014/main" id="{B09C9DCF-70CE-48BC-A5B6-6B9E67FE0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08"/>
              <a:ext cx="0" cy="24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4" name="Line 87">
              <a:extLst>
                <a:ext uri="{FF2B5EF4-FFF2-40B4-BE49-F238E27FC236}">
                  <a16:creationId xmlns:a16="http://schemas.microsoft.com/office/drawing/2014/main" id="{E3E1228D-EAE2-4D67-8677-406223FEE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59"/>
              <a:ext cx="325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5" name="Line 88">
              <a:extLst>
                <a:ext uri="{FF2B5EF4-FFF2-40B4-BE49-F238E27FC236}">
                  <a16:creationId xmlns:a16="http://schemas.microsoft.com/office/drawing/2014/main" id="{9CCDBAC0-9AE0-4040-89AF-2B123398A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056"/>
              <a:ext cx="0" cy="77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6" name="Line 89">
              <a:extLst>
                <a:ext uri="{FF2B5EF4-FFF2-40B4-BE49-F238E27FC236}">
                  <a16:creationId xmlns:a16="http://schemas.microsoft.com/office/drawing/2014/main" id="{EDC542BC-F349-4DBB-B930-72C9F67C9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833"/>
              <a:ext cx="1056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7" name="Line 90">
              <a:extLst>
                <a:ext uri="{FF2B5EF4-FFF2-40B4-BE49-F238E27FC236}">
                  <a16:creationId xmlns:a16="http://schemas.microsoft.com/office/drawing/2014/main" id="{509EEB70-00E2-4501-86B6-B369BAD96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808"/>
              <a:ext cx="0" cy="102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8" name="Line 91">
              <a:extLst>
                <a:ext uri="{FF2B5EF4-FFF2-40B4-BE49-F238E27FC236}">
                  <a16:creationId xmlns:a16="http://schemas.microsoft.com/office/drawing/2014/main" id="{D3CD38F8-6226-4372-8288-25E3865A0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938"/>
              <a:ext cx="32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19" name="Line 92">
              <a:extLst>
                <a:ext uri="{FF2B5EF4-FFF2-40B4-BE49-F238E27FC236}">
                  <a16:creationId xmlns:a16="http://schemas.microsoft.com/office/drawing/2014/main" id="{3CF1F2EA-8C4C-43A8-9EFD-D7E8B8E9E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" y="938"/>
              <a:ext cx="0" cy="25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20" name="Line 93">
              <a:extLst>
                <a:ext uri="{FF2B5EF4-FFF2-40B4-BE49-F238E27FC236}">
                  <a16:creationId xmlns:a16="http://schemas.microsoft.com/office/drawing/2014/main" id="{61606EC7-C9B6-4539-817A-D78560D8A3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183"/>
              <a:ext cx="323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21" name="Line 94">
              <a:extLst>
                <a:ext uri="{FF2B5EF4-FFF2-40B4-BE49-F238E27FC236}">
                  <a16:creationId xmlns:a16="http://schemas.microsoft.com/office/drawing/2014/main" id="{9CCD2407-C8DF-49FF-87A4-2A49AAAF1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1311"/>
              <a:ext cx="1056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422" name="Group 95">
            <a:extLst>
              <a:ext uri="{FF2B5EF4-FFF2-40B4-BE49-F238E27FC236}">
                <a16:creationId xmlns:a16="http://schemas.microsoft.com/office/drawing/2014/main" id="{AC37C220-190E-4736-9A48-334D6AE302D0}"/>
              </a:ext>
            </a:extLst>
          </p:cNvPr>
          <p:cNvGrpSpPr>
            <a:grpSpLocks/>
          </p:cNvGrpSpPr>
          <p:nvPr/>
        </p:nvGrpSpPr>
        <p:grpSpPr bwMode="auto">
          <a:xfrm>
            <a:off x="1312863" y="1282700"/>
            <a:ext cx="1627187" cy="2366963"/>
            <a:chOff x="827" y="808"/>
            <a:chExt cx="1025" cy="1491"/>
          </a:xfrm>
        </p:grpSpPr>
        <p:sp>
          <p:nvSpPr>
            <p:cNvPr id="5423" name="Line 96">
              <a:extLst>
                <a:ext uri="{FF2B5EF4-FFF2-40B4-BE49-F238E27FC236}">
                  <a16:creationId xmlns:a16="http://schemas.microsoft.com/office/drawing/2014/main" id="{BD4C22AD-1D49-4AEC-8553-2DE3571E4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2" y="808"/>
              <a:ext cx="0" cy="1490"/>
            </a:xfrm>
            <a:prstGeom prst="line">
              <a:avLst/>
            </a:prstGeom>
            <a:noFill/>
            <a:ln w="12700" cap="flat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24" name="Line 97">
              <a:extLst>
                <a:ext uri="{FF2B5EF4-FFF2-40B4-BE49-F238E27FC236}">
                  <a16:creationId xmlns:a16="http://schemas.microsoft.com/office/drawing/2014/main" id="{5C6BFD48-AB37-448A-AAC9-260C05C1A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1834"/>
              <a:ext cx="0" cy="465"/>
            </a:xfrm>
            <a:prstGeom prst="line">
              <a:avLst/>
            </a:prstGeom>
            <a:noFill/>
            <a:ln w="12700" cap="flat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425" name="Group 98">
            <a:extLst>
              <a:ext uri="{FF2B5EF4-FFF2-40B4-BE49-F238E27FC236}">
                <a16:creationId xmlns:a16="http://schemas.microsoft.com/office/drawing/2014/main" id="{8A7534C2-A0A6-4D45-94F0-547BBE2A8AAD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2424113"/>
            <a:ext cx="1573213" cy="2384425"/>
            <a:chOff x="1342" y="1527"/>
            <a:chExt cx="991" cy="1502"/>
          </a:xfrm>
        </p:grpSpPr>
        <p:sp>
          <p:nvSpPr>
            <p:cNvPr id="5426" name="Line 99">
              <a:extLst>
                <a:ext uri="{FF2B5EF4-FFF2-40B4-BE49-F238E27FC236}">
                  <a16:creationId xmlns:a16="http://schemas.microsoft.com/office/drawing/2014/main" id="{F2C92CB6-DECD-4D8A-B5A2-56A10D834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1527"/>
              <a:ext cx="0" cy="1502"/>
            </a:xfrm>
            <a:prstGeom prst="line">
              <a:avLst/>
            </a:prstGeom>
            <a:noFill/>
            <a:ln w="12700" cap="flat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27" name="Line 100">
              <a:extLst>
                <a:ext uri="{FF2B5EF4-FFF2-40B4-BE49-F238E27FC236}">
                  <a16:creationId xmlns:a16="http://schemas.microsoft.com/office/drawing/2014/main" id="{CE9DB3C3-E63C-4503-9BA6-B5E2D5AF4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833"/>
              <a:ext cx="0" cy="1196"/>
            </a:xfrm>
            <a:prstGeom prst="line">
              <a:avLst/>
            </a:prstGeom>
            <a:noFill/>
            <a:ln w="12700" cap="flat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" dur="500"/>
                                        <p:tgtEl>
                                          <p:spTgt spid="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5" dur="500"/>
                                        <p:tgtEl>
                                          <p:spTgt spid="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1" dur="500"/>
                                        <p:tgtEl>
                                          <p:spTgt spid="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7" dur="500"/>
                                        <p:tgtEl>
                                          <p:spTgt spid="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4" dur="500"/>
                                        <p:tgtEl>
                                          <p:spTgt spid="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0" dur="500"/>
                                        <p:tgtEl>
                                          <p:spTgt spid="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6" dur="500"/>
                                        <p:tgtEl>
                                          <p:spTgt spid="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2" dur="500"/>
                                        <p:tgtEl>
                                          <p:spTgt spid="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8" dur="500"/>
                                        <p:tgtEl>
                                          <p:spTgt spid="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4" dur="500"/>
                                        <p:tgtEl>
                                          <p:spTgt spid="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00" dur="500"/>
                                        <p:tgtEl>
                                          <p:spTgt spid="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06" dur="500"/>
                                        <p:tgtEl>
                                          <p:spTgt spid="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childTnLst>
                                    <p:set>
                                      <p:cBhvr additive="base"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10" dur="500"/>
                                        <p:tgtEl>
                                          <p:spTgt spid="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6" dur="500"/>
                                        <p:tgtEl>
                                          <p:spTgt spid="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base">
                                        <p:cTn id="122" dur="500"/>
                                        <p:tgtEl>
                                          <p:spTgt spid="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28" dur="500"/>
                                        <p:tgtEl>
                                          <p:spTgt spid="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34" dur="500"/>
                                        <p:tgtEl>
                                          <p:spTgt spid="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40" dur="500"/>
                                        <p:tgtEl>
                                          <p:spTgt spid="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46" dur="500"/>
                                        <p:tgtEl>
                                          <p:spTgt spid="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52" dur="500"/>
                                        <p:tgtEl>
                                          <p:spTgt spid="5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58" dur="500"/>
                                        <p:tgtEl>
                                          <p:spTgt spid="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1" grpId="0" animBg="1"/>
      <p:bldP spid="5393" grpId="0" animBg="1"/>
      <p:bldP spid="539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oter Placeholder 2">
            <a:extLst>
              <a:ext uri="{FF2B5EF4-FFF2-40B4-BE49-F238E27FC236}">
                <a16:creationId xmlns:a16="http://schemas.microsoft.com/office/drawing/2014/main" id="{FA65D46F-08EA-4412-A3F6-CD3BBEC8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430" name="Line 2">
            <a:extLst>
              <a:ext uri="{FF2B5EF4-FFF2-40B4-BE49-F238E27FC236}">
                <a16:creationId xmlns:a16="http://schemas.microsoft.com/office/drawing/2014/main" id="{68DC9813-FEF2-42B8-A6F2-2FBE7FACA2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0050" y="1287463"/>
            <a:ext cx="1958975" cy="0"/>
          </a:xfrm>
          <a:prstGeom prst="line">
            <a:avLst/>
          </a:prstGeom>
          <a:noFill/>
          <a:ln w="12700" cap="flat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1" name="Line 3">
            <a:extLst>
              <a:ext uri="{FF2B5EF4-FFF2-40B4-BE49-F238E27FC236}">
                <a16:creationId xmlns:a16="http://schemas.microsoft.com/office/drawing/2014/main" id="{6563BC1B-170E-4C00-B350-A56664A8F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4125" y="1481138"/>
            <a:ext cx="2374900" cy="0"/>
          </a:xfrm>
          <a:prstGeom prst="line">
            <a:avLst/>
          </a:prstGeom>
          <a:noFill/>
          <a:ln w="12700" cap="flat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2" name="Line 4">
            <a:extLst>
              <a:ext uri="{FF2B5EF4-FFF2-40B4-BE49-F238E27FC236}">
                <a16:creationId xmlns:a16="http://schemas.microsoft.com/office/drawing/2014/main" id="{A9FEFFB3-C83C-4B03-9F37-B452C4F7B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788" y="1878013"/>
            <a:ext cx="3683000" cy="0"/>
          </a:xfrm>
          <a:prstGeom prst="line">
            <a:avLst/>
          </a:prstGeom>
          <a:noFill/>
          <a:ln w="12700" cap="flat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3" name="Line 5">
            <a:extLst>
              <a:ext uri="{FF2B5EF4-FFF2-40B4-BE49-F238E27FC236}">
                <a16:creationId xmlns:a16="http://schemas.microsoft.com/office/drawing/2014/main" id="{F1C7361D-1B33-4C9D-88AB-BA0B69D2D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0425" y="1674813"/>
            <a:ext cx="4445000" cy="0"/>
          </a:xfrm>
          <a:prstGeom prst="line">
            <a:avLst/>
          </a:prstGeom>
          <a:noFill/>
          <a:ln w="12700" cap="flat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4" name="Line 6">
            <a:extLst>
              <a:ext uri="{FF2B5EF4-FFF2-40B4-BE49-F238E27FC236}">
                <a16:creationId xmlns:a16="http://schemas.microsoft.com/office/drawing/2014/main" id="{91F3E7FC-A24E-442C-B60E-817DBAB71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2863" y="2081213"/>
            <a:ext cx="5262562" cy="0"/>
          </a:xfrm>
          <a:prstGeom prst="line">
            <a:avLst/>
          </a:prstGeom>
          <a:noFill/>
          <a:ln w="12700" cap="flat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5" name="Line 7">
            <a:extLst>
              <a:ext uri="{FF2B5EF4-FFF2-40B4-BE49-F238E27FC236}">
                <a16:creationId xmlns:a16="http://schemas.microsoft.com/office/drawing/2014/main" id="{72B3E371-F774-4FC3-B458-344B9C8B04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1788" y="1878013"/>
            <a:ext cx="0" cy="103187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36" name="Line 8">
            <a:extLst>
              <a:ext uri="{FF2B5EF4-FFF2-40B4-BE49-F238E27FC236}">
                <a16:creationId xmlns:a16="http://schemas.microsoft.com/office/drawing/2014/main" id="{157DF6DA-F913-4E57-910C-FD95F9E9F1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1788" y="1489075"/>
            <a:ext cx="0" cy="3889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37" name="Line 9">
            <a:extLst>
              <a:ext uri="{FF2B5EF4-FFF2-40B4-BE49-F238E27FC236}">
                <a16:creationId xmlns:a16="http://schemas.microsoft.com/office/drawing/2014/main" id="{A4825050-013E-4B64-AB67-0A7ACAA62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1481138"/>
            <a:ext cx="512763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38" name="Line 10">
            <a:extLst>
              <a:ext uri="{FF2B5EF4-FFF2-40B4-BE49-F238E27FC236}">
                <a16:creationId xmlns:a16="http://schemas.microsoft.com/office/drawing/2014/main" id="{2C1E423B-7124-42C0-BEEF-5A69A1745C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9025" y="1878013"/>
            <a:ext cx="512763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39" name="Line 11">
            <a:extLst>
              <a:ext uri="{FF2B5EF4-FFF2-40B4-BE49-F238E27FC236}">
                <a16:creationId xmlns:a16="http://schemas.microsoft.com/office/drawing/2014/main" id="{15269B99-B1CB-4AF9-B52D-152C4BA603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64250" y="1676400"/>
            <a:ext cx="0" cy="8207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40" name="Line 12">
            <a:extLst>
              <a:ext uri="{FF2B5EF4-FFF2-40B4-BE49-F238E27FC236}">
                <a16:creationId xmlns:a16="http://schemas.microsoft.com/office/drawing/2014/main" id="{71C62939-BD4A-4FE0-ADD3-BC3DBDBAF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0" y="2497138"/>
            <a:ext cx="5111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1" name="Text Box 13">
            <a:extLst>
              <a:ext uri="{FF2B5EF4-FFF2-40B4-BE49-F238E27FC236}">
                <a16:creationId xmlns:a16="http://schemas.microsoft.com/office/drawing/2014/main" id="{62DBA3C0-4283-451E-8340-ECB44749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8" y="119063"/>
            <a:ext cx="32337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rgbClr val="000000"/>
                </a:solidFill>
                <a:ea typeface="等线" panose="02010600030101010101" pitchFamily="2" charset="-122"/>
              </a:rPr>
              <a:t>例</a:t>
            </a:r>
            <a:r>
              <a:rPr lang="en-US" altLang="zh-CN" sz="3200" dirty="0">
                <a:solidFill>
                  <a:srgbClr val="000000"/>
                </a:solidFill>
                <a:ea typeface="等线" panose="02010600030101010101" pitchFamily="2" charset="-122"/>
              </a:rPr>
              <a:t>3</a:t>
            </a:r>
            <a:r>
              <a:rPr lang="zh-CN" altLang="en-US" sz="3200" dirty="0">
                <a:solidFill>
                  <a:srgbClr val="000000"/>
                </a:solidFill>
                <a:ea typeface="等线" panose="02010600030101010101" pitchFamily="2" charset="-122"/>
              </a:rPr>
              <a:t>：求作左视图</a:t>
            </a:r>
          </a:p>
        </p:txBody>
      </p:sp>
      <p:sp>
        <p:nvSpPr>
          <p:cNvPr id="5442" name="Freeform 14">
            <a:extLst>
              <a:ext uri="{FF2B5EF4-FFF2-40B4-BE49-F238E27FC236}">
                <a16:creationId xmlns:a16="http://schemas.microsoft.com/office/drawing/2014/main" id="{684E6BB7-77EF-4FC4-82FE-139223DBEB4D}"/>
              </a:ext>
            </a:extLst>
          </p:cNvPr>
          <p:cNvSpPr>
            <a:spLocks/>
          </p:cNvSpPr>
          <p:nvPr/>
        </p:nvSpPr>
        <p:spPr bwMode="auto">
          <a:xfrm>
            <a:off x="2524125" y="3648075"/>
            <a:ext cx="1190625" cy="1588"/>
          </a:xfrm>
          <a:custGeom>
            <a:avLst/>
            <a:gdLst>
              <a:gd name="T0" fmla="*/ 0 w 1499"/>
              <a:gd name="T1" fmla="*/ 0 h 1588"/>
              <a:gd name="T2" fmla="*/ 1498 w 1499"/>
              <a:gd name="T3" fmla="*/ 0 h 1588"/>
              <a:gd name="T4" fmla="*/ 1499 w 1499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9" h="1588">
                <a:moveTo>
                  <a:pt x="0" y="0"/>
                </a:moveTo>
                <a:lnTo>
                  <a:pt x="1498" y="0"/>
                </a:lnTo>
                <a:lnTo>
                  <a:pt x="1499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43" name="Freeform 15">
            <a:extLst>
              <a:ext uri="{FF2B5EF4-FFF2-40B4-BE49-F238E27FC236}">
                <a16:creationId xmlns:a16="http://schemas.microsoft.com/office/drawing/2014/main" id="{A08DA53E-518A-4AA2-935D-BDBDAF7A8215}"/>
              </a:ext>
            </a:extLst>
          </p:cNvPr>
          <p:cNvSpPr>
            <a:spLocks/>
          </p:cNvSpPr>
          <p:nvPr/>
        </p:nvSpPr>
        <p:spPr bwMode="auto">
          <a:xfrm>
            <a:off x="2141538" y="4808538"/>
            <a:ext cx="1573212" cy="1587"/>
          </a:xfrm>
          <a:custGeom>
            <a:avLst/>
            <a:gdLst>
              <a:gd name="T0" fmla="*/ 0 w 1982"/>
              <a:gd name="T1" fmla="*/ 0 h 1587"/>
              <a:gd name="T2" fmla="*/ 1981 w 1982"/>
              <a:gd name="T3" fmla="*/ 0 h 1587"/>
              <a:gd name="T4" fmla="*/ 1982 w 1982"/>
              <a:gd name="T5" fmla="*/ 0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2" h="1587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44" name="Freeform 16">
            <a:extLst>
              <a:ext uri="{FF2B5EF4-FFF2-40B4-BE49-F238E27FC236}">
                <a16:creationId xmlns:a16="http://schemas.microsoft.com/office/drawing/2014/main" id="{CDC389E1-FD46-497B-8EE6-4ACC2D60250D}"/>
              </a:ext>
            </a:extLst>
          </p:cNvPr>
          <p:cNvSpPr>
            <a:spLocks/>
          </p:cNvSpPr>
          <p:nvPr/>
        </p:nvSpPr>
        <p:spPr bwMode="auto">
          <a:xfrm>
            <a:off x="2141538" y="2495550"/>
            <a:ext cx="1573212" cy="1588"/>
          </a:xfrm>
          <a:custGeom>
            <a:avLst/>
            <a:gdLst>
              <a:gd name="T0" fmla="*/ 0 w 1982"/>
              <a:gd name="T1" fmla="*/ 0 h 1588"/>
              <a:gd name="T2" fmla="*/ 1981 w 1982"/>
              <a:gd name="T3" fmla="*/ 0 h 1588"/>
              <a:gd name="T4" fmla="*/ 1982 w 1982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2" h="1588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45" name="Freeform 17">
            <a:extLst>
              <a:ext uri="{FF2B5EF4-FFF2-40B4-BE49-F238E27FC236}">
                <a16:creationId xmlns:a16="http://schemas.microsoft.com/office/drawing/2014/main" id="{E2A4ECB4-9F31-4682-B64A-219E64785383}"/>
              </a:ext>
            </a:extLst>
          </p:cNvPr>
          <p:cNvSpPr>
            <a:spLocks/>
          </p:cNvSpPr>
          <p:nvPr/>
        </p:nvSpPr>
        <p:spPr bwMode="auto">
          <a:xfrm>
            <a:off x="1312863" y="2909888"/>
            <a:ext cx="2401887" cy="1587"/>
          </a:xfrm>
          <a:custGeom>
            <a:avLst/>
            <a:gdLst>
              <a:gd name="T0" fmla="*/ 0 w 3026"/>
              <a:gd name="T1" fmla="*/ 0 h 1587"/>
              <a:gd name="T2" fmla="*/ 3025 w 3026"/>
              <a:gd name="T3" fmla="*/ 0 h 1587"/>
              <a:gd name="T4" fmla="*/ 3026 w 3026"/>
              <a:gd name="T5" fmla="*/ 0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46" name="Freeform 18">
            <a:extLst>
              <a:ext uri="{FF2B5EF4-FFF2-40B4-BE49-F238E27FC236}">
                <a16:creationId xmlns:a16="http://schemas.microsoft.com/office/drawing/2014/main" id="{354DE5A1-BDA9-4DC5-B92D-70CCEFC21606}"/>
              </a:ext>
            </a:extLst>
          </p:cNvPr>
          <p:cNvSpPr>
            <a:spLocks/>
          </p:cNvSpPr>
          <p:nvPr/>
        </p:nvSpPr>
        <p:spPr bwMode="auto">
          <a:xfrm>
            <a:off x="1312863" y="5307013"/>
            <a:ext cx="2401887" cy="1587"/>
          </a:xfrm>
          <a:custGeom>
            <a:avLst/>
            <a:gdLst>
              <a:gd name="T0" fmla="*/ 0 w 3026"/>
              <a:gd name="T1" fmla="*/ 0 h 1587"/>
              <a:gd name="T2" fmla="*/ 3025 w 3026"/>
              <a:gd name="T3" fmla="*/ 0 h 1587"/>
              <a:gd name="T4" fmla="*/ 3026 w 3026"/>
              <a:gd name="T5" fmla="*/ 0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47" name="Freeform 19">
            <a:extLst>
              <a:ext uri="{FF2B5EF4-FFF2-40B4-BE49-F238E27FC236}">
                <a16:creationId xmlns:a16="http://schemas.microsoft.com/office/drawing/2014/main" id="{F4C97D3B-CEB8-4263-8BB5-5D9EA4446F3F}"/>
              </a:ext>
            </a:extLst>
          </p:cNvPr>
          <p:cNvSpPr>
            <a:spLocks/>
          </p:cNvSpPr>
          <p:nvPr/>
        </p:nvSpPr>
        <p:spPr bwMode="auto">
          <a:xfrm>
            <a:off x="1312863" y="1282700"/>
            <a:ext cx="1625600" cy="798513"/>
          </a:xfrm>
          <a:custGeom>
            <a:avLst/>
            <a:gdLst>
              <a:gd name="T0" fmla="*/ 2049 w 2049"/>
              <a:gd name="T1" fmla="*/ 0 h 1005"/>
              <a:gd name="T2" fmla="*/ 0 w 2049"/>
              <a:gd name="T3" fmla="*/ 1005 h 1005"/>
              <a:gd name="T4" fmla="*/ 1 w 2049"/>
              <a:gd name="T5" fmla="*/ 1005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9" h="1005">
                <a:moveTo>
                  <a:pt x="2049" y="0"/>
                </a:moveTo>
                <a:lnTo>
                  <a:pt x="0" y="1005"/>
                </a:lnTo>
                <a:lnTo>
                  <a:pt x="1" y="100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48" name="Freeform 20">
            <a:extLst>
              <a:ext uri="{FF2B5EF4-FFF2-40B4-BE49-F238E27FC236}">
                <a16:creationId xmlns:a16="http://schemas.microsoft.com/office/drawing/2014/main" id="{6A95631B-3CFB-4A37-84C9-50A38A895887}"/>
              </a:ext>
            </a:extLst>
          </p:cNvPr>
          <p:cNvSpPr>
            <a:spLocks/>
          </p:cNvSpPr>
          <p:nvPr/>
        </p:nvSpPr>
        <p:spPr bwMode="auto">
          <a:xfrm>
            <a:off x="2141538" y="1674813"/>
            <a:ext cx="1587" cy="820737"/>
          </a:xfrm>
          <a:custGeom>
            <a:avLst/>
            <a:gdLst>
              <a:gd name="T0" fmla="*/ 0 w 1"/>
              <a:gd name="T1" fmla="*/ 1033 h 1033"/>
              <a:gd name="T2" fmla="*/ 0 w 1"/>
              <a:gd name="T3" fmla="*/ 0 h 1033"/>
              <a:gd name="T4" fmla="*/ 1 w 1"/>
              <a:gd name="T5" fmla="*/ 0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033">
                <a:moveTo>
                  <a:pt x="0" y="10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449" name="Group 21">
            <a:extLst>
              <a:ext uri="{FF2B5EF4-FFF2-40B4-BE49-F238E27FC236}">
                <a16:creationId xmlns:a16="http://schemas.microsoft.com/office/drawing/2014/main" id="{35FCFE57-5DC0-4862-8F7B-363EC1C8EC04}"/>
              </a:ext>
            </a:extLst>
          </p:cNvPr>
          <p:cNvGrpSpPr>
            <a:grpSpLocks/>
          </p:cNvGrpSpPr>
          <p:nvPr/>
        </p:nvGrpSpPr>
        <p:grpSpPr bwMode="auto">
          <a:xfrm>
            <a:off x="2524125" y="1487488"/>
            <a:ext cx="1588" cy="1422400"/>
            <a:chOff x="1590" y="937"/>
            <a:chExt cx="1" cy="896"/>
          </a:xfrm>
        </p:grpSpPr>
        <p:sp>
          <p:nvSpPr>
            <p:cNvPr id="5450" name="Freeform 22">
              <a:extLst>
                <a:ext uri="{FF2B5EF4-FFF2-40B4-BE49-F238E27FC236}">
                  <a16:creationId xmlns:a16="http://schemas.microsoft.com/office/drawing/2014/main" id="{2009048F-6B23-4CC4-9BCE-97F956D19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684"/>
              <a:ext cx="1" cy="149"/>
            </a:xfrm>
            <a:custGeom>
              <a:avLst/>
              <a:gdLst>
                <a:gd name="T0" fmla="*/ 0 w 1"/>
                <a:gd name="T1" fmla="*/ 298 h 298"/>
                <a:gd name="T2" fmla="*/ 0 w 1"/>
                <a:gd name="T3" fmla="*/ 0 h 298"/>
                <a:gd name="T4" fmla="*/ 1 w 1"/>
                <a:gd name="T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1" name="Freeform 23">
              <a:extLst>
                <a:ext uri="{FF2B5EF4-FFF2-40B4-BE49-F238E27FC236}">
                  <a16:creationId xmlns:a16="http://schemas.microsoft.com/office/drawing/2014/main" id="{09FDD248-618F-4A86-A694-515C1AAAB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497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2" name="Freeform 24">
              <a:extLst>
                <a:ext uri="{FF2B5EF4-FFF2-40B4-BE49-F238E27FC236}">
                  <a16:creationId xmlns:a16="http://schemas.microsoft.com/office/drawing/2014/main" id="{A0F0D23C-8423-4DCC-8CA8-6A7935A73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310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3" name="Freeform 25">
              <a:extLst>
                <a:ext uri="{FF2B5EF4-FFF2-40B4-BE49-F238E27FC236}">
                  <a16:creationId xmlns:a16="http://schemas.microsoft.com/office/drawing/2014/main" id="{EB949FC6-62CF-49AD-9B59-0B28CBFFB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123"/>
              <a:ext cx="1" cy="149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1 w 1"/>
                <a:gd name="T5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4" name="Freeform 26">
              <a:extLst>
                <a:ext uri="{FF2B5EF4-FFF2-40B4-BE49-F238E27FC236}">
                  <a16:creationId xmlns:a16="http://schemas.microsoft.com/office/drawing/2014/main" id="{514AC4E3-DE89-4993-9E84-96EAA74F8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937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55" name="Group 27">
            <a:extLst>
              <a:ext uri="{FF2B5EF4-FFF2-40B4-BE49-F238E27FC236}">
                <a16:creationId xmlns:a16="http://schemas.microsoft.com/office/drawing/2014/main" id="{6463556D-75AD-4F4F-AFB3-108839CF2DFA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878013"/>
            <a:ext cx="1588" cy="1031875"/>
            <a:chOff x="1088" y="1183"/>
            <a:chExt cx="1" cy="650"/>
          </a:xfrm>
        </p:grpSpPr>
        <p:sp>
          <p:nvSpPr>
            <p:cNvPr id="5456" name="Freeform 28">
              <a:extLst>
                <a:ext uri="{FF2B5EF4-FFF2-40B4-BE49-F238E27FC236}">
                  <a16:creationId xmlns:a16="http://schemas.microsoft.com/office/drawing/2014/main" id="{9BCE6862-EFA5-4294-B895-CFEE4336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713"/>
              <a:ext cx="1" cy="120"/>
            </a:xfrm>
            <a:custGeom>
              <a:avLst/>
              <a:gdLst>
                <a:gd name="T0" fmla="*/ 0 w 1"/>
                <a:gd name="T1" fmla="*/ 239 h 239"/>
                <a:gd name="T2" fmla="*/ 0 w 1"/>
                <a:gd name="T3" fmla="*/ 0 h 239"/>
                <a:gd name="T4" fmla="*/ 1 w 1"/>
                <a:gd name="T5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9">
                  <a:moveTo>
                    <a:pt x="0" y="2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7" name="Freeform 29">
              <a:extLst>
                <a:ext uri="{FF2B5EF4-FFF2-40B4-BE49-F238E27FC236}">
                  <a16:creationId xmlns:a16="http://schemas.microsoft.com/office/drawing/2014/main" id="{5F49F450-0E6A-49F1-BEAF-1DC8C78E3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527"/>
              <a:ext cx="1" cy="149"/>
            </a:xfrm>
            <a:custGeom>
              <a:avLst/>
              <a:gdLst>
                <a:gd name="T0" fmla="*/ 0 w 1"/>
                <a:gd name="T1" fmla="*/ 298 h 298"/>
                <a:gd name="T2" fmla="*/ 0 w 1"/>
                <a:gd name="T3" fmla="*/ 0 h 298"/>
                <a:gd name="T4" fmla="*/ 1 w 1"/>
                <a:gd name="T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8" name="Freeform 30">
              <a:extLst>
                <a:ext uri="{FF2B5EF4-FFF2-40B4-BE49-F238E27FC236}">
                  <a16:creationId xmlns:a16="http://schemas.microsoft.com/office/drawing/2014/main" id="{BF12F551-7175-42B9-BEA7-E180E9040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340"/>
              <a:ext cx="1" cy="149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1 w 1"/>
                <a:gd name="T5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9" name="Freeform 31">
              <a:extLst>
                <a:ext uri="{FF2B5EF4-FFF2-40B4-BE49-F238E27FC236}">
                  <a16:creationId xmlns:a16="http://schemas.microsoft.com/office/drawing/2014/main" id="{FD24CA94-F722-4B57-AFBB-7FC2DD2D1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183"/>
              <a:ext cx="1" cy="119"/>
            </a:xfrm>
            <a:custGeom>
              <a:avLst/>
              <a:gdLst>
                <a:gd name="T0" fmla="*/ 0 w 1"/>
                <a:gd name="T1" fmla="*/ 240 h 240"/>
                <a:gd name="T2" fmla="*/ 0 w 1"/>
                <a:gd name="T3" fmla="*/ 0 h 240"/>
                <a:gd name="T4" fmla="*/ 1 w 1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60" name="Freeform 32">
            <a:extLst>
              <a:ext uri="{FF2B5EF4-FFF2-40B4-BE49-F238E27FC236}">
                <a16:creationId xmlns:a16="http://schemas.microsoft.com/office/drawing/2014/main" id="{89292F63-AA36-4387-BDA0-528B0DFDFCC1}"/>
              </a:ext>
            </a:extLst>
          </p:cNvPr>
          <p:cNvSpPr>
            <a:spLocks/>
          </p:cNvSpPr>
          <p:nvPr/>
        </p:nvSpPr>
        <p:spPr bwMode="auto">
          <a:xfrm>
            <a:off x="2141538" y="4808538"/>
            <a:ext cx="1587" cy="498475"/>
          </a:xfrm>
          <a:custGeom>
            <a:avLst/>
            <a:gdLst>
              <a:gd name="T0" fmla="*/ 0 w 1"/>
              <a:gd name="T1" fmla="*/ 0 h 628"/>
              <a:gd name="T2" fmla="*/ 0 w 1"/>
              <a:gd name="T3" fmla="*/ 628 h 628"/>
              <a:gd name="T4" fmla="*/ 1 w 1"/>
              <a:gd name="T5" fmla="*/ 628 h 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28">
                <a:moveTo>
                  <a:pt x="0" y="0"/>
                </a:moveTo>
                <a:lnTo>
                  <a:pt x="0" y="628"/>
                </a:lnTo>
                <a:lnTo>
                  <a:pt x="1" y="628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1" name="Freeform 33">
            <a:extLst>
              <a:ext uri="{FF2B5EF4-FFF2-40B4-BE49-F238E27FC236}">
                <a16:creationId xmlns:a16="http://schemas.microsoft.com/office/drawing/2014/main" id="{3045EB0D-5DF1-4A84-AE70-3A8D554C4C3E}"/>
              </a:ext>
            </a:extLst>
          </p:cNvPr>
          <p:cNvSpPr>
            <a:spLocks/>
          </p:cNvSpPr>
          <p:nvPr/>
        </p:nvSpPr>
        <p:spPr bwMode="auto">
          <a:xfrm>
            <a:off x="1312863" y="3648075"/>
            <a:ext cx="1587" cy="1658938"/>
          </a:xfrm>
          <a:custGeom>
            <a:avLst/>
            <a:gdLst>
              <a:gd name="T0" fmla="*/ 0 w 1"/>
              <a:gd name="T1" fmla="*/ 0 h 2090"/>
              <a:gd name="T2" fmla="*/ 0 w 1"/>
              <a:gd name="T3" fmla="*/ 2090 h 2090"/>
              <a:gd name="T4" fmla="*/ 1 w 1"/>
              <a:gd name="T5" fmla="*/ 2090 h 2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2" name="Freeform 34">
            <a:extLst>
              <a:ext uri="{FF2B5EF4-FFF2-40B4-BE49-F238E27FC236}">
                <a16:creationId xmlns:a16="http://schemas.microsoft.com/office/drawing/2014/main" id="{738A22CB-C87A-4A54-9A0F-9DEAF58C1931}"/>
              </a:ext>
            </a:extLst>
          </p:cNvPr>
          <p:cNvSpPr>
            <a:spLocks/>
          </p:cNvSpPr>
          <p:nvPr/>
        </p:nvSpPr>
        <p:spPr bwMode="auto">
          <a:xfrm>
            <a:off x="2524125" y="3648075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627 h 627"/>
              <a:gd name="T4" fmla="*/ 1 w 1"/>
              <a:gd name="T5" fmla="*/ 627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3" name="Freeform 35">
            <a:extLst>
              <a:ext uri="{FF2B5EF4-FFF2-40B4-BE49-F238E27FC236}">
                <a16:creationId xmlns:a16="http://schemas.microsoft.com/office/drawing/2014/main" id="{84674AAC-DDAE-4F1A-9F55-2474D715B851}"/>
              </a:ext>
            </a:extLst>
          </p:cNvPr>
          <p:cNvSpPr>
            <a:spLocks/>
          </p:cNvSpPr>
          <p:nvPr/>
        </p:nvSpPr>
        <p:spPr bwMode="auto">
          <a:xfrm>
            <a:off x="1727200" y="3648075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627 h 627"/>
              <a:gd name="T4" fmla="*/ 1 w 1"/>
              <a:gd name="T5" fmla="*/ 627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4" name="Freeform 36">
            <a:extLst>
              <a:ext uri="{FF2B5EF4-FFF2-40B4-BE49-F238E27FC236}">
                <a16:creationId xmlns:a16="http://schemas.microsoft.com/office/drawing/2014/main" id="{2A25D2A2-2A8F-485C-B298-1DF86FA61B5C}"/>
              </a:ext>
            </a:extLst>
          </p:cNvPr>
          <p:cNvSpPr>
            <a:spLocks/>
          </p:cNvSpPr>
          <p:nvPr/>
        </p:nvSpPr>
        <p:spPr bwMode="auto">
          <a:xfrm>
            <a:off x="1727200" y="4146550"/>
            <a:ext cx="798513" cy="1588"/>
          </a:xfrm>
          <a:custGeom>
            <a:avLst/>
            <a:gdLst>
              <a:gd name="T0" fmla="*/ 0 w 1006"/>
              <a:gd name="T1" fmla="*/ 0 h 1588"/>
              <a:gd name="T2" fmla="*/ 1005 w 1006"/>
              <a:gd name="T3" fmla="*/ 0 h 1588"/>
              <a:gd name="T4" fmla="*/ 1006 w 1006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6" h="1588">
                <a:moveTo>
                  <a:pt x="0" y="0"/>
                </a:moveTo>
                <a:lnTo>
                  <a:pt x="1005" y="0"/>
                </a:lnTo>
                <a:lnTo>
                  <a:pt x="1006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5" name="Freeform 37">
            <a:extLst>
              <a:ext uri="{FF2B5EF4-FFF2-40B4-BE49-F238E27FC236}">
                <a16:creationId xmlns:a16="http://schemas.microsoft.com/office/drawing/2014/main" id="{8B7F340D-27B2-413B-9DC1-CC8FCBF77B28}"/>
              </a:ext>
            </a:extLst>
          </p:cNvPr>
          <p:cNvSpPr>
            <a:spLocks/>
          </p:cNvSpPr>
          <p:nvPr/>
        </p:nvSpPr>
        <p:spPr bwMode="auto">
          <a:xfrm>
            <a:off x="1312863" y="3648075"/>
            <a:ext cx="415925" cy="1588"/>
          </a:xfrm>
          <a:custGeom>
            <a:avLst/>
            <a:gdLst>
              <a:gd name="T0" fmla="*/ 0 w 523"/>
              <a:gd name="T1" fmla="*/ 0 h 1588"/>
              <a:gd name="T2" fmla="*/ 522 w 523"/>
              <a:gd name="T3" fmla="*/ 0 h 1588"/>
              <a:gd name="T4" fmla="*/ 523 w 523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23" h="1588">
                <a:moveTo>
                  <a:pt x="0" y="0"/>
                </a:moveTo>
                <a:lnTo>
                  <a:pt x="522" y="0"/>
                </a:lnTo>
                <a:lnTo>
                  <a:pt x="523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6" name="Freeform 38">
            <a:extLst>
              <a:ext uri="{FF2B5EF4-FFF2-40B4-BE49-F238E27FC236}">
                <a16:creationId xmlns:a16="http://schemas.microsoft.com/office/drawing/2014/main" id="{B9D0B733-C3EC-45A0-AFD5-720AF2BADDAC}"/>
              </a:ext>
            </a:extLst>
          </p:cNvPr>
          <p:cNvSpPr>
            <a:spLocks/>
          </p:cNvSpPr>
          <p:nvPr/>
        </p:nvSpPr>
        <p:spPr bwMode="auto">
          <a:xfrm>
            <a:off x="3713163" y="1282700"/>
            <a:ext cx="1587" cy="1627188"/>
          </a:xfrm>
          <a:custGeom>
            <a:avLst/>
            <a:gdLst>
              <a:gd name="T0" fmla="*/ 0 w 1"/>
              <a:gd name="T1" fmla="*/ 2049 h 2049"/>
              <a:gd name="T2" fmla="*/ 0 w 1"/>
              <a:gd name="T3" fmla="*/ 0 h 2049"/>
              <a:gd name="T4" fmla="*/ 1 w 1"/>
              <a:gd name="T5" fmla="*/ 0 h 2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9">
                <a:moveTo>
                  <a:pt x="0" y="2049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7" name="Freeform 39">
            <a:extLst>
              <a:ext uri="{FF2B5EF4-FFF2-40B4-BE49-F238E27FC236}">
                <a16:creationId xmlns:a16="http://schemas.microsoft.com/office/drawing/2014/main" id="{E44B9E1A-C34F-42DC-8363-2160D0B8B23B}"/>
              </a:ext>
            </a:extLst>
          </p:cNvPr>
          <p:cNvSpPr>
            <a:spLocks/>
          </p:cNvSpPr>
          <p:nvPr/>
        </p:nvSpPr>
        <p:spPr bwMode="auto">
          <a:xfrm>
            <a:off x="3713163" y="3648075"/>
            <a:ext cx="1587" cy="1658938"/>
          </a:xfrm>
          <a:custGeom>
            <a:avLst/>
            <a:gdLst>
              <a:gd name="T0" fmla="*/ 0 w 1"/>
              <a:gd name="T1" fmla="*/ 0 h 2090"/>
              <a:gd name="T2" fmla="*/ 0 w 1"/>
              <a:gd name="T3" fmla="*/ 2090 h 2090"/>
              <a:gd name="T4" fmla="*/ 1 w 1"/>
              <a:gd name="T5" fmla="*/ 2090 h 2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8" name="Freeform 40">
            <a:extLst>
              <a:ext uri="{FF2B5EF4-FFF2-40B4-BE49-F238E27FC236}">
                <a16:creationId xmlns:a16="http://schemas.microsoft.com/office/drawing/2014/main" id="{D3544852-09B3-4576-A2E6-21B98C50F197}"/>
              </a:ext>
            </a:extLst>
          </p:cNvPr>
          <p:cNvSpPr>
            <a:spLocks/>
          </p:cNvSpPr>
          <p:nvPr/>
        </p:nvSpPr>
        <p:spPr bwMode="auto">
          <a:xfrm>
            <a:off x="2938463" y="3648075"/>
            <a:ext cx="1587" cy="1160463"/>
          </a:xfrm>
          <a:custGeom>
            <a:avLst/>
            <a:gdLst>
              <a:gd name="T0" fmla="*/ 0 w 1"/>
              <a:gd name="T1" fmla="*/ 0 h 1462"/>
              <a:gd name="T2" fmla="*/ 0 w 1"/>
              <a:gd name="T3" fmla="*/ 1462 h 1462"/>
              <a:gd name="T4" fmla="*/ 1 w 1"/>
              <a:gd name="T5" fmla="*/ 1462 h 1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462">
                <a:moveTo>
                  <a:pt x="0" y="0"/>
                </a:moveTo>
                <a:lnTo>
                  <a:pt x="0" y="1462"/>
                </a:lnTo>
                <a:lnTo>
                  <a:pt x="1" y="1462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69" name="Freeform 41">
            <a:extLst>
              <a:ext uri="{FF2B5EF4-FFF2-40B4-BE49-F238E27FC236}">
                <a16:creationId xmlns:a16="http://schemas.microsoft.com/office/drawing/2014/main" id="{04932D1F-D076-46F9-92DB-0EE809455730}"/>
              </a:ext>
            </a:extLst>
          </p:cNvPr>
          <p:cNvSpPr>
            <a:spLocks/>
          </p:cNvSpPr>
          <p:nvPr/>
        </p:nvSpPr>
        <p:spPr bwMode="auto">
          <a:xfrm>
            <a:off x="2938463" y="1282700"/>
            <a:ext cx="774700" cy="1588"/>
          </a:xfrm>
          <a:custGeom>
            <a:avLst/>
            <a:gdLst>
              <a:gd name="T0" fmla="*/ 976 w 976"/>
              <a:gd name="T1" fmla="*/ 0 h 1588"/>
              <a:gd name="T2" fmla="*/ 0 w 976"/>
              <a:gd name="T3" fmla="*/ 0 h 1588"/>
              <a:gd name="T4" fmla="*/ 1 w 976"/>
              <a:gd name="T5" fmla="*/ 0 h 1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76" h="1588">
                <a:moveTo>
                  <a:pt x="976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470" name="Group 42">
            <a:extLst>
              <a:ext uri="{FF2B5EF4-FFF2-40B4-BE49-F238E27FC236}">
                <a16:creationId xmlns:a16="http://schemas.microsoft.com/office/drawing/2014/main" id="{9E1C99DA-86AA-48EB-8D02-89ED36504616}"/>
              </a:ext>
            </a:extLst>
          </p:cNvPr>
          <p:cNvGrpSpPr>
            <a:grpSpLocks/>
          </p:cNvGrpSpPr>
          <p:nvPr/>
        </p:nvGrpSpPr>
        <p:grpSpPr bwMode="auto">
          <a:xfrm>
            <a:off x="5980113" y="3575050"/>
            <a:ext cx="2578100" cy="2566988"/>
            <a:chOff x="3767" y="2252"/>
            <a:chExt cx="1624" cy="1617"/>
          </a:xfrm>
        </p:grpSpPr>
        <p:grpSp>
          <p:nvGrpSpPr>
            <p:cNvPr id="5471" name="Group 43">
              <a:extLst>
                <a:ext uri="{FF2B5EF4-FFF2-40B4-BE49-F238E27FC236}">
                  <a16:creationId xmlns:a16="http://schemas.microsoft.com/office/drawing/2014/main" id="{B2CD46E8-FB82-4C7D-83C3-CF9A7821A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7" y="2252"/>
              <a:ext cx="1590" cy="1617"/>
              <a:chOff x="580" y="2662"/>
              <a:chExt cx="1154" cy="1174"/>
            </a:xfrm>
          </p:grpSpPr>
          <p:sp>
            <p:nvSpPr>
              <p:cNvPr id="5472" name="Freeform 44">
                <a:extLst>
                  <a:ext uri="{FF2B5EF4-FFF2-40B4-BE49-F238E27FC236}">
                    <a16:creationId xmlns:a16="http://schemas.microsoft.com/office/drawing/2014/main" id="{8D34E594-8040-4F55-B3D8-8F2D1CC5F3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2781"/>
                <a:ext cx="957" cy="771"/>
              </a:xfrm>
              <a:custGeom>
                <a:avLst/>
                <a:gdLst>
                  <a:gd name="T0" fmla="*/ 495 w 957"/>
                  <a:gd name="T1" fmla="*/ 0 h 771"/>
                  <a:gd name="T2" fmla="*/ 957 w 957"/>
                  <a:gd name="T3" fmla="*/ 265 h 771"/>
                  <a:gd name="T4" fmla="*/ 452 w 957"/>
                  <a:gd name="T5" fmla="*/ 771 h 771"/>
                  <a:gd name="T6" fmla="*/ 0 w 957"/>
                  <a:gd name="T7" fmla="*/ 500 h 771"/>
                  <a:gd name="T8" fmla="*/ 495 w 957"/>
                  <a:gd name="T9" fmla="*/ 0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7" h="771">
                    <a:moveTo>
                      <a:pt x="495" y="0"/>
                    </a:moveTo>
                    <a:lnTo>
                      <a:pt x="957" y="265"/>
                    </a:lnTo>
                    <a:lnTo>
                      <a:pt x="452" y="771"/>
                    </a:lnTo>
                    <a:lnTo>
                      <a:pt x="0" y="500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rgbClr val="FF33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473" name="Freeform 45">
                <a:extLst>
                  <a:ext uri="{FF2B5EF4-FFF2-40B4-BE49-F238E27FC236}">
                    <a16:creationId xmlns:a16="http://schemas.microsoft.com/office/drawing/2014/main" id="{C9381473-B174-44C3-A4FB-356B4A40E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" y="2662"/>
                <a:ext cx="668" cy="393"/>
              </a:xfrm>
              <a:custGeom>
                <a:avLst/>
                <a:gdLst>
                  <a:gd name="T0" fmla="*/ 0 w 668"/>
                  <a:gd name="T1" fmla="*/ 128 h 393"/>
                  <a:gd name="T2" fmla="*/ 207 w 668"/>
                  <a:gd name="T3" fmla="*/ 0 h 393"/>
                  <a:gd name="T4" fmla="*/ 668 w 668"/>
                  <a:gd name="T5" fmla="*/ 273 h 393"/>
                  <a:gd name="T6" fmla="*/ 462 w 668"/>
                  <a:gd name="T7" fmla="*/ 393 h 393"/>
                  <a:gd name="T8" fmla="*/ 0 w 668"/>
                  <a:gd name="T9" fmla="*/ 12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8" h="393">
                    <a:moveTo>
                      <a:pt x="0" y="128"/>
                    </a:moveTo>
                    <a:lnTo>
                      <a:pt x="207" y="0"/>
                    </a:lnTo>
                    <a:lnTo>
                      <a:pt x="668" y="273"/>
                    </a:lnTo>
                    <a:lnTo>
                      <a:pt x="462" y="393"/>
                    </a:lnTo>
                    <a:lnTo>
                      <a:pt x="0" y="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161"/>
                  </a:gs>
                  <a:gs pos="100000">
                    <a:srgbClr val="00CC99"/>
                  </a:gs>
                </a:gsLst>
                <a:lin ang="54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sp>
            <p:nvSpPr>
              <p:cNvPr id="5474" name="Freeform 46">
                <a:extLst>
                  <a:ext uri="{FF2B5EF4-FFF2-40B4-BE49-F238E27FC236}">
                    <a16:creationId xmlns:a16="http://schemas.microsoft.com/office/drawing/2014/main" id="{E5BE37D9-CB35-49FB-9A06-B504ECAE2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282"/>
                <a:ext cx="459" cy="554"/>
              </a:xfrm>
              <a:custGeom>
                <a:avLst/>
                <a:gdLst>
                  <a:gd name="T0" fmla="*/ 0 w 644"/>
                  <a:gd name="T1" fmla="*/ 0 h 777"/>
                  <a:gd name="T2" fmla="*/ 0 w 644"/>
                  <a:gd name="T3" fmla="*/ 417 h 777"/>
                  <a:gd name="T4" fmla="*/ 644 w 644"/>
                  <a:gd name="T5" fmla="*/ 777 h 777"/>
                  <a:gd name="T6" fmla="*/ 644 w 644"/>
                  <a:gd name="T7" fmla="*/ 374 h 777"/>
                  <a:gd name="T8" fmla="*/ 0 w 644"/>
                  <a:gd name="T9" fmla="*/ 0 h 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4" h="777">
                    <a:moveTo>
                      <a:pt x="0" y="0"/>
                    </a:moveTo>
                    <a:lnTo>
                      <a:pt x="0" y="417"/>
                    </a:lnTo>
                    <a:lnTo>
                      <a:pt x="644" y="777"/>
                    </a:lnTo>
                    <a:lnTo>
                      <a:pt x="644" y="37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E47"/>
                  </a:gs>
                  <a:gs pos="100000">
                    <a:srgbClr val="00CC99"/>
                  </a:gs>
                </a:gsLst>
                <a:lin ang="189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475" name="Freeform 47">
                <a:extLst>
                  <a:ext uri="{FF2B5EF4-FFF2-40B4-BE49-F238E27FC236}">
                    <a16:creationId xmlns:a16="http://schemas.microsoft.com/office/drawing/2014/main" id="{CC95F4C2-2202-4FFC-B60A-3C56CE71B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2" y="2935"/>
                <a:ext cx="702" cy="901"/>
              </a:xfrm>
              <a:custGeom>
                <a:avLst/>
                <a:gdLst>
                  <a:gd name="T0" fmla="*/ 684 w 984"/>
                  <a:gd name="T1" fmla="*/ 156 h 1262"/>
                  <a:gd name="T2" fmla="*/ 984 w 984"/>
                  <a:gd name="T3" fmla="*/ 0 h 1262"/>
                  <a:gd name="T4" fmla="*/ 984 w 984"/>
                  <a:gd name="T5" fmla="*/ 708 h 1262"/>
                  <a:gd name="T6" fmla="*/ 0 w 984"/>
                  <a:gd name="T7" fmla="*/ 1262 h 1262"/>
                  <a:gd name="T8" fmla="*/ 0 w 984"/>
                  <a:gd name="T9" fmla="*/ 852 h 1262"/>
                  <a:gd name="T10" fmla="*/ 684 w 984"/>
                  <a:gd name="T11" fmla="*/ 156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4" h="1262">
                    <a:moveTo>
                      <a:pt x="684" y="156"/>
                    </a:moveTo>
                    <a:lnTo>
                      <a:pt x="984" y="0"/>
                    </a:lnTo>
                    <a:lnTo>
                      <a:pt x="984" y="708"/>
                    </a:lnTo>
                    <a:lnTo>
                      <a:pt x="0" y="1262"/>
                    </a:lnTo>
                    <a:lnTo>
                      <a:pt x="0" y="852"/>
                    </a:lnTo>
                    <a:lnTo>
                      <a:pt x="684" y="15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/>
                  </a:gs>
                  <a:gs pos="100000">
                    <a:srgbClr val="256F25"/>
                  </a:gs>
                </a:gsLst>
                <a:lin ang="270000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476" name="Group 48">
              <a:extLst>
                <a:ext uri="{FF2B5EF4-FFF2-40B4-BE49-F238E27FC236}">
                  <a16:creationId xmlns:a16="http://schemas.microsoft.com/office/drawing/2014/main" id="{B355D80E-E564-4B89-BF35-25290B3C8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9" y="2548"/>
              <a:ext cx="593" cy="533"/>
              <a:chOff x="3919" y="2548"/>
              <a:chExt cx="593" cy="533"/>
            </a:xfrm>
          </p:grpSpPr>
          <p:sp useBgFill="1">
            <p:nvSpPr>
              <p:cNvPr id="5477" name="Freeform 49">
                <a:extLst>
                  <a:ext uri="{FF2B5EF4-FFF2-40B4-BE49-F238E27FC236}">
                    <a16:creationId xmlns:a16="http://schemas.microsoft.com/office/drawing/2014/main" id="{001A486B-85ED-4AF8-AFC2-9B1FE0648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9" y="2548"/>
                <a:ext cx="567" cy="533"/>
              </a:xfrm>
              <a:custGeom>
                <a:avLst/>
                <a:gdLst>
                  <a:gd name="T0" fmla="*/ 320 w 579"/>
                  <a:gd name="T1" fmla="*/ 0 h 543"/>
                  <a:gd name="T2" fmla="*/ 579 w 579"/>
                  <a:gd name="T3" fmla="*/ 184 h 543"/>
                  <a:gd name="T4" fmla="*/ 226 w 579"/>
                  <a:gd name="T5" fmla="*/ 543 h 543"/>
                  <a:gd name="T6" fmla="*/ 0 w 579"/>
                  <a:gd name="T7" fmla="*/ 413 h 543"/>
                  <a:gd name="T8" fmla="*/ 320 w 579"/>
                  <a:gd name="T9" fmla="*/ 0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9" h="543">
                    <a:moveTo>
                      <a:pt x="320" y="0"/>
                    </a:moveTo>
                    <a:lnTo>
                      <a:pt x="579" y="184"/>
                    </a:lnTo>
                    <a:lnTo>
                      <a:pt x="226" y="543"/>
                    </a:lnTo>
                    <a:lnTo>
                      <a:pt x="0" y="413"/>
                    </a:lnTo>
                    <a:lnTo>
                      <a:pt x="320" y="0"/>
                    </a:lnTo>
                    <a:close/>
                  </a:path>
                </a:pathLst>
              </a:cu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478" name="Freeform 50">
                <a:extLst>
                  <a:ext uri="{FF2B5EF4-FFF2-40B4-BE49-F238E27FC236}">
                    <a16:creationId xmlns:a16="http://schemas.microsoft.com/office/drawing/2014/main" id="{C9A10F92-47DF-4888-891C-21657F672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2577"/>
                <a:ext cx="235" cy="368"/>
              </a:xfrm>
              <a:custGeom>
                <a:avLst/>
                <a:gdLst>
                  <a:gd name="T0" fmla="*/ 0 w 240"/>
                  <a:gd name="T1" fmla="*/ 0 h 375"/>
                  <a:gd name="T2" fmla="*/ 0 w 240"/>
                  <a:gd name="T3" fmla="*/ 375 h 375"/>
                  <a:gd name="T4" fmla="*/ 240 w 240"/>
                  <a:gd name="T5" fmla="*/ 139 h 375"/>
                  <a:gd name="T6" fmla="*/ 0 w 240"/>
                  <a:gd name="T7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0" h="375">
                    <a:moveTo>
                      <a:pt x="0" y="0"/>
                    </a:moveTo>
                    <a:lnTo>
                      <a:pt x="0" y="375"/>
                    </a:lnTo>
                    <a:lnTo>
                      <a:pt x="240" y="13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765E2F"/>
                  </a:gs>
                </a:gsLst>
                <a:lin ang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479" name="Group 51">
              <a:extLst>
                <a:ext uri="{FF2B5EF4-FFF2-40B4-BE49-F238E27FC236}">
                  <a16:creationId xmlns:a16="http://schemas.microsoft.com/office/drawing/2014/main" id="{6FE453FD-7994-4A13-85C5-B3438480E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9" y="2492"/>
              <a:ext cx="862" cy="986"/>
              <a:chOff x="4529" y="2492"/>
              <a:chExt cx="862" cy="986"/>
            </a:xfrm>
          </p:grpSpPr>
          <p:grpSp>
            <p:nvGrpSpPr>
              <p:cNvPr id="5480" name="Group 52">
                <a:extLst>
                  <a:ext uri="{FF2B5EF4-FFF2-40B4-BE49-F238E27FC236}">
                    <a16:creationId xmlns:a16="http://schemas.microsoft.com/office/drawing/2014/main" id="{F8FC7D92-8093-4A73-8258-268E8290A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9" y="2511"/>
                <a:ext cx="806" cy="967"/>
                <a:chOff x="2688" y="2477"/>
                <a:chExt cx="819" cy="985"/>
              </a:xfrm>
            </p:grpSpPr>
            <p:sp>
              <p:nvSpPr>
                <p:cNvPr id="5481" name="Freeform 53">
                  <a:extLst>
                    <a:ext uri="{FF2B5EF4-FFF2-40B4-BE49-F238E27FC236}">
                      <a16:creationId xmlns:a16="http://schemas.microsoft.com/office/drawing/2014/main" id="{2E9CF546-223B-41F6-9D0D-4E4D6EFD46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8" y="2477"/>
                  <a:ext cx="634" cy="768"/>
                </a:xfrm>
                <a:custGeom>
                  <a:avLst/>
                  <a:gdLst>
                    <a:gd name="T0" fmla="*/ 634 w 634"/>
                    <a:gd name="T1" fmla="*/ 0 h 768"/>
                    <a:gd name="T2" fmla="*/ 634 w 634"/>
                    <a:gd name="T3" fmla="*/ 537 h 768"/>
                    <a:gd name="T4" fmla="*/ 211 w 634"/>
                    <a:gd name="T5" fmla="*/ 768 h 768"/>
                    <a:gd name="T6" fmla="*/ 211 w 634"/>
                    <a:gd name="T7" fmla="*/ 633 h 768"/>
                    <a:gd name="T8" fmla="*/ 0 w 634"/>
                    <a:gd name="T9" fmla="*/ 512 h 768"/>
                    <a:gd name="T10" fmla="*/ 346 w 634"/>
                    <a:gd name="T11" fmla="*/ 160 h 768"/>
                    <a:gd name="T12" fmla="*/ 634 w 634"/>
                    <a:gd name="T13" fmla="*/ 0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34" h="768">
                      <a:moveTo>
                        <a:pt x="634" y="0"/>
                      </a:moveTo>
                      <a:lnTo>
                        <a:pt x="634" y="537"/>
                      </a:lnTo>
                      <a:lnTo>
                        <a:pt x="211" y="768"/>
                      </a:lnTo>
                      <a:lnTo>
                        <a:pt x="211" y="633"/>
                      </a:lnTo>
                      <a:lnTo>
                        <a:pt x="0" y="512"/>
                      </a:lnTo>
                      <a:lnTo>
                        <a:pt x="346" y="16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18"/>
                    </a:gs>
                    <a:gs pos="100000">
                      <a:srgbClr val="FF9933"/>
                    </a:gs>
                  </a:gsLst>
                  <a:lin ang="189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482" name="Freeform 54">
                  <a:extLst>
                    <a:ext uri="{FF2B5EF4-FFF2-40B4-BE49-F238E27FC236}">
                      <a16:creationId xmlns:a16="http://schemas.microsoft.com/office/drawing/2014/main" id="{922F8E9B-E2B8-432E-87EA-AE40A56F53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9" y="3008"/>
                  <a:ext cx="608" cy="454"/>
                </a:xfrm>
                <a:custGeom>
                  <a:avLst/>
                  <a:gdLst>
                    <a:gd name="T0" fmla="*/ 0 w 608"/>
                    <a:gd name="T1" fmla="*/ 237 h 454"/>
                    <a:gd name="T2" fmla="*/ 0 w 608"/>
                    <a:gd name="T3" fmla="*/ 454 h 454"/>
                    <a:gd name="T4" fmla="*/ 608 w 608"/>
                    <a:gd name="T5" fmla="*/ 102 h 454"/>
                    <a:gd name="T6" fmla="*/ 432 w 608"/>
                    <a:gd name="T7" fmla="*/ 0 h 454"/>
                    <a:gd name="T8" fmla="*/ 0 w 608"/>
                    <a:gd name="T9" fmla="*/ 237 h 4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08" h="454">
                      <a:moveTo>
                        <a:pt x="0" y="237"/>
                      </a:moveTo>
                      <a:lnTo>
                        <a:pt x="0" y="454"/>
                      </a:lnTo>
                      <a:lnTo>
                        <a:pt x="608" y="102"/>
                      </a:lnTo>
                      <a:lnTo>
                        <a:pt x="432" y="0"/>
                      </a:lnTo>
                      <a:lnTo>
                        <a:pt x="0" y="23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18"/>
                    </a:gs>
                    <a:gs pos="100000">
                      <a:srgbClr val="FF9933"/>
                    </a:gs>
                  </a:gsLst>
                  <a:lin ang="2700000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 useBgFill="1">
            <p:nvSpPr>
              <p:cNvPr id="5483" name="Freeform 55">
                <a:extLst>
                  <a:ext uri="{FF2B5EF4-FFF2-40B4-BE49-F238E27FC236}">
                    <a16:creationId xmlns:a16="http://schemas.microsoft.com/office/drawing/2014/main" id="{5D888E0F-6147-4718-8FA3-2854EF897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3" y="2492"/>
                <a:ext cx="238" cy="673"/>
              </a:xfrm>
              <a:custGeom>
                <a:avLst/>
                <a:gdLst>
                  <a:gd name="T0" fmla="*/ 0 w 243"/>
                  <a:gd name="T1" fmla="*/ 7 h 685"/>
                  <a:gd name="T2" fmla="*/ 0 w 243"/>
                  <a:gd name="T3" fmla="*/ 557 h 685"/>
                  <a:gd name="T4" fmla="*/ 243 w 243"/>
                  <a:gd name="T5" fmla="*/ 685 h 685"/>
                  <a:gd name="T6" fmla="*/ 243 w 243"/>
                  <a:gd name="T7" fmla="*/ 71 h 685"/>
                  <a:gd name="T8" fmla="*/ 120 w 243"/>
                  <a:gd name="T9" fmla="*/ 0 h 685"/>
                  <a:gd name="T10" fmla="*/ 0 w 243"/>
                  <a:gd name="T11" fmla="*/ 7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" h="685">
                    <a:moveTo>
                      <a:pt x="0" y="7"/>
                    </a:moveTo>
                    <a:lnTo>
                      <a:pt x="0" y="557"/>
                    </a:lnTo>
                    <a:lnTo>
                      <a:pt x="243" y="685"/>
                    </a:lnTo>
                    <a:lnTo>
                      <a:pt x="243" y="71"/>
                    </a:lnTo>
                    <a:lnTo>
                      <a:pt x="120" y="0"/>
                    </a:lnTo>
                    <a:lnTo>
                      <a:pt x="0" y="7"/>
                    </a:lnTo>
                    <a:close/>
                  </a:path>
                </a:pathLst>
              </a:cu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5484" name="Text Box 56">
            <a:extLst>
              <a:ext uri="{FF2B5EF4-FFF2-40B4-BE49-F238E27FC236}">
                <a16:creationId xmlns:a16="http://schemas.microsoft.com/office/drawing/2014/main" id="{4B5486DD-57A5-4A18-8A61-ADC69DCCE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4570413"/>
            <a:ext cx="4365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i="1">
                <a:solidFill>
                  <a:srgbClr val="000000"/>
                </a:solidFill>
                <a:ea typeface="等线" panose="02010600030101010101" pitchFamily="2" charset="-122"/>
              </a:rPr>
              <a:t>p</a:t>
            </a:r>
          </a:p>
        </p:txBody>
      </p:sp>
      <p:sp>
        <p:nvSpPr>
          <p:cNvPr id="5485" name="Line 57">
            <a:extLst>
              <a:ext uri="{FF2B5EF4-FFF2-40B4-BE49-F238E27FC236}">
                <a16:creationId xmlns:a16="http://schemas.microsoft.com/office/drawing/2014/main" id="{BCEDD586-E7C7-4F9C-A8AC-08DB9087E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2081213"/>
            <a:ext cx="16922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6" name="Line 58">
            <a:extLst>
              <a:ext uri="{FF2B5EF4-FFF2-40B4-BE49-F238E27FC236}">
                <a16:creationId xmlns:a16="http://schemas.microsoft.com/office/drawing/2014/main" id="{47C13D58-70D0-424E-ADB1-4764583E1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0" y="1676400"/>
            <a:ext cx="51117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7" name="Line 59">
            <a:extLst>
              <a:ext uri="{FF2B5EF4-FFF2-40B4-BE49-F238E27FC236}">
                <a16:creationId xmlns:a16="http://schemas.microsoft.com/office/drawing/2014/main" id="{12273AAA-CFA1-4CFA-A4CF-2F668F3AB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1295400"/>
            <a:ext cx="116205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" name="Line 60">
            <a:extLst>
              <a:ext uri="{FF2B5EF4-FFF2-40B4-BE49-F238E27FC236}">
                <a16:creationId xmlns:a16="http://schemas.microsoft.com/office/drawing/2014/main" id="{3EBCDCB2-5C6C-4518-A4A5-44449796D5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3838" y="1674813"/>
            <a:ext cx="0" cy="4064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489" name="Group 61">
            <a:extLst>
              <a:ext uri="{FF2B5EF4-FFF2-40B4-BE49-F238E27FC236}">
                <a16:creationId xmlns:a16="http://schemas.microsoft.com/office/drawing/2014/main" id="{D37BA805-4BEE-43FE-A036-6141A344FC4A}"/>
              </a:ext>
            </a:extLst>
          </p:cNvPr>
          <p:cNvGrpSpPr>
            <a:grpSpLocks/>
          </p:cNvGrpSpPr>
          <p:nvPr/>
        </p:nvGrpSpPr>
        <p:grpSpPr bwMode="auto">
          <a:xfrm>
            <a:off x="4902200" y="2079625"/>
            <a:ext cx="1689100" cy="830263"/>
            <a:chOff x="3088" y="1310"/>
            <a:chExt cx="1064" cy="523"/>
          </a:xfrm>
        </p:grpSpPr>
        <p:sp>
          <p:nvSpPr>
            <p:cNvPr id="5490" name="Line 62">
              <a:extLst>
                <a:ext uri="{FF2B5EF4-FFF2-40B4-BE49-F238E27FC236}">
                  <a16:creationId xmlns:a16="http://schemas.microsoft.com/office/drawing/2014/main" id="{4FFEF79B-8D76-457C-9B1B-6B4C700EE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1833"/>
              <a:ext cx="1064" cy="0"/>
            </a:xfrm>
            <a:prstGeom prst="line">
              <a:avLst/>
            </a:prstGeom>
            <a:noFill/>
            <a:ln w="19050" cap="flat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91" name="Line 63">
              <a:extLst>
                <a:ext uri="{FF2B5EF4-FFF2-40B4-BE49-F238E27FC236}">
                  <a16:creationId xmlns:a16="http://schemas.microsoft.com/office/drawing/2014/main" id="{E69D9E0A-C721-4D46-9893-DC8E24D2A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1310"/>
              <a:ext cx="0" cy="523"/>
            </a:xfrm>
            <a:prstGeom prst="line">
              <a:avLst/>
            </a:prstGeom>
            <a:noFill/>
            <a:ln w="19050" cap="flat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92" name="Line 64">
              <a:extLst>
                <a:ext uri="{FF2B5EF4-FFF2-40B4-BE49-F238E27FC236}">
                  <a16:creationId xmlns:a16="http://schemas.microsoft.com/office/drawing/2014/main" id="{5E45C00A-E5B3-414B-82AF-74585E0D3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1311"/>
              <a:ext cx="0" cy="522"/>
            </a:xfrm>
            <a:prstGeom prst="line">
              <a:avLst/>
            </a:prstGeom>
            <a:noFill/>
            <a:ln w="19050" cap="flat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493" name="Line 65">
            <a:extLst>
              <a:ext uri="{FF2B5EF4-FFF2-40B4-BE49-F238E27FC236}">
                <a16:creationId xmlns:a16="http://schemas.microsoft.com/office/drawing/2014/main" id="{817EB899-FFED-4A6D-B6D0-91D541274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1878013"/>
            <a:ext cx="0" cy="2032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94" name="Line 66">
            <a:extLst>
              <a:ext uri="{FF2B5EF4-FFF2-40B4-BE49-F238E27FC236}">
                <a16:creationId xmlns:a16="http://schemas.microsoft.com/office/drawing/2014/main" id="{9C2C5EBB-1663-4B00-8DCC-E09D908F3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1282700"/>
            <a:ext cx="0" cy="18097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95" name="Line 67">
            <a:extLst>
              <a:ext uri="{FF2B5EF4-FFF2-40B4-BE49-F238E27FC236}">
                <a16:creationId xmlns:a16="http://schemas.microsoft.com/office/drawing/2014/main" id="{B6760B4B-264C-41D0-9E7C-4C01B3D7B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1463675"/>
            <a:ext cx="0" cy="41433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96" name="Line 68">
            <a:extLst>
              <a:ext uri="{FF2B5EF4-FFF2-40B4-BE49-F238E27FC236}">
                <a16:creationId xmlns:a16="http://schemas.microsoft.com/office/drawing/2014/main" id="{F1877AAB-399A-460D-8903-5F59921173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64250" y="1282700"/>
            <a:ext cx="0" cy="3937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97" name="Line 69">
            <a:extLst>
              <a:ext uri="{FF2B5EF4-FFF2-40B4-BE49-F238E27FC236}">
                <a16:creationId xmlns:a16="http://schemas.microsoft.com/office/drawing/2014/main" id="{51F7F0C3-04E1-47AA-BB15-95E22AE75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2863" y="2081213"/>
            <a:ext cx="0" cy="83026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5498" name="Group 70">
            <a:extLst>
              <a:ext uri="{FF2B5EF4-FFF2-40B4-BE49-F238E27FC236}">
                <a16:creationId xmlns:a16="http://schemas.microsoft.com/office/drawing/2014/main" id="{D31C8084-FC22-4B91-A7EC-73F9E88DA786}"/>
              </a:ext>
            </a:extLst>
          </p:cNvPr>
          <p:cNvGrpSpPr>
            <a:grpSpLocks/>
          </p:cNvGrpSpPr>
          <p:nvPr/>
        </p:nvGrpSpPr>
        <p:grpSpPr bwMode="auto">
          <a:xfrm>
            <a:off x="1311275" y="2078038"/>
            <a:ext cx="1588" cy="3227387"/>
            <a:chOff x="827" y="1311"/>
            <a:chExt cx="1" cy="2033"/>
          </a:xfrm>
        </p:grpSpPr>
        <p:sp>
          <p:nvSpPr>
            <p:cNvPr id="5499" name="Freeform 71">
              <a:extLst>
                <a:ext uri="{FF2B5EF4-FFF2-40B4-BE49-F238E27FC236}">
                  <a16:creationId xmlns:a16="http://schemas.microsoft.com/office/drawing/2014/main" id="{E95B5FE2-CA6B-4E8A-BCF0-6C1D653B1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311"/>
              <a:ext cx="1" cy="522"/>
            </a:xfrm>
            <a:custGeom>
              <a:avLst/>
              <a:gdLst>
                <a:gd name="T0" fmla="*/ 0 w 1"/>
                <a:gd name="T1" fmla="*/ 1044 h 1044"/>
                <a:gd name="T2" fmla="*/ 0 w 1"/>
                <a:gd name="T3" fmla="*/ 0 h 1044"/>
                <a:gd name="T4" fmla="*/ 1 w 1"/>
                <a:gd name="T5" fmla="*/ 0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44">
                  <a:moveTo>
                    <a:pt x="0" y="10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ap="flat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00" name="Line 72">
              <a:extLst>
                <a:ext uri="{FF2B5EF4-FFF2-40B4-BE49-F238E27FC236}">
                  <a16:creationId xmlns:a16="http://schemas.microsoft.com/office/drawing/2014/main" id="{0474E750-6B16-4C3F-898F-59844DB34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2298"/>
              <a:ext cx="0" cy="1046"/>
            </a:xfrm>
            <a:prstGeom prst="line">
              <a:avLst/>
            </a:prstGeom>
            <a:noFill/>
            <a:ln w="38100" cap="flat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501" name="Group 73">
            <a:extLst>
              <a:ext uri="{FF2B5EF4-FFF2-40B4-BE49-F238E27FC236}">
                <a16:creationId xmlns:a16="http://schemas.microsoft.com/office/drawing/2014/main" id="{6E49297E-B810-442A-8766-D2ABECCAF512}"/>
              </a:ext>
            </a:extLst>
          </p:cNvPr>
          <p:cNvGrpSpPr>
            <a:grpSpLocks/>
          </p:cNvGrpSpPr>
          <p:nvPr/>
        </p:nvGrpSpPr>
        <p:grpSpPr bwMode="auto">
          <a:xfrm>
            <a:off x="1312863" y="2066925"/>
            <a:ext cx="3589337" cy="844550"/>
            <a:chOff x="827" y="1302"/>
            <a:chExt cx="2261" cy="532"/>
          </a:xfrm>
        </p:grpSpPr>
        <p:sp>
          <p:nvSpPr>
            <p:cNvPr id="5502" name="Line 74">
              <a:extLst>
                <a:ext uri="{FF2B5EF4-FFF2-40B4-BE49-F238E27FC236}">
                  <a16:creationId xmlns:a16="http://schemas.microsoft.com/office/drawing/2014/main" id="{6C61CB76-46C3-4C6A-8B0A-95EC8FA55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834"/>
              <a:ext cx="2258" cy="0"/>
            </a:xfrm>
            <a:prstGeom prst="line">
              <a:avLst/>
            </a:prstGeom>
            <a:noFill/>
            <a:ln w="12700" cap="flat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03" name="Line 75">
              <a:extLst>
                <a:ext uri="{FF2B5EF4-FFF2-40B4-BE49-F238E27FC236}">
                  <a16:creationId xmlns:a16="http://schemas.microsoft.com/office/drawing/2014/main" id="{6DFF69B7-0C8B-413A-80C2-E0D22D47E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1302"/>
              <a:ext cx="2261" cy="0"/>
            </a:xfrm>
            <a:prstGeom prst="line">
              <a:avLst/>
            </a:prstGeom>
            <a:noFill/>
            <a:ln w="12700" cap="flat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504" name="Group 76">
            <a:extLst>
              <a:ext uri="{FF2B5EF4-FFF2-40B4-BE49-F238E27FC236}">
                <a16:creationId xmlns:a16="http://schemas.microsoft.com/office/drawing/2014/main" id="{5879A350-C1F8-400C-84D0-08D9982F93C0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879600"/>
            <a:ext cx="3175" cy="2292350"/>
            <a:chOff x="1088" y="1184"/>
            <a:chExt cx="2" cy="1444"/>
          </a:xfrm>
        </p:grpSpPr>
        <p:grpSp>
          <p:nvGrpSpPr>
            <p:cNvPr id="5505" name="Group 77">
              <a:extLst>
                <a:ext uri="{FF2B5EF4-FFF2-40B4-BE49-F238E27FC236}">
                  <a16:creationId xmlns:a16="http://schemas.microsoft.com/office/drawing/2014/main" id="{4B80A01D-68CF-407F-906F-129033858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" y="1184"/>
              <a:ext cx="1" cy="650"/>
              <a:chOff x="1088" y="1183"/>
              <a:chExt cx="1" cy="650"/>
            </a:xfrm>
          </p:grpSpPr>
          <p:sp>
            <p:nvSpPr>
              <p:cNvPr id="5506" name="Freeform 78">
                <a:extLst>
                  <a:ext uri="{FF2B5EF4-FFF2-40B4-BE49-F238E27FC236}">
                    <a16:creationId xmlns:a16="http://schemas.microsoft.com/office/drawing/2014/main" id="{54F70CE8-0209-4CD4-8BEC-DF2ECAB75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713"/>
                <a:ext cx="1" cy="120"/>
              </a:xfrm>
              <a:custGeom>
                <a:avLst/>
                <a:gdLst>
                  <a:gd name="T0" fmla="*/ 0 w 1"/>
                  <a:gd name="T1" fmla="*/ 239 h 239"/>
                  <a:gd name="T2" fmla="*/ 0 w 1"/>
                  <a:gd name="T3" fmla="*/ 0 h 239"/>
                  <a:gd name="T4" fmla="*/ 1 w 1"/>
                  <a:gd name="T5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39">
                    <a:moveTo>
                      <a:pt x="0" y="23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7" name="Freeform 79">
                <a:extLst>
                  <a:ext uri="{FF2B5EF4-FFF2-40B4-BE49-F238E27FC236}">
                    <a16:creationId xmlns:a16="http://schemas.microsoft.com/office/drawing/2014/main" id="{F482F50B-59D4-427C-AF49-70C337EF2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527"/>
                <a:ext cx="1" cy="149"/>
              </a:xfrm>
              <a:custGeom>
                <a:avLst/>
                <a:gdLst>
                  <a:gd name="T0" fmla="*/ 0 w 1"/>
                  <a:gd name="T1" fmla="*/ 298 h 298"/>
                  <a:gd name="T2" fmla="*/ 0 w 1"/>
                  <a:gd name="T3" fmla="*/ 0 h 298"/>
                  <a:gd name="T4" fmla="*/ 1 w 1"/>
                  <a:gd name="T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8">
                    <a:moveTo>
                      <a:pt x="0" y="2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8" name="Freeform 80">
                <a:extLst>
                  <a:ext uri="{FF2B5EF4-FFF2-40B4-BE49-F238E27FC236}">
                    <a16:creationId xmlns:a16="http://schemas.microsoft.com/office/drawing/2014/main" id="{AC01FBE3-DFF1-4837-B3FA-C2F5A5BCF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340"/>
                <a:ext cx="1" cy="149"/>
              </a:xfrm>
              <a:custGeom>
                <a:avLst/>
                <a:gdLst>
                  <a:gd name="T0" fmla="*/ 0 w 1"/>
                  <a:gd name="T1" fmla="*/ 300 h 300"/>
                  <a:gd name="T2" fmla="*/ 0 w 1"/>
                  <a:gd name="T3" fmla="*/ 0 h 300"/>
                  <a:gd name="T4" fmla="*/ 1 w 1"/>
                  <a:gd name="T5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00">
                    <a:moveTo>
                      <a:pt x="0" y="3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9" name="Freeform 81">
                <a:extLst>
                  <a:ext uri="{FF2B5EF4-FFF2-40B4-BE49-F238E27FC236}">
                    <a16:creationId xmlns:a16="http://schemas.microsoft.com/office/drawing/2014/main" id="{9E820216-796D-42EE-8C0E-305A776E9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183"/>
                <a:ext cx="1" cy="119"/>
              </a:xfrm>
              <a:custGeom>
                <a:avLst/>
                <a:gdLst>
                  <a:gd name="T0" fmla="*/ 0 w 1"/>
                  <a:gd name="T1" fmla="*/ 240 h 240"/>
                  <a:gd name="T2" fmla="*/ 0 w 1"/>
                  <a:gd name="T3" fmla="*/ 0 h 240"/>
                  <a:gd name="T4" fmla="*/ 1 w 1"/>
                  <a:gd name="T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40">
                    <a:moveTo>
                      <a:pt x="0" y="24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10" name="Line 82">
              <a:extLst>
                <a:ext uri="{FF2B5EF4-FFF2-40B4-BE49-F238E27FC236}">
                  <a16:creationId xmlns:a16="http://schemas.microsoft.com/office/drawing/2014/main" id="{73C22CDB-D6E3-4598-88CC-84AE1B7A4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298"/>
              <a:ext cx="0" cy="330"/>
            </a:xfrm>
            <a:prstGeom prst="line">
              <a:avLst/>
            </a:prstGeom>
            <a:noFill/>
            <a:ln w="38100" cap="flat" algn="ctr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511" name="Line 83">
            <a:extLst>
              <a:ext uri="{FF2B5EF4-FFF2-40B4-BE49-F238E27FC236}">
                <a16:creationId xmlns:a16="http://schemas.microsoft.com/office/drawing/2014/main" id="{BEF6D84B-4746-4E47-ABD7-FCD7849ED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1879600"/>
            <a:ext cx="3681413" cy="0"/>
          </a:xfrm>
          <a:prstGeom prst="line">
            <a:avLst/>
          </a:prstGeom>
          <a:noFill/>
          <a:ln w="9525" cap="flat" algn="ctr">
            <a:solidFill>
              <a:srgbClr val="CC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512" name="Group 84">
            <a:extLst>
              <a:ext uri="{FF2B5EF4-FFF2-40B4-BE49-F238E27FC236}">
                <a16:creationId xmlns:a16="http://schemas.microsoft.com/office/drawing/2014/main" id="{21A84026-C6B5-4CB9-B358-2DF9D8847F8E}"/>
              </a:ext>
            </a:extLst>
          </p:cNvPr>
          <p:cNvGrpSpPr>
            <a:grpSpLocks/>
          </p:cNvGrpSpPr>
          <p:nvPr/>
        </p:nvGrpSpPr>
        <p:grpSpPr bwMode="auto">
          <a:xfrm>
            <a:off x="2525713" y="1489075"/>
            <a:ext cx="1587" cy="2682875"/>
            <a:chOff x="1591" y="938"/>
            <a:chExt cx="1" cy="1690"/>
          </a:xfrm>
        </p:grpSpPr>
        <p:grpSp>
          <p:nvGrpSpPr>
            <p:cNvPr id="5513" name="Group 85">
              <a:extLst>
                <a:ext uri="{FF2B5EF4-FFF2-40B4-BE49-F238E27FC236}">
                  <a16:creationId xmlns:a16="http://schemas.microsoft.com/office/drawing/2014/main" id="{2A460FF2-0D17-46DA-921E-2F40108B3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1" y="938"/>
              <a:ext cx="1" cy="896"/>
              <a:chOff x="1590" y="937"/>
              <a:chExt cx="1" cy="896"/>
            </a:xfrm>
          </p:grpSpPr>
          <p:sp>
            <p:nvSpPr>
              <p:cNvPr id="5514" name="Freeform 86">
                <a:extLst>
                  <a:ext uri="{FF2B5EF4-FFF2-40B4-BE49-F238E27FC236}">
                    <a16:creationId xmlns:a16="http://schemas.microsoft.com/office/drawing/2014/main" id="{23C7834F-6077-4622-9A71-03F54F066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684"/>
                <a:ext cx="1" cy="149"/>
              </a:xfrm>
              <a:custGeom>
                <a:avLst/>
                <a:gdLst>
                  <a:gd name="T0" fmla="*/ 0 w 1"/>
                  <a:gd name="T1" fmla="*/ 298 h 298"/>
                  <a:gd name="T2" fmla="*/ 0 w 1"/>
                  <a:gd name="T3" fmla="*/ 0 h 298"/>
                  <a:gd name="T4" fmla="*/ 1 w 1"/>
                  <a:gd name="T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8">
                    <a:moveTo>
                      <a:pt x="0" y="2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5" name="Freeform 87">
                <a:extLst>
                  <a:ext uri="{FF2B5EF4-FFF2-40B4-BE49-F238E27FC236}">
                    <a16:creationId xmlns:a16="http://schemas.microsoft.com/office/drawing/2014/main" id="{A3876772-32E8-4932-918A-D21E8A097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497"/>
                <a:ext cx="1" cy="149"/>
              </a:xfrm>
              <a:custGeom>
                <a:avLst/>
                <a:gdLst>
                  <a:gd name="T0" fmla="*/ 0 w 1"/>
                  <a:gd name="T1" fmla="*/ 299 h 299"/>
                  <a:gd name="T2" fmla="*/ 0 w 1"/>
                  <a:gd name="T3" fmla="*/ 0 h 299"/>
                  <a:gd name="T4" fmla="*/ 1 w 1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6" name="Freeform 88">
                <a:extLst>
                  <a:ext uri="{FF2B5EF4-FFF2-40B4-BE49-F238E27FC236}">
                    <a16:creationId xmlns:a16="http://schemas.microsoft.com/office/drawing/2014/main" id="{F2286DD2-C89E-4820-8A98-8906B2660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310"/>
                <a:ext cx="1" cy="149"/>
              </a:xfrm>
              <a:custGeom>
                <a:avLst/>
                <a:gdLst>
                  <a:gd name="T0" fmla="*/ 0 w 1"/>
                  <a:gd name="T1" fmla="*/ 299 h 299"/>
                  <a:gd name="T2" fmla="*/ 0 w 1"/>
                  <a:gd name="T3" fmla="*/ 0 h 299"/>
                  <a:gd name="T4" fmla="*/ 1 w 1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7" name="Freeform 89">
                <a:extLst>
                  <a:ext uri="{FF2B5EF4-FFF2-40B4-BE49-F238E27FC236}">
                    <a16:creationId xmlns:a16="http://schemas.microsoft.com/office/drawing/2014/main" id="{2100B218-AC3C-444A-A8D7-30566DFB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123"/>
                <a:ext cx="1" cy="149"/>
              </a:xfrm>
              <a:custGeom>
                <a:avLst/>
                <a:gdLst>
                  <a:gd name="T0" fmla="*/ 0 w 1"/>
                  <a:gd name="T1" fmla="*/ 300 h 300"/>
                  <a:gd name="T2" fmla="*/ 0 w 1"/>
                  <a:gd name="T3" fmla="*/ 0 h 300"/>
                  <a:gd name="T4" fmla="*/ 1 w 1"/>
                  <a:gd name="T5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00">
                    <a:moveTo>
                      <a:pt x="0" y="3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8" name="Freeform 90">
                <a:extLst>
                  <a:ext uri="{FF2B5EF4-FFF2-40B4-BE49-F238E27FC236}">
                    <a16:creationId xmlns:a16="http://schemas.microsoft.com/office/drawing/2014/main" id="{78C7AA1C-8E84-4208-BFBC-3FC7325AF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937"/>
                <a:ext cx="1" cy="149"/>
              </a:xfrm>
              <a:custGeom>
                <a:avLst/>
                <a:gdLst>
                  <a:gd name="T0" fmla="*/ 0 w 1"/>
                  <a:gd name="T1" fmla="*/ 299 h 299"/>
                  <a:gd name="T2" fmla="*/ 0 w 1"/>
                  <a:gd name="T3" fmla="*/ 0 h 299"/>
                  <a:gd name="T4" fmla="*/ 1 w 1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ap="flat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19" name="Line 91">
              <a:extLst>
                <a:ext uri="{FF2B5EF4-FFF2-40B4-BE49-F238E27FC236}">
                  <a16:creationId xmlns:a16="http://schemas.microsoft.com/office/drawing/2014/main" id="{C11D7634-F471-4370-BCC5-8DC436EFB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2298"/>
              <a:ext cx="0" cy="330"/>
            </a:xfrm>
            <a:prstGeom prst="line">
              <a:avLst/>
            </a:prstGeom>
            <a:noFill/>
            <a:ln w="38100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520" name="Group 92">
            <a:extLst>
              <a:ext uri="{FF2B5EF4-FFF2-40B4-BE49-F238E27FC236}">
                <a16:creationId xmlns:a16="http://schemas.microsoft.com/office/drawing/2014/main" id="{85596FE7-DEB0-4198-95C8-32BD86867E4C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1676400"/>
            <a:ext cx="3921125" cy="820738"/>
            <a:chOff x="1350" y="1056"/>
            <a:chExt cx="2470" cy="517"/>
          </a:xfrm>
        </p:grpSpPr>
        <p:sp>
          <p:nvSpPr>
            <p:cNvPr id="5521" name="Line 93">
              <a:extLst>
                <a:ext uri="{FF2B5EF4-FFF2-40B4-BE49-F238E27FC236}">
                  <a16:creationId xmlns:a16="http://schemas.microsoft.com/office/drawing/2014/main" id="{6FD015D6-2356-40EA-946E-507EB360E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1056"/>
              <a:ext cx="2470" cy="0"/>
            </a:xfrm>
            <a:prstGeom prst="line">
              <a:avLst/>
            </a:prstGeom>
            <a:noFill/>
            <a:ln w="9525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22" name="Line 94">
              <a:extLst>
                <a:ext uri="{FF2B5EF4-FFF2-40B4-BE49-F238E27FC236}">
                  <a16:creationId xmlns:a16="http://schemas.microsoft.com/office/drawing/2014/main" id="{9477A653-3611-458F-8278-F24A9DBBD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1573"/>
              <a:ext cx="2470" cy="0"/>
            </a:xfrm>
            <a:prstGeom prst="line">
              <a:avLst/>
            </a:prstGeom>
            <a:noFill/>
            <a:ln w="9525" cap="flat" algn="ctr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523" name="Line 95">
            <a:extLst>
              <a:ext uri="{FF2B5EF4-FFF2-40B4-BE49-F238E27FC236}">
                <a16:creationId xmlns:a16="http://schemas.microsoft.com/office/drawing/2014/main" id="{2BC7B3E9-91F8-4927-8EE7-2D8A45A9C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4125" y="1489075"/>
            <a:ext cx="2374900" cy="0"/>
          </a:xfrm>
          <a:prstGeom prst="line">
            <a:avLst/>
          </a:prstGeom>
          <a:noFill/>
          <a:ln w="9525" cap="flat" algn="ctr">
            <a:solidFill>
              <a:srgbClr val="CC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524" name="Group 96">
            <a:extLst>
              <a:ext uri="{FF2B5EF4-FFF2-40B4-BE49-F238E27FC236}">
                <a16:creationId xmlns:a16="http://schemas.microsoft.com/office/drawing/2014/main" id="{1FE5309F-7863-4E48-90FA-E79D3033DC83}"/>
              </a:ext>
            </a:extLst>
          </p:cNvPr>
          <p:cNvGrpSpPr>
            <a:grpSpLocks/>
          </p:cNvGrpSpPr>
          <p:nvPr/>
        </p:nvGrpSpPr>
        <p:grpSpPr bwMode="auto">
          <a:xfrm>
            <a:off x="2143125" y="1674813"/>
            <a:ext cx="0" cy="3633787"/>
            <a:chOff x="1350" y="1055"/>
            <a:chExt cx="0" cy="2289"/>
          </a:xfrm>
        </p:grpSpPr>
        <p:sp>
          <p:nvSpPr>
            <p:cNvPr id="5525" name="Line 97">
              <a:extLst>
                <a:ext uri="{FF2B5EF4-FFF2-40B4-BE49-F238E27FC236}">
                  <a16:creationId xmlns:a16="http://schemas.microsoft.com/office/drawing/2014/main" id="{63953259-7368-4F90-9AF7-64E72C0FC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1055"/>
              <a:ext cx="0" cy="518"/>
            </a:xfrm>
            <a:prstGeom prst="line">
              <a:avLst/>
            </a:prstGeom>
            <a:noFill/>
            <a:ln w="38100" cap="flat" algn="ctr">
              <a:solidFill>
                <a:srgbClr val="99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26" name="Line 98">
              <a:extLst>
                <a:ext uri="{FF2B5EF4-FFF2-40B4-BE49-F238E27FC236}">
                  <a16:creationId xmlns:a16="http://schemas.microsoft.com/office/drawing/2014/main" id="{2B002138-A603-4407-A158-852CAF926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3032"/>
              <a:ext cx="0" cy="312"/>
            </a:xfrm>
            <a:prstGeom prst="line">
              <a:avLst/>
            </a:prstGeom>
            <a:noFill/>
            <a:ln w="38100" cap="flat" algn="ctr">
              <a:solidFill>
                <a:srgbClr val="99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527" name="Group 99">
            <a:extLst>
              <a:ext uri="{FF2B5EF4-FFF2-40B4-BE49-F238E27FC236}">
                <a16:creationId xmlns:a16="http://schemas.microsoft.com/office/drawing/2014/main" id="{AA339901-2120-4AA7-A7C4-90B1F99F79E6}"/>
              </a:ext>
            </a:extLst>
          </p:cNvPr>
          <p:cNvGrpSpPr>
            <a:grpSpLocks/>
          </p:cNvGrpSpPr>
          <p:nvPr/>
        </p:nvGrpSpPr>
        <p:grpSpPr bwMode="auto">
          <a:xfrm>
            <a:off x="4910138" y="1290638"/>
            <a:ext cx="1681162" cy="1627187"/>
            <a:chOff x="3086" y="808"/>
            <a:chExt cx="1059" cy="1025"/>
          </a:xfrm>
        </p:grpSpPr>
        <p:sp>
          <p:nvSpPr>
            <p:cNvPr id="5528" name="Line 100">
              <a:extLst>
                <a:ext uri="{FF2B5EF4-FFF2-40B4-BE49-F238E27FC236}">
                  <a16:creationId xmlns:a16="http://schemas.microsoft.com/office/drawing/2014/main" id="{60A4CD16-F975-4915-8AF0-440384923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808"/>
              <a:ext cx="732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29" name="Line 101">
              <a:extLst>
                <a:ext uri="{FF2B5EF4-FFF2-40B4-BE49-F238E27FC236}">
                  <a16:creationId xmlns:a16="http://schemas.microsoft.com/office/drawing/2014/main" id="{3FB8F888-2C16-4FCD-83FE-39303046F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08"/>
              <a:ext cx="0" cy="248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0" name="Line 102">
              <a:extLst>
                <a:ext uri="{FF2B5EF4-FFF2-40B4-BE49-F238E27FC236}">
                  <a16:creationId xmlns:a16="http://schemas.microsoft.com/office/drawing/2014/main" id="{78048989-E0D0-47A3-AC6C-48401C4DF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59"/>
              <a:ext cx="325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1" name="Line 103">
              <a:extLst>
                <a:ext uri="{FF2B5EF4-FFF2-40B4-BE49-F238E27FC236}">
                  <a16:creationId xmlns:a16="http://schemas.microsoft.com/office/drawing/2014/main" id="{289E70FA-3CD2-4696-BED8-A15B28E21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056"/>
              <a:ext cx="0" cy="77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2" name="Line 104">
              <a:extLst>
                <a:ext uri="{FF2B5EF4-FFF2-40B4-BE49-F238E27FC236}">
                  <a16:creationId xmlns:a16="http://schemas.microsoft.com/office/drawing/2014/main" id="{F80199A1-D23D-4FD2-B25D-B61F2FC33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833"/>
              <a:ext cx="1056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3" name="Line 105">
              <a:extLst>
                <a:ext uri="{FF2B5EF4-FFF2-40B4-BE49-F238E27FC236}">
                  <a16:creationId xmlns:a16="http://schemas.microsoft.com/office/drawing/2014/main" id="{549E333A-B7E8-45E0-8297-9B38062E4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808"/>
              <a:ext cx="0" cy="102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4" name="Line 106">
              <a:extLst>
                <a:ext uri="{FF2B5EF4-FFF2-40B4-BE49-F238E27FC236}">
                  <a16:creationId xmlns:a16="http://schemas.microsoft.com/office/drawing/2014/main" id="{090E7D8B-8039-4CD6-BB75-88506BA83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938"/>
              <a:ext cx="321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5" name="Line 107">
              <a:extLst>
                <a:ext uri="{FF2B5EF4-FFF2-40B4-BE49-F238E27FC236}">
                  <a16:creationId xmlns:a16="http://schemas.microsoft.com/office/drawing/2014/main" id="{6A7D80CB-6D0E-41FB-8C88-C2206681A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" y="938"/>
              <a:ext cx="0" cy="253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6" name="Line 108">
              <a:extLst>
                <a:ext uri="{FF2B5EF4-FFF2-40B4-BE49-F238E27FC236}">
                  <a16:creationId xmlns:a16="http://schemas.microsoft.com/office/drawing/2014/main" id="{4A36F308-17FE-4C55-BEB4-7E6FC0BEE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183"/>
              <a:ext cx="323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537" name="Line 109">
              <a:extLst>
                <a:ext uri="{FF2B5EF4-FFF2-40B4-BE49-F238E27FC236}">
                  <a16:creationId xmlns:a16="http://schemas.microsoft.com/office/drawing/2014/main" id="{D603CB38-1149-429D-8C87-5B85E3324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1311"/>
              <a:ext cx="1056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500"/>
                                        <p:tgtEl>
                                          <p:spTgt spid="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3" dur="500"/>
                                        <p:tgtEl>
                                          <p:spTgt spid="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9" dur="500"/>
                                        <p:tgtEl>
                                          <p:spTgt spid="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5" dur="500"/>
                                        <p:tgtEl>
                                          <p:spTgt spid="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1" dur="500"/>
                                        <p:tgtEl>
                                          <p:spTgt spid="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7" dur="500"/>
                                        <p:tgtEl>
                                          <p:spTgt spid="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3" dur="500"/>
                                        <p:tgtEl>
                                          <p:spTgt spid="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9" dur="500"/>
                                        <p:tgtEl>
                                          <p:spTgt spid="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5" dur="500"/>
                                        <p:tgtEl>
                                          <p:spTgt spid="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1" dur="500"/>
                                        <p:tgtEl>
                                          <p:spTgt spid="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67" dur="500"/>
                                        <p:tgtEl>
                                          <p:spTgt spid="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childTnLst>
                                    <p:set>
                                      <p:cBhvr additive="base"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1" dur="500"/>
                                        <p:tgtEl>
                                          <p:spTgt spid="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childTnLst>
                                    <p:set>
                                      <p:cBhvr additive="base"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5" dur="500"/>
                                        <p:tgtEl>
                                          <p:spTgt spid="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79" dur="500"/>
                                        <p:tgtEl>
                                          <p:spTgt spid="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childTnLst>
                                    <p:set>
                                      <p:cBhvr additive="base"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83" dur="500"/>
                                        <p:tgtEl>
                                          <p:spTgt spid="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89"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5" dur="500"/>
                                        <p:tgtEl>
                                          <p:spTgt spid="5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01" dur="500"/>
                                        <p:tgtEl>
                                          <p:spTgt spid="5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07" dur="500"/>
                                        <p:tgtEl>
                                          <p:spTgt spid="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13" dur="500"/>
                                        <p:tgtEl>
                                          <p:spTgt spid="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19" dur="500"/>
                                        <p:tgtEl>
                                          <p:spTgt spid="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25" dur="500"/>
                                        <p:tgtEl>
                                          <p:spTgt spid="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31" dur="500"/>
                                        <p:tgtEl>
                                          <p:spTgt spid="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7" dur="500"/>
                                        <p:tgtEl>
                                          <p:spTgt spid="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43" dur="500"/>
                                        <p:tgtEl>
                                          <p:spTgt spid="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49" dur="500"/>
                                        <p:tgtEl>
                                          <p:spTgt spid="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55" dur="500"/>
                                        <p:tgtEl>
                                          <p:spTgt spid="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61" dur="500"/>
                                        <p:tgtEl>
                                          <p:spTgt spid="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67" dur="500"/>
                                        <p:tgtEl>
                                          <p:spTgt spid="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ooter Placeholder 2">
            <a:extLst>
              <a:ext uri="{FF2B5EF4-FFF2-40B4-BE49-F238E27FC236}">
                <a16:creationId xmlns:a16="http://schemas.microsoft.com/office/drawing/2014/main" id="{5FA16751-02C9-4396-9BEC-746963E4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540" name="Line 2">
            <a:extLst>
              <a:ext uri="{FF2B5EF4-FFF2-40B4-BE49-F238E27FC236}">
                <a16:creationId xmlns:a16="http://schemas.microsoft.com/office/drawing/2014/main" id="{5FC5C34D-D534-4E0C-8010-EC6D4C76E7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1198563"/>
            <a:ext cx="1974850" cy="104298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541" name="Group 3">
            <a:extLst>
              <a:ext uri="{FF2B5EF4-FFF2-40B4-BE49-F238E27FC236}">
                <a16:creationId xmlns:a16="http://schemas.microsoft.com/office/drawing/2014/main" id="{F0CE53ED-78F4-4DD5-A6FF-2ACBF07AC1DE}"/>
              </a:ext>
            </a:extLst>
          </p:cNvPr>
          <p:cNvGrpSpPr>
            <a:grpSpLocks/>
          </p:cNvGrpSpPr>
          <p:nvPr/>
        </p:nvGrpSpPr>
        <p:grpSpPr bwMode="auto">
          <a:xfrm>
            <a:off x="1300163" y="1187450"/>
            <a:ext cx="5537200" cy="3563938"/>
            <a:chOff x="819" y="748"/>
            <a:chExt cx="3488" cy="2245"/>
          </a:xfrm>
        </p:grpSpPr>
        <p:sp>
          <p:nvSpPr>
            <p:cNvPr id="5542" name="Freeform 4">
              <a:extLst>
                <a:ext uri="{FF2B5EF4-FFF2-40B4-BE49-F238E27FC236}">
                  <a16:creationId xmlns:a16="http://schemas.microsoft.com/office/drawing/2014/main" id="{AF07200A-38BA-4536-9367-56D8FFC32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748"/>
              <a:ext cx="960" cy="664"/>
            </a:xfrm>
            <a:custGeom>
              <a:avLst/>
              <a:gdLst>
                <a:gd name="T0" fmla="*/ 0 w 960"/>
                <a:gd name="T1" fmla="*/ 0 h 664"/>
                <a:gd name="T2" fmla="*/ 960 w 960"/>
                <a:gd name="T3" fmla="*/ 0 h 664"/>
                <a:gd name="T4" fmla="*/ 960 w 960"/>
                <a:gd name="T5" fmla="*/ 339 h 664"/>
                <a:gd name="T6" fmla="*/ 706 w 960"/>
                <a:gd name="T7" fmla="*/ 339 h 664"/>
                <a:gd name="T8" fmla="*/ 706 w 960"/>
                <a:gd name="T9" fmla="*/ 664 h 664"/>
                <a:gd name="T10" fmla="*/ 0 w 960"/>
                <a:gd name="T11" fmla="*/ 664 h 664"/>
                <a:gd name="T12" fmla="*/ 0 w 960"/>
                <a:gd name="T13" fmla="*/ 522 h 664"/>
                <a:gd name="T14" fmla="*/ 196 w 960"/>
                <a:gd name="T15" fmla="*/ 528 h 664"/>
                <a:gd name="T16" fmla="*/ 197 w 960"/>
                <a:gd name="T17" fmla="*/ 198 h 664"/>
                <a:gd name="T18" fmla="*/ 0 w 960"/>
                <a:gd name="T19" fmla="*/ 212 h 664"/>
                <a:gd name="T20" fmla="*/ 0 w 960"/>
                <a:gd name="T2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60" h="664">
                  <a:moveTo>
                    <a:pt x="0" y="0"/>
                  </a:moveTo>
                  <a:lnTo>
                    <a:pt x="960" y="0"/>
                  </a:lnTo>
                  <a:lnTo>
                    <a:pt x="960" y="339"/>
                  </a:lnTo>
                  <a:lnTo>
                    <a:pt x="706" y="339"/>
                  </a:lnTo>
                  <a:lnTo>
                    <a:pt x="706" y="664"/>
                  </a:lnTo>
                  <a:lnTo>
                    <a:pt x="0" y="664"/>
                  </a:lnTo>
                  <a:lnTo>
                    <a:pt x="0" y="522"/>
                  </a:lnTo>
                  <a:lnTo>
                    <a:pt x="196" y="528"/>
                  </a:lnTo>
                  <a:lnTo>
                    <a:pt x="197" y="198"/>
                  </a:lnTo>
                  <a:lnTo>
                    <a:pt x="0" y="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28575" cap="flat" algn="ctr">
              <a:solidFill>
                <a:srgbClr val="66FF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43" name="Freeform 5">
              <a:extLst>
                <a:ext uri="{FF2B5EF4-FFF2-40B4-BE49-F238E27FC236}">
                  <a16:creationId xmlns:a16="http://schemas.microsoft.com/office/drawing/2014/main" id="{16A99C51-0AF2-4712-ABCB-F54EA63E9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2004"/>
              <a:ext cx="1245" cy="989"/>
            </a:xfrm>
            <a:custGeom>
              <a:avLst/>
              <a:gdLst>
                <a:gd name="T0" fmla="*/ 0 w 1245"/>
                <a:gd name="T1" fmla="*/ 0 h 989"/>
                <a:gd name="T2" fmla="*/ 0 w 1245"/>
                <a:gd name="T3" fmla="*/ 720 h 989"/>
                <a:gd name="T4" fmla="*/ 664 w 1245"/>
                <a:gd name="T5" fmla="*/ 720 h 989"/>
                <a:gd name="T6" fmla="*/ 664 w 1245"/>
                <a:gd name="T7" fmla="*/ 989 h 989"/>
                <a:gd name="T8" fmla="*/ 1245 w 1245"/>
                <a:gd name="T9" fmla="*/ 972 h 989"/>
                <a:gd name="T10" fmla="*/ 1228 w 1245"/>
                <a:gd name="T11" fmla="*/ 0 h 989"/>
                <a:gd name="T12" fmla="*/ 875 w 1245"/>
                <a:gd name="T13" fmla="*/ 0 h 989"/>
                <a:gd name="T14" fmla="*/ 890 w 1245"/>
                <a:gd name="T15" fmla="*/ 198 h 989"/>
                <a:gd name="T16" fmla="*/ 285 w 1245"/>
                <a:gd name="T17" fmla="*/ 204 h 989"/>
                <a:gd name="T18" fmla="*/ 282 w 1245"/>
                <a:gd name="T19" fmla="*/ 0 h 989"/>
                <a:gd name="T20" fmla="*/ 0 w 1245"/>
                <a:gd name="T21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5" h="989">
                  <a:moveTo>
                    <a:pt x="0" y="0"/>
                  </a:moveTo>
                  <a:lnTo>
                    <a:pt x="0" y="720"/>
                  </a:lnTo>
                  <a:lnTo>
                    <a:pt x="664" y="720"/>
                  </a:lnTo>
                  <a:lnTo>
                    <a:pt x="664" y="989"/>
                  </a:lnTo>
                  <a:lnTo>
                    <a:pt x="1245" y="972"/>
                  </a:lnTo>
                  <a:lnTo>
                    <a:pt x="1228" y="0"/>
                  </a:lnTo>
                  <a:lnTo>
                    <a:pt x="875" y="0"/>
                  </a:lnTo>
                  <a:lnTo>
                    <a:pt x="890" y="198"/>
                  </a:lnTo>
                  <a:lnTo>
                    <a:pt x="285" y="204"/>
                  </a:lnTo>
                  <a:lnTo>
                    <a:pt x="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28575" cap="flat" algn="ctr">
              <a:solidFill>
                <a:srgbClr val="66FF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44" name="Freeform 6">
              <a:extLst>
                <a:ext uri="{FF2B5EF4-FFF2-40B4-BE49-F238E27FC236}">
                  <a16:creationId xmlns:a16="http://schemas.microsoft.com/office/drawing/2014/main" id="{EB5BA0AF-F834-4E35-AD65-28C33701B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748"/>
              <a:ext cx="1243" cy="664"/>
            </a:xfrm>
            <a:custGeom>
              <a:avLst/>
              <a:gdLst>
                <a:gd name="T0" fmla="*/ 0 w 1243"/>
                <a:gd name="T1" fmla="*/ 664 h 664"/>
                <a:gd name="T2" fmla="*/ 1243 w 1243"/>
                <a:gd name="T3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43" h="664">
                  <a:moveTo>
                    <a:pt x="0" y="664"/>
                  </a:moveTo>
                  <a:lnTo>
                    <a:pt x="1243" y="0"/>
                  </a:lnTo>
                </a:path>
              </a:pathLst>
            </a:custGeom>
            <a:noFill/>
            <a:ln w="38100" cap="flat" algn="ctr">
              <a:solidFill>
                <a:srgbClr val="66FF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545" name="Freeform 7">
            <a:extLst>
              <a:ext uri="{FF2B5EF4-FFF2-40B4-BE49-F238E27FC236}">
                <a16:creationId xmlns:a16="http://schemas.microsoft.com/office/drawing/2014/main" id="{3B2FC166-C980-4043-9C93-03909651D68D}"/>
              </a:ext>
            </a:extLst>
          </p:cNvPr>
          <p:cNvSpPr>
            <a:spLocks/>
          </p:cNvSpPr>
          <p:nvPr/>
        </p:nvSpPr>
        <p:spPr bwMode="auto">
          <a:xfrm>
            <a:off x="2667000" y="1501775"/>
            <a:ext cx="2936875" cy="1588"/>
          </a:xfrm>
          <a:custGeom>
            <a:avLst/>
            <a:gdLst>
              <a:gd name="T0" fmla="*/ 0 w 1850"/>
              <a:gd name="T1" fmla="*/ 0 h 1"/>
              <a:gd name="T2" fmla="*/ 1850 w 185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50" h="1">
                <a:moveTo>
                  <a:pt x="0" y="0"/>
                </a:moveTo>
                <a:lnTo>
                  <a:pt x="1850" y="0"/>
                </a:lnTo>
              </a:path>
            </a:pathLst>
          </a:custGeom>
          <a:noFill/>
          <a:ln w="9525" cap="flat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46" name="Freeform 8">
            <a:extLst>
              <a:ext uri="{FF2B5EF4-FFF2-40B4-BE49-F238E27FC236}">
                <a16:creationId xmlns:a16="http://schemas.microsoft.com/office/drawing/2014/main" id="{061B8460-B083-45BD-BC5E-43D374E8D042}"/>
              </a:ext>
            </a:extLst>
          </p:cNvPr>
          <p:cNvSpPr>
            <a:spLocks/>
          </p:cNvSpPr>
          <p:nvPr/>
        </p:nvSpPr>
        <p:spPr bwMode="auto">
          <a:xfrm>
            <a:off x="1747838" y="2016125"/>
            <a:ext cx="3878262" cy="1588"/>
          </a:xfrm>
          <a:custGeom>
            <a:avLst/>
            <a:gdLst>
              <a:gd name="T0" fmla="*/ 0 w 2443"/>
              <a:gd name="T1" fmla="*/ 0 h 1"/>
              <a:gd name="T2" fmla="*/ 2443 w 244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443" h="1">
                <a:moveTo>
                  <a:pt x="0" y="0"/>
                </a:moveTo>
                <a:lnTo>
                  <a:pt x="2443" y="0"/>
                </a:lnTo>
              </a:path>
            </a:pathLst>
          </a:custGeom>
          <a:noFill/>
          <a:ln w="9525" cap="flat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47" name="Freeform 9">
            <a:extLst>
              <a:ext uri="{FF2B5EF4-FFF2-40B4-BE49-F238E27FC236}">
                <a16:creationId xmlns:a16="http://schemas.microsoft.com/office/drawing/2014/main" id="{E7DD48F1-EB07-474F-8426-C17E61E19F30}"/>
              </a:ext>
            </a:extLst>
          </p:cNvPr>
          <p:cNvSpPr>
            <a:spLocks/>
          </p:cNvSpPr>
          <p:nvPr/>
        </p:nvSpPr>
        <p:spPr bwMode="auto">
          <a:xfrm>
            <a:off x="5313363" y="2016125"/>
            <a:ext cx="334962" cy="1588"/>
          </a:xfrm>
          <a:custGeom>
            <a:avLst/>
            <a:gdLst>
              <a:gd name="T0" fmla="*/ 211 w 211"/>
              <a:gd name="T1" fmla="*/ 0 h 1"/>
              <a:gd name="T2" fmla="*/ 0 w 21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1" h="1">
                <a:moveTo>
                  <a:pt x="211" y="0"/>
                </a:moveTo>
                <a:lnTo>
                  <a:pt x="0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48" name="Freeform 10">
            <a:extLst>
              <a:ext uri="{FF2B5EF4-FFF2-40B4-BE49-F238E27FC236}">
                <a16:creationId xmlns:a16="http://schemas.microsoft.com/office/drawing/2014/main" id="{402307FE-25F6-4933-855E-907C43C7A23A}"/>
              </a:ext>
            </a:extLst>
          </p:cNvPr>
          <p:cNvSpPr>
            <a:spLocks/>
          </p:cNvSpPr>
          <p:nvPr/>
        </p:nvSpPr>
        <p:spPr bwMode="auto">
          <a:xfrm>
            <a:off x="5618163" y="1489075"/>
            <a:ext cx="3175" cy="546100"/>
          </a:xfrm>
          <a:custGeom>
            <a:avLst/>
            <a:gdLst>
              <a:gd name="T0" fmla="*/ 0 w 2"/>
              <a:gd name="T1" fmla="*/ 344 h 344"/>
              <a:gd name="T2" fmla="*/ 2 w 2"/>
              <a:gd name="T3" fmla="*/ 0 h 34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44">
                <a:moveTo>
                  <a:pt x="0" y="344"/>
                </a:moveTo>
                <a:lnTo>
                  <a:pt x="2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49" name="Freeform 11">
            <a:extLst>
              <a:ext uri="{FF2B5EF4-FFF2-40B4-BE49-F238E27FC236}">
                <a16:creationId xmlns:a16="http://schemas.microsoft.com/office/drawing/2014/main" id="{75C5BC63-5858-4FCA-ACF1-66EA6A0EF8B7}"/>
              </a:ext>
            </a:extLst>
          </p:cNvPr>
          <p:cNvSpPr>
            <a:spLocks/>
          </p:cNvSpPr>
          <p:nvPr/>
        </p:nvSpPr>
        <p:spPr bwMode="auto">
          <a:xfrm>
            <a:off x="5308600" y="1490663"/>
            <a:ext cx="325438" cy="9525"/>
          </a:xfrm>
          <a:custGeom>
            <a:avLst/>
            <a:gdLst>
              <a:gd name="T0" fmla="*/ 205 w 205"/>
              <a:gd name="T1" fmla="*/ 0 h 6"/>
              <a:gd name="T2" fmla="*/ 0 w 205"/>
              <a:gd name="T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5" h="6">
                <a:moveTo>
                  <a:pt x="205" y="0"/>
                </a:moveTo>
                <a:lnTo>
                  <a:pt x="0" y="6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0" name="Line 12">
            <a:extLst>
              <a:ext uri="{FF2B5EF4-FFF2-40B4-BE49-F238E27FC236}">
                <a16:creationId xmlns:a16="http://schemas.microsoft.com/office/drawing/2014/main" id="{6FA869C4-63D8-4AE9-B98F-F5D6AEC5E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8163" y="2033588"/>
            <a:ext cx="0" cy="73025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1" name="Freeform 13">
            <a:extLst>
              <a:ext uri="{FF2B5EF4-FFF2-40B4-BE49-F238E27FC236}">
                <a16:creationId xmlns:a16="http://schemas.microsoft.com/office/drawing/2014/main" id="{8BA78548-6604-4E1A-A24F-F012803C739D}"/>
              </a:ext>
            </a:extLst>
          </p:cNvPr>
          <p:cNvSpPr>
            <a:spLocks/>
          </p:cNvSpPr>
          <p:nvPr/>
        </p:nvSpPr>
        <p:spPr bwMode="auto">
          <a:xfrm>
            <a:off x="1281113" y="2759075"/>
            <a:ext cx="3636962" cy="1588"/>
          </a:xfrm>
          <a:custGeom>
            <a:avLst/>
            <a:gdLst>
              <a:gd name="T0" fmla="*/ 0 w 2291"/>
              <a:gd name="T1" fmla="*/ 0 h 1"/>
              <a:gd name="T2" fmla="*/ 2291 w 229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91" h="1">
                <a:moveTo>
                  <a:pt x="0" y="0"/>
                </a:moveTo>
                <a:lnTo>
                  <a:pt x="229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2" name="Line 14">
            <a:extLst>
              <a:ext uri="{FF2B5EF4-FFF2-40B4-BE49-F238E27FC236}">
                <a16:creationId xmlns:a16="http://schemas.microsoft.com/office/drawing/2014/main" id="{901C0E32-3F21-4AC4-9939-42F234230C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2241550"/>
            <a:ext cx="0" cy="52228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3" name="Line 15">
            <a:extLst>
              <a:ext uri="{FF2B5EF4-FFF2-40B4-BE49-F238E27FC236}">
                <a16:creationId xmlns:a16="http://schemas.microsoft.com/office/drawing/2014/main" id="{56766A65-DC05-4284-BE6F-559FD5ECA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1198563"/>
            <a:ext cx="116205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4" name="Line 16">
            <a:extLst>
              <a:ext uri="{FF2B5EF4-FFF2-40B4-BE49-F238E27FC236}">
                <a16:creationId xmlns:a16="http://schemas.microsoft.com/office/drawing/2014/main" id="{B16974A5-C9BE-436C-A2B3-7D1721CCC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1198563"/>
            <a:ext cx="465138" cy="41751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5" name="Line 17">
            <a:extLst>
              <a:ext uri="{FF2B5EF4-FFF2-40B4-BE49-F238E27FC236}">
                <a16:creationId xmlns:a16="http://schemas.microsoft.com/office/drawing/2014/main" id="{3AD7DF05-E68B-4E6D-9546-9E0F51334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438" y="1616075"/>
            <a:ext cx="0" cy="114776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6" name="Oval 18">
            <a:extLst>
              <a:ext uri="{FF2B5EF4-FFF2-40B4-BE49-F238E27FC236}">
                <a16:creationId xmlns:a16="http://schemas.microsoft.com/office/drawing/2014/main" id="{D56CE781-8867-437B-B75B-2BCE008F0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1616075"/>
            <a:ext cx="696912" cy="625475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557" name="Line 19">
            <a:extLst>
              <a:ext uri="{FF2B5EF4-FFF2-40B4-BE49-F238E27FC236}">
                <a16:creationId xmlns:a16="http://schemas.microsoft.com/office/drawing/2014/main" id="{157DC867-3479-4BF4-8B62-C60C717EA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990600"/>
            <a:ext cx="0" cy="2085975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8" name="Line 20">
            <a:extLst>
              <a:ext uri="{FF2B5EF4-FFF2-40B4-BE49-F238E27FC236}">
                <a16:creationId xmlns:a16="http://schemas.microsoft.com/office/drawing/2014/main" id="{802061E5-9470-4F17-BF33-FF217A354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363" y="1928813"/>
            <a:ext cx="1511300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59" name="Freeform 21">
            <a:extLst>
              <a:ext uri="{FF2B5EF4-FFF2-40B4-BE49-F238E27FC236}">
                <a16:creationId xmlns:a16="http://schemas.microsoft.com/office/drawing/2014/main" id="{85AD0163-90D7-49B9-BF75-13F1C2051C5F}"/>
              </a:ext>
            </a:extLst>
          </p:cNvPr>
          <p:cNvSpPr>
            <a:spLocks/>
          </p:cNvSpPr>
          <p:nvPr/>
        </p:nvSpPr>
        <p:spPr bwMode="auto">
          <a:xfrm>
            <a:off x="1295400" y="3175000"/>
            <a:ext cx="3611563" cy="4763"/>
          </a:xfrm>
          <a:custGeom>
            <a:avLst/>
            <a:gdLst>
              <a:gd name="T0" fmla="*/ 0 w 2275"/>
              <a:gd name="T1" fmla="*/ 3 h 3"/>
              <a:gd name="T2" fmla="*/ 2275 w 2275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75" h="3">
                <a:moveTo>
                  <a:pt x="0" y="3"/>
                </a:moveTo>
                <a:lnTo>
                  <a:pt x="2275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0" name="Line 22">
            <a:extLst>
              <a:ext uri="{FF2B5EF4-FFF2-40B4-BE49-F238E27FC236}">
                <a16:creationId xmlns:a16="http://schemas.microsoft.com/office/drawing/2014/main" id="{906A2122-4331-4DAF-8977-DC5BA9173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179763"/>
            <a:ext cx="0" cy="15652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1" name="Freeform 23">
            <a:extLst>
              <a:ext uri="{FF2B5EF4-FFF2-40B4-BE49-F238E27FC236}">
                <a16:creationId xmlns:a16="http://schemas.microsoft.com/office/drawing/2014/main" id="{BEE151C1-4423-4840-AC36-02FCE80FD807}"/>
              </a:ext>
            </a:extLst>
          </p:cNvPr>
          <p:cNvSpPr>
            <a:spLocks/>
          </p:cNvSpPr>
          <p:nvPr/>
        </p:nvSpPr>
        <p:spPr bwMode="auto">
          <a:xfrm>
            <a:off x="1295400" y="4733925"/>
            <a:ext cx="3611563" cy="12700"/>
          </a:xfrm>
          <a:custGeom>
            <a:avLst/>
            <a:gdLst>
              <a:gd name="T0" fmla="*/ 0 w 2275"/>
              <a:gd name="T1" fmla="*/ 0 h 8"/>
              <a:gd name="T2" fmla="*/ 2275 w 2275"/>
              <a:gd name="T3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75" h="8">
                <a:moveTo>
                  <a:pt x="0" y="0"/>
                </a:moveTo>
                <a:lnTo>
                  <a:pt x="2275" y="8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2" name="Freeform 24">
            <a:extLst>
              <a:ext uri="{FF2B5EF4-FFF2-40B4-BE49-F238E27FC236}">
                <a16:creationId xmlns:a16="http://schemas.microsoft.com/office/drawing/2014/main" id="{11BF824D-E320-4F7C-B8E9-3F1A10B0BA9F}"/>
              </a:ext>
            </a:extLst>
          </p:cNvPr>
          <p:cNvSpPr>
            <a:spLocks/>
          </p:cNvSpPr>
          <p:nvPr/>
        </p:nvSpPr>
        <p:spPr bwMode="auto">
          <a:xfrm>
            <a:off x="4894263" y="3179763"/>
            <a:ext cx="3175" cy="1589087"/>
          </a:xfrm>
          <a:custGeom>
            <a:avLst/>
            <a:gdLst>
              <a:gd name="T0" fmla="*/ 2 w 2"/>
              <a:gd name="T1" fmla="*/ 0 h 1001"/>
              <a:gd name="T2" fmla="*/ 0 w 2"/>
              <a:gd name="T3" fmla="*/ 1001 h 100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1001">
                <a:moveTo>
                  <a:pt x="2" y="0"/>
                </a:moveTo>
                <a:lnTo>
                  <a:pt x="0" y="1001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3" name="Line 25">
            <a:extLst>
              <a:ext uri="{FF2B5EF4-FFF2-40B4-BE49-F238E27FC236}">
                <a16:creationId xmlns:a16="http://schemas.microsoft.com/office/drawing/2014/main" id="{ED12DFC6-A622-4346-AB3F-DF69F322C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971800"/>
            <a:ext cx="0" cy="198120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4" name="Line 26">
            <a:extLst>
              <a:ext uri="{FF2B5EF4-FFF2-40B4-BE49-F238E27FC236}">
                <a16:creationId xmlns:a16="http://schemas.microsoft.com/office/drawing/2014/main" id="{4D2D62EC-4F2B-438A-A57C-D037DB903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0525" y="3179763"/>
            <a:ext cx="0" cy="1565275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5" name="Line 27">
            <a:extLst>
              <a:ext uri="{FF2B5EF4-FFF2-40B4-BE49-F238E27FC236}">
                <a16:creationId xmlns:a16="http://schemas.microsoft.com/office/drawing/2014/main" id="{557172C2-3516-4E7D-9813-ACA6EE7C2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3" y="3179763"/>
            <a:ext cx="0" cy="1565275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6" name="Line 28">
            <a:extLst>
              <a:ext uri="{FF2B5EF4-FFF2-40B4-BE49-F238E27FC236}">
                <a16:creationId xmlns:a16="http://schemas.microsoft.com/office/drawing/2014/main" id="{F82D4219-9EF0-40C0-845E-0F0106C1A6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3179763"/>
            <a:ext cx="0" cy="15652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7" name="Line 29">
            <a:extLst>
              <a:ext uri="{FF2B5EF4-FFF2-40B4-BE49-F238E27FC236}">
                <a16:creationId xmlns:a16="http://schemas.microsoft.com/office/drawing/2014/main" id="{6BD0FAA0-1B76-4B38-BDA9-4AAC9F6DC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3179763"/>
            <a:ext cx="0" cy="1565275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8" name="Line 30">
            <a:extLst>
              <a:ext uri="{FF2B5EF4-FFF2-40B4-BE49-F238E27FC236}">
                <a16:creationId xmlns:a16="http://schemas.microsoft.com/office/drawing/2014/main" id="{4BEED989-CBD2-4932-8C68-65E0DC047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225" y="1511300"/>
            <a:ext cx="0" cy="1252538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9" name="Line 31">
            <a:extLst>
              <a:ext uri="{FF2B5EF4-FFF2-40B4-BE49-F238E27FC236}">
                <a16:creationId xmlns:a16="http://schemas.microsoft.com/office/drawing/2014/main" id="{EB61921C-80C5-4024-9896-DEB04864E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0538" y="2033588"/>
            <a:ext cx="0" cy="73025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0" name="Freeform 32">
            <a:extLst>
              <a:ext uri="{FF2B5EF4-FFF2-40B4-BE49-F238E27FC236}">
                <a16:creationId xmlns:a16="http://schemas.microsoft.com/office/drawing/2014/main" id="{EA486B2D-7C3F-488F-9C5C-FD2F314D99AA}"/>
              </a:ext>
            </a:extLst>
          </p:cNvPr>
          <p:cNvSpPr>
            <a:spLocks/>
          </p:cNvSpPr>
          <p:nvPr/>
        </p:nvSpPr>
        <p:spPr bwMode="auto">
          <a:xfrm>
            <a:off x="1766888" y="3175000"/>
            <a:ext cx="1587" cy="334963"/>
          </a:xfrm>
          <a:custGeom>
            <a:avLst/>
            <a:gdLst>
              <a:gd name="T0" fmla="*/ 0 w 1"/>
              <a:gd name="T1" fmla="*/ 0 h 211"/>
              <a:gd name="T2" fmla="*/ 0 w 1"/>
              <a:gd name="T3" fmla="*/ 211 h 21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11">
                <a:moveTo>
                  <a:pt x="0" y="0"/>
                </a:moveTo>
                <a:lnTo>
                  <a:pt x="0" y="211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1" name="Freeform 33">
            <a:extLst>
              <a:ext uri="{FF2B5EF4-FFF2-40B4-BE49-F238E27FC236}">
                <a16:creationId xmlns:a16="http://schemas.microsoft.com/office/drawing/2014/main" id="{CFF0515C-E2BC-489D-B66A-0562AFB2344F}"/>
              </a:ext>
            </a:extLst>
          </p:cNvPr>
          <p:cNvSpPr>
            <a:spLocks/>
          </p:cNvSpPr>
          <p:nvPr/>
        </p:nvSpPr>
        <p:spPr bwMode="auto">
          <a:xfrm>
            <a:off x="2689225" y="3163888"/>
            <a:ext cx="1588" cy="346075"/>
          </a:xfrm>
          <a:custGeom>
            <a:avLst/>
            <a:gdLst>
              <a:gd name="T0" fmla="*/ 0 w 1"/>
              <a:gd name="T1" fmla="*/ 0 h 218"/>
              <a:gd name="T2" fmla="*/ 0 w 1"/>
              <a:gd name="T3" fmla="*/ 218 h 21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2" name="Line 34">
            <a:extLst>
              <a:ext uri="{FF2B5EF4-FFF2-40B4-BE49-F238E27FC236}">
                <a16:creationId xmlns:a16="http://schemas.microsoft.com/office/drawing/2014/main" id="{5641AF2A-BAC0-4324-ACF9-D94A39CB0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0538" y="3492500"/>
            <a:ext cx="92868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3" name="Freeform 35">
            <a:extLst>
              <a:ext uri="{FF2B5EF4-FFF2-40B4-BE49-F238E27FC236}">
                <a16:creationId xmlns:a16="http://schemas.microsoft.com/office/drawing/2014/main" id="{14705D5D-3CCD-4466-8373-B88D5FB2E0D5}"/>
              </a:ext>
            </a:extLst>
          </p:cNvPr>
          <p:cNvSpPr>
            <a:spLocks/>
          </p:cNvSpPr>
          <p:nvPr/>
        </p:nvSpPr>
        <p:spPr bwMode="auto">
          <a:xfrm>
            <a:off x="1800225" y="3186113"/>
            <a:ext cx="877888" cy="1587"/>
          </a:xfrm>
          <a:custGeom>
            <a:avLst/>
            <a:gdLst>
              <a:gd name="T0" fmla="*/ 0 w 553"/>
              <a:gd name="T1" fmla="*/ 0 h 1"/>
              <a:gd name="T2" fmla="*/ 553 w 55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53" h="1">
                <a:moveTo>
                  <a:pt x="0" y="0"/>
                </a:moveTo>
                <a:lnTo>
                  <a:pt x="553" y="0"/>
                </a:lnTo>
              </a:path>
            </a:pathLst>
          </a:custGeom>
          <a:noFill/>
          <a:ln w="57150" cap="flat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4" name="Line 36">
            <a:extLst>
              <a:ext uri="{FF2B5EF4-FFF2-40B4-BE49-F238E27FC236}">
                <a16:creationId xmlns:a16="http://schemas.microsoft.com/office/drawing/2014/main" id="{09AF8524-57CF-491E-AF0E-4CC163DBB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1563" y="4327525"/>
            <a:ext cx="2555875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5" name="Freeform 37">
            <a:extLst>
              <a:ext uri="{FF2B5EF4-FFF2-40B4-BE49-F238E27FC236}">
                <a16:creationId xmlns:a16="http://schemas.microsoft.com/office/drawing/2014/main" id="{2FBEA16C-97AC-4F58-8F76-8E5711B9EF24}"/>
              </a:ext>
            </a:extLst>
          </p:cNvPr>
          <p:cNvSpPr>
            <a:spLocks/>
          </p:cNvSpPr>
          <p:nvPr/>
        </p:nvSpPr>
        <p:spPr bwMode="auto">
          <a:xfrm>
            <a:off x="2343150" y="4318000"/>
            <a:ext cx="1588" cy="450850"/>
          </a:xfrm>
          <a:custGeom>
            <a:avLst/>
            <a:gdLst>
              <a:gd name="T0" fmla="*/ 0 w 1"/>
              <a:gd name="T1" fmla="*/ 0 h 284"/>
              <a:gd name="T2" fmla="*/ 0 w 1"/>
              <a:gd name="T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84">
                <a:moveTo>
                  <a:pt x="0" y="0"/>
                </a:moveTo>
                <a:lnTo>
                  <a:pt x="0" y="284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6" name="Line 38">
            <a:extLst>
              <a:ext uri="{FF2B5EF4-FFF2-40B4-BE49-F238E27FC236}">
                <a16:creationId xmlns:a16="http://schemas.microsoft.com/office/drawing/2014/main" id="{45941145-1C4C-42A4-9DC9-68AF03F44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327525"/>
            <a:ext cx="0" cy="417513"/>
          </a:xfrm>
          <a:prstGeom prst="line">
            <a:avLst/>
          </a:prstGeom>
          <a:noFill/>
          <a:ln w="38100" cap="flat" algn="ctr">
            <a:solidFill>
              <a:srgbClr val="D9FF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7" name="Line 39">
            <a:extLst>
              <a:ext uri="{FF2B5EF4-FFF2-40B4-BE49-F238E27FC236}">
                <a16:creationId xmlns:a16="http://schemas.microsoft.com/office/drawing/2014/main" id="{158F8CE6-2B0A-4B77-AC2B-E7D8AB011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735513"/>
            <a:ext cx="1046163" cy="0"/>
          </a:xfrm>
          <a:prstGeom prst="line">
            <a:avLst/>
          </a:prstGeom>
          <a:noFill/>
          <a:ln w="50800" cap="flat" algn="ctr">
            <a:solidFill>
              <a:srgbClr val="D1FFE8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8" name="Freeform 40">
            <a:extLst>
              <a:ext uri="{FF2B5EF4-FFF2-40B4-BE49-F238E27FC236}">
                <a16:creationId xmlns:a16="http://schemas.microsoft.com/office/drawing/2014/main" id="{A097E48D-591F-42C2-9BC2-FC9A76822E6D}"/>
              </a:ext>
            </a:extLst>
          </p:cNvPr>
          <p:cNvSpPr>
            <a:spLocks/>
          </p:cNvSpPr>
          <p:nvPr/>
        </p:nvSpPr>
        <p:spPr bwMode="auto">
          <a:xfrm>
            <a:off x="2343150" y="1697038"/>
            <a:ext cx="1588" cy="773112"/>
          </a:xfrm>
          <a:custGeom>
            <a:avLst/>
            <a:gdLst>
              <a:gd name="T0" fmla="*/ 0 w 1"/>
              <a:gd name="T1" fmla="*/ 0 h 487"/>
              <a:gd name="T2" fmla="*/ 0 w 1"/>
              <a:gd name="T3" fmla="*/ 487 h 48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87">
                <a:moveTo>
                  <a:pt x="0" y="0"/>
                </a:moveTo>
                <a:lnTo>
                  <a:pt x="0" y="487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79" name="Freeform 41">
            <a:extLst>
              <a:ext uri="{FF2B5EF4-FFF2-40B4-BE49-F238E27FC236}">
                <a16:creationId xmlns:a16="http://schemas.microsoft.com/office/drawing/2014/main" id="{A90C9AC2-F831-4A7A-B743-02C29CBF7FE5}"/>
              </a:ext>
            </a:extLst>
          </p:cNvPr>
          <p:cNvSpPr>
            <a:spLocks/>
          </p:cNvSpPr>
          <p:nvPr/>
        </p:nvSpPr>
        <p:spPr bwMode="auto">
          <a:xfrm>
            <a:off x="2343150" y="2447925"/>
            <a:ext cx="2554288" cy="4763"/>
          </a:xfrm>
          <a:custGeom>
            <a:avLst/>
            <a:gdLst>
              <a:gd name="T0" fmla="*/ 0 w 1609"/>
              <a:gd name="T1" fmla="*/ 0 h 3"/>
              <a:gd name="T2" fmla="*/ 1609 w 1609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09" h="3">
                <a:moveTo>
                  <a:pt x="0" y="0"/>
                </a:moveTo>
                <a:lnTo>
                  <a:pt x="1609" y="3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80" name="Freeform 42">
            <a:extLst>
              <a:ext uri="{FF2B5EF4-FFF2-40B4-BE49-F238E27FC236}">
                <a16:creationId xmlns:a16="http://schemas.microsoft.com/office/drawing/2014/main" id="{2AE5EB8F-743B-4541-8D81-D42580B00346}"/>
              </a:ext>
            </a:extLst>
          </p:cNvPr>
          <p:cNvSpPr>
            <a:spLocks/>
          </p:cNvSpPr>
          <p:nvPr/>
        </p:nvSpPr>
        <p:spPr bwMode="auto">
          <a:xfrm>
            <a:off x="2332038" y="1722438"/>
            <a:ext cx="4521200" cy="3175"/>
          </a:xfrm>
          <a:custGeom>
            <a:avLst/>
            <a:gdLst>
              <a:gd name="T0" fmla="*/ 0 w 2848"/>
              <a:gd name="T1" fmla="*/ 2 h 2"/>
              <a:gd name="T2" fmla="*/ 2848 w 2848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48" h="2">
                <a:moveTo>
                  <a:pt x="0" y="2"/>
                </a:moveTo>
                <a:lnTo>
                  <a:pt x="2848" y="0"/>
                </a:lnTo>
              </a:path>
            </a:pathLst>
          </a:custGeom>
          <a:noFill/>
          <a:ln w="9525" cap="flat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81" name="Line 43">
            <a:extLst>
              <a:ext uri="{FF2B5EF4-FFF2-40B4-BE49-F238E27FC236}">
                <a16:creationId xmlns:a16="http://schemas.microsoft.com/office/drawing/2014/main" id="{CF9D153D-157A-4B57-9D50-EB4C09B98D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075" y="1720850"/>
            <a:ext cx="411163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82" name="Line 44">
            <a:extLst>
              <a:ext uri="{FF2B5EF4-FFF2-40B4-BE49-F238E27FC236}">
                <a16:creationId xmlns:a16="http://schemas.microsoft.com/office/drawing/2014/main" id="{BDCD78C8-C163-45FE-9CB2-263215CA2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438" y="2451100"/>
            <a:ext cx="1955800" cy="0"/>
          </a:xfrm>
          <a:prstGeom prst="line">
            <a:avLst/>
          </a:prstGeom>
          <a:noFill/>
          <a:ln w="9525" cap="flat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83" name="Line 45">
            <a:extLst>
              <a:ext uri="{FF2B5EF4-FFF2-40B4-BE49-F238E27FC236}">
                <a16:creationId xmlns:a16="http://schemas.microsoft.com/office/drawing/2014/main" id="{CCB0B279-88F2-4B44-863F-234B538B4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075" y="2451100"/>
            <a:ext cx="411163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584" name="Group 46">
            <a:extLst>
              <a:ext uri="{FF2B5EF4-FFF2-40B4-BE49-F238E27FC236}">
                <a16:creationId xmlns:a16="http://schemas.microsoft.com/office/drawing/2014/main" id="{1AC733D5-29A9-41D0-A477-F0502B5ED48D}"/>
              </a:ext>
            </a:extLst>
          </p:cNvPr>
          <p:cNvGrpSpPr>
            <a:grpSpLocks/>
          </p:cNvGrpSpPr>
          <p:nvPr/>
        </p:nvGrpSpPr>
        <p:grpSpPr bwMode="auto">
          <a:xfrm>
            <a:off x="5103813" y="1198563"/>
            <a:ext cx="2058987" cy="1584325"/>
            <a:chOff x="3215" y="755"/>
            <a:chExt cx="1297" cy="998"/>
          </a:xfrm>
        </p:grpSpPr>
        <p:sp>
          <p:nvSpPr>
            <p:cNvPr id="5585" name="Freeform 47">
              <a:extLst>
                <a:ext uri="{FF2B5EF4-FFF2-40B4-BE49-F238E27FC236}">
                  <a16:creationId xmlns:a16="http://schemas.microsoft.com/office/drawing/2014/main" id="{4C7D5C73-9216-40D7-B846-427453F41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755"/>
              <a:ext cx="1" cy="998"/>
            </a:xfrm>
            <a:custGeom>
              <a:avLst/>
              <a:gdLst>
                <a:gd name="T0" fmla="*/ 0 w 1"/>
                <a:gd name="T1" fmla="*/ 998 h 998"/>
                <a:gd name="T2" fmla="*/ 1 w 1"/>
                <a:gd name="T3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98">
                  <a:moveTo>
                    <a:pt x="0" y="998"/>
                  </a:moveTo>
                  <a:lnTo>
                    <a:pt x="1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86" name="Freeform 48">
              <a:extLst>
                <a:ext uri="{FF2B5EF4-FFF2-40B4-BE49-F238E27FC236}">
                  <a16:creationId xmlns:a16="http://schemas.microsoft.com/office/drawing/2014/main" id="{A24D8A4A-2865-4530-BDA1-66B8FC728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755"/>
              <a:ext cx="989" cy="1"/>
            </a:xfrm>
            <a:custGeom>
              <a:avLst/>
              <a:gdLst>
                <a:gd name="T0" fmla="*/ 0 w 989"/>
                <a:gd name="T1" fmla="*/ 0 h 1"/>
                <a:gd name="T2" fmla="*/ 989 w 98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9" h="1">
                  <a:moveTo>
                    <a:pt x="0" y="0"/>
                  </a:moveTo>
                  <a:lnTo>
                    <a:pt x="989" y="1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87" name="Freeform 49">
              <a:extLst>
                <a:ext uri="{FF2B5EF4-FFF2-40B4-BE49-F238E27FC236}">
                  <a16:creationId xmlns:a16="http://schemas.microsoft.com/office/drawing/2014/main" id="{4923D04E-2D75-49A0-A7C2-DD387A5A2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1738"/>
              <a:ext cx="982" cy="3"/>
            </a:xfrm>
            <a:custGeom>
              <a:avLst/>
              <a:gdLst>
                <a:gd name="T0" fmla="*/ 0 w 982"/>
                <a:gd name="T1" fmla="*/ 3 h 3"/>
                <a:gd name="T2" fmla="*/ 982 w 982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2" h="3">
                  <a:moveTo>
                    <a:pt x="0" y="3"/>
                  </a:moveTo>
                  <a:lnTo>
                    <a:pt x="982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88" name="Freeform 50">
              <a:extLst>
                <a:ext uri="{FF2B5EF4-FFF2-40B4-BE49-F238E27FC236}">
                  <a16:creationId xmlns:a16="http://schemas.microsoft.com/office/drawing/2014/main" id="{FB6EFFC9-9E4B-47B5-B6F4-B2F269276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755"/>
              <a:ext cx="2" cy="991"/>
            </a:xfrm>
            <a:custGeom>
              <a:avLst/>
              <a:gdLst>
                <a:gd name="T0" fmla="*/ 2 w 2"/>
                <a:gd name="T1" fmla="*/ 991 h 991"/>
                <a:gd name="T2" fmla="*/ 0 w 2"/>
                <a:gd name="T3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991">
                  <a:moveTo>
                    <a:pt x="2" y="991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89" name="Line 51">
              <a:extLst>
                <a:ext uri="{FF2B5EF4-FFF2-40B4-BE49-F238E27FC236}">
                  <a16:creationId xmlns:a16="http://schemas.microsoft.com/office/drawing/2014/main" id="{BE79C02C-C762-4948-89F4-E0A24D5B7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412"/>
              <a:ext cx="972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90" name="Line 52">
              <a:extLst>
                <a:ext uri="{FF2B5EF4-FFF2-40B4-BE49-F238E27FC236}">
                  <a16:creationId xmlns:a16="http://schemas.microsoft.com/office/drawing/2014/main" id="{7B691CDB-3CAA-40D4-917A-3BA20199D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018"/>
              <a:ext cx="972" cy="0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91" name="Line 53">
              <a:extLst>
                <a:ext uri="{FF2B5EF4-FFF2-40B4-BE49-F238E27FC236}">
                  <a16:creationId xmlns:a16="http://schemas.microsoft.com/office/drawing/2014/main" id="{F0CE9D7E-C9C0-43DA-A0F8-A5912DB2B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1215"/>
              <a:ext cx="1297" cy="0"/>
            </a:xfrm>
            <a:prstGeom prst="line">
              <a:avLst/>
            </a:prstGeom>
            <a:noFill/>
            <a:ln w="12700" cap="flat" algn="ctr">
              <a:solidFill>
                <a:srgbClr val="000000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592" name="Freeform 54">
            <a:extLst>
              <a:ext uri="{FF2B5EF4-FFF2-40B4-BE49-F238E27FC236}">
                <a16:creationId xmlns:a16="http://schemas.microsoft.com/office/drawing/2014/main" id="{8946D695-6557-4168-BC41-F06F29891564}"/>
              </a:ext>
            </a:extLst>
          </p:cNvPr>
          <p:cNvSpPr>
            <a:spLocks/>
          </p:cNvSpPr>
          <p:nvPr/>
        </p:nvSpPr>
        <p:spPr bwMode="auto">
          <a:xfrm>
            <a:off x="6442075" y="2239963"/>
            <a:ext cx="403225" cy="1587"/>
          </a:xfrm>
          <a:custGeom>
            <a:avLst/>
            <a:gdLst>
              <a:gd name="T0" fmla="*/ 0 w 254"/>
              <a:gd name="T1" fmla="*/ 1 h 1"/>
              <a:gd name="T2" fmla="*/ 254 w 254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4" h="1">
                <a:moveTo>
                  <a:pt x="0" y="1"/>
                </a:moveTo>
                <a:lnTo>
                  <a:pt x="254" y="0"/>
                </a:lnTo>
              </a:path>
            </a:pathLst>
          </a:custGeom>
          <a:noFill/>
          <a:ln w="50800" cap="flat" algn="ctr">
            <a:solidFill>
              <a:srgbClr val="D9FF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93" name="Line 55">
            <a:extLst>
              <a:ext uri="{FF2B5EF4-FFF2-40B4-BE49-F238E27FC236}">
                <a16:creationId xmlns:a16="http://schemas.microsoft.com/office/drawing/2014/main" id="{C445A25F-7499-4E9E-BA71-160E44D21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075" y="2236788"/>
            <a:ext cx="411163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94" name="Line 56">
            <a:extLst>
              <a:ext uri="{FF2B5EF4-FFF2-40B4-BE49-F238E27FC236}">
                <a16:creationId xmlns:a16="http://schemas.microsoft.com/office/drawing/2014/main" id="{AE128F6A-9F33-4B56-B06A-860F341874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2075" y="1720850"/>
            <a:ext cx="0" cy="104298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595" name="Group 57">
            <a:extLst>
              <a:ext uri="{FF2B5EF4-FFF2-40B4-BE49-F238E27FC236}">
                <a16:creationId xmlns:a16="http://schemas.microsoft.com/office/drawing/2014/main" id="{59CFA68B-B0B2-4225-B5DD-FD15C531AADA}"/>
              </a:ext>
            </a:extLst>
          </p:cNvPr>
          <p:cNvGrpSpPr>
            <a:grpSpLocks/>
          </p:cNvGrpSpPr>
          <p:nvPr/>
        </p:nvGrpSpPr>
        <p:grpSpPr bwMode="auto">
          <a:xfrm>
            <a:off x="6464300" y="2482850"/>
            <a:ext cx="450850" cy="381000"/>
            <a:chOff x="4072" y="1564"/>
            <a:chExt cx="284" cy="240"/>
          </a:xfrm>
        </p:grpSpPr>
        <p:sp>
          <p:nvSpPr>
            <p:cNvPr id="5596" name="Freeform 58">
              <a:extLst>
                <a:ext uri="{FF2B5EF4-FFF2-40B4-BE49-F238E27FC236}">
                  <a16:creationId xmlns:a16="http://schemas.microsoft.com/office/drawing/2014/main" id="{6B9341AB-A917-4507-AA34-1658F0A1C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738"/>
              <a:ext cx="284" cy="1"/>
            </a:xfrm>
            <a:custGeom>
              <a:avLst/>
              <a:gdLst>
                <a:gd name="T0" fmla="*/ 0 w 284"/>
                <a:gd name="T1" fmla="*/ 0 h 1"/>
                <a:gd name="T2" fmla="*/ 284 w 2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4" h="1">
                  <a:moveTo>
                    <a:pt x="0" y="0"/>
                  </a:moveTo>
                  <a:lnTo>
                    <a:pt x="284" y="0"/>
                  </a:lnTo>
                </a:path>
              </a:pathLst>
            </a:custGeom>
            <a:noFill/>
            <a:ln w="50800" cap="flat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97" name="Freeform 59">
              <a:extLst>
                <a:ext uri="{FF2B5EF4-FFF2-40B4-BE49-F238E27FC236}">
                  <a16:creationId xmlns:a16="http://schemas.microsoft.com/office/drawing/2014/main" id="{9ED5740B-600C-4F11-87CB-6A1A1DB24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1564"/>
              <a:ext cx="1" cy="24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57150" cap="flat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598" name="Text Box 60">
            <a:extLst>
              <a:ext uri="{FF2B5EF4-FFF2-40B4-BE49-F238E27FC236}">
                <a16:creationId xmlns:a16="http://schemas.microsoft.com/office/drawing/2014/main" id="{EDF515CB-4042-48B6-90C6-4631FBCBC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65" y="520680"/>
            <a:ext cx="721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：已知物体的主视图和俯视图，求侧视图</a:t>
            </a:r>
            <a:r>
              <a:rPr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。</a:t>
            </a:r>
          </a:p>
        </p:txBody>
      </p:sp>
      <p:sp>
        <p:nvSpPr>
          <p:cNvPr id="5599" name="Freeform 61">
            <a:extLst>
              <a:ext uri="{FF2B5EF4-FFF2-40B4-BE49-F238E27FC236}">
                <a16:creationId xmlns:a16="http://schemas.microsoft.com/office/drawing/2014/main" id="{7AD696BA-063B-41DF-A050-A993FE22E81C}"/>
              </a:ext>
            </a:extLst>
          </p:cNvPr>
          <p:cNvSpPr>
            <a:spLocks/>
          </p:cNvSpPr>
          <p:nvPr/>
        </p:nvSpPr>
        <p:spPr bwMode="auto">
          <a:xfrm>
            <a:off x="1281113" y="4327525"/>
            <a:ext cx="1062037" cy="1588"/>
          </a:xfrm>
          <a:custGeom>
            <a:avLst/>
            <a:gdLst>
              <a:gd name="T0" fmla="*/ 669 w 669"/>
              <a:gd name="T1" fmla="*/ 0 h 1"/>
              <a:gd name="T2" fmla="*/ 0 w 669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9" h="1">
                <a:moveTo>
                  <a:pt x="669" y="0"/>
                </a:moveTo>
                <a:lnTo>
                  <a:pt x="0" y="1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600" name="Group 62">
            <a:extLst>
              <a:ext uri="{FF2B5EF4-FFF2-40B4-BE49-F238E27FC236}">
                <a16:creationId xmlns:a16="http://schemas.microsoft.com/office/drawing/2014/main" id="{7EEC36B0-53AC-4E34-A886-36548B1643FF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2938463"/>
            <a:ext cx="3590925" cy="3328987"/>
            <a:chOff x="3176" y="1851"/>
            <a:chExt cx="2262" cy="2097"/>
          </a:xfrm>
        </p:grpSpPr>
        <p:sp>
          <p:nvSpPr>
            <p:cNvPr id="5601" name="Freeform 63">
              <a:extLst>
                <a:ext uri="{FF2B5EF4-FFF2-40B4-BE49-F238E27FC236}">
                  <a16:creationId xmlns:a16="http://schemas.microsoft.com/office/drawing/2014/main" id="{5EBCABC0-E43B-44C2-BAA1-41A6384AB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02" name="Freeform 64">
              <a:extLst>
                <a:ext uri="{FF2B5EF4-FFF2-40B4-BE49-F238E27FC236}">
                  <a16:creationId xmlns:a16="http://schemas.microsoft.com/office/drawing/2014/main" id="{18DD56F8-A34B-4A3A-AE2E-E42541A2D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03" name="Freeform 65">
              <a:extLst>
                <a:ext uri="{FF2B5EF4-FFF2-40B4-BE49-F238E27FC236}">
                  <a16:creationId xmlns:a16="http://schemas.microsoft.com/office/drawing/2014/main" id="{00A8131D-1760-48AC-84C3-AE1F4B8D7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04" name="Freeform 66">
              <a:extLst>
                <a:ext uri="{FF2B5EF4-FFF2-40B4-BE49-F238E27FC236}">
                  <a16:creationId xmlns:a16="http://schemas.microsoft.com/office/drawing/2014/main" id="{5D23A05D-AB7A-45F4-915B-EB81F741B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05" name="Freeform 67">
              <a:extLst>
                <a:ext uri="{FF2B5EF4-FFF2-40B4-BE49-F238E27FC236}">
                  <a16:creationId xmlns:a16="http://schemas.microsoft.com/office/drawing/2014/main" id="{F062A40C-757F-4EDE-8B42-C5394EA5F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06" name="Freeform 68">
              <a:extLst>
                <a:ext uri="{FF2B5EF4-FFF2-40B4-BE49-F238E27FC236}">
                  <a16:creationId xmlns:a16="http://schemas.microsoft.com/office/drawing/2014/main" id="{2C0FDA66-D49B-49C2-802A-0C8E544A1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07" name="Freeform 69">
              <a:extLst>
                <a:ext uri="{FF2B5EF4-FFF2-40B4-BE49-F238E27FC236}">
                  <a16:creationId xmlns:a16="http://schemas.microsoft.com/office/drawing/2014/main" id="{130CF1DA-63F8-422A-9862-925905CF5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608" name="Group 70">
              <a:extLst>
                <a:ext uri="{FF2B5EF4-FFF2-40B4-BE49-F238E27FC236}">
                  <a16:creationId xmlns:a16="http://schemas.microsoft.com/office/drawing/2014/main" id="{25A4C594-A736-4711-B098-F54180E19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5609" name="Line 71">
                <a:extLst>
                  <a:ext uri="{FF2B5EF4-FFF2-40B4-BE49-F238E27FC236}">
                    <a16:creationId xmlns:a16="http://schemas.microsoft.com/office/drawing/2014/main" id="{6C2F996A-EB46-42C5-94E8-1A8B39C86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0" name="Line 72">
                <a:extLst>
                  <a:ext uri="{FF2B5EF4-FFF2-40B4-BE49-F238E27FC236}">
                    <a16:creationId xmlns:a16="http://schemas.microsoft.com/office/drawing/2014/main" id="{FFE840C2-6242-4712-9E96-3461F9226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1" name="Line 73">
                <a:extLst>
                  <a:ext uri="{FF2B5EF4-FFF2-40B4-BE49-F238E27FC236}">
                    <a16:creationId xmlns:a16="http://schemas.microsoft.com/office/drawing/2014/main" id="{8471D2EE-29F3-4E88-B2BB-AFFB60366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2" name="Line 74">
                <a:extLst>
                  <a:ext uri="{FF2B5EF4-FFF2-40B4-BE49-F238E27FC236}">
                    <a16:creationId xmlns:a16="http://schemas.microsoft.com/office/drawing/2014/main" id="{66A3D7D3-7D6E-4C39-86B8-8921050CA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3" name="Line 75">
                <a:extLst>
                  <a:ext uri="{FF2B5EF4-FFF2-40B4-BE49-F238E27FC236}">
                    <a16:creationId xmlns:a16="http://schemas.microsoft.com/office/drawing/2014/main" id="{85E60AAC-B6BA-4CEE-981F-4CA5E7066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4" name="Line 76">
                <a:extLst>
                  <a:ext uri="{FF2B5EF4-FFF2-40B4-BE49-F238E27FC236}">
                    <a16:creationId xmlns:a16="http://schemas.microsoft.com/office/drawing/2014/main" id="{7229F1BA-5A8C-4EA3-A0A9-88E4CF2462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5" name="Line 77">
                <a:extLst>
                  <a:ext uri="{FF2B5EF4-FFF2-40B4-BE49-F238E27FC236}">
                    <a16:creationId xmlns:a16="http://schemas.microsoft.com/office/drawing/2014/main" id="{8ABB4384-0743-4754-9259-E89FB4B67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6" name="Line 78">
                <a:extLst>
                  <a:ext uri="{FF2B5EF4-FFF2-40B4-BE49-F238E27FC236}">
                    <a16:creationId xmlns:a16="http://schemas.microsoft.com/office/drawing/2014/main" id="{4B730883-2C01-4052-B615-BD19D61BC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7" name="Line 79">
                <a:extLst>
                  <a:ext uri="{FF2B5EF4-FFF2-40B4-BE49-F238E27FC236}">
                    <a16:creationId xmlns:a16="http://schemas.microsoft.com/office/drawing/2014/main" id="{0F0FF915-F67E-4483-9BB9-5DE553F18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8" name="Line 80">
                <a:extLst>
                  <a:ext uri="{FF2B5EF4-FFF2-40B4-BE49-F238E27FC236}">
                    <a16:creationId xmlns:a16="http://schemas.microsoft.com/office/drawing/2014/main" id="{0E5B59D5-478F-48F7-93E5-03E08820B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19" name="Line 81">
                <a:extLst>
                  <a:ext uri="{FF2B5EF4-FFF2-40B4-BE49-F238E27FC236}">
                    <a16:creationId xmlns:a16="http://schemas.microsoft.com/office/drawing/2014/main" id="{CE36F71E-A186-4242-9ACE-2C2C50C94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0" name="Line 82">
                <a:extLst>
                  <a:ext uri="{FF2B5EF4-FFF2-40B4-BE49-F238E27FC236}">
                    <a16:creationId xmlns:a16="http://schemas.microsoft.com/office/drawing/2014/main" id="{614FA1D3-FB2E-4209-B5BA-1C777B793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1" name="Line 83">
                <a:extLst>
                  <a:ext uri="{FF2B5EF4-FFF2-40B4-BE49-F238E27FC236}">
                    <a16:creationId xmlns:a16="http://schemas.microsoft.com/office/drawing/2014/main" id="{42F135E9-547E-4868-BBEC-03EC475053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2" name="Line 84">
                <a:extLst>
                  <a:ext uri="{FF2B5EF4-FFF2-40B4-BE49-F238E27FC236}">
                    <a16:creationId xmlns:a16="http://schemas.microsoft.com/office/drawing/2014/main" id="{921A74E1-8CDF-4894-9F4B-06B33099A8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3" name="Line 85">
                <a:extLst>
                  <a:ext uri="{FF2B5EF4-FFF2-40B4-BE49-F238E27FC236}">
                    <a16:creationId xmlns:a16="http://schemas.microsoft.com/office/drawing/2014/main" id="{4D539BFD-9A21-44B5-ABB2-FCBEEDA2D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4" name="Line 86">
                <a:extLst>
                  <a:ext uri="{FF2B5EF4-FFF2-40B4-BE49-F238E27FC236}">
                    <a16:creationId xmlns:a16="http://schemas.microsoft.com/office/drawing/2014/main" id="{1E4726EF-5280-4F2F-A895-92EE625E9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5" name="Line 87">
                <a:extLst>
                  <a:ext uri="{FF2B5EF4-FFF2-40B4-BE49-F238E27FC236}">
                    <a16:creationId xmlns:a16="http://schemas.microsoft.com/office/drawing/2014/main" id="{45888ADE-650A-4ABA-A827-7DE20C6CA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6" name="Line 88">
                <a:extLst>
                  <a:ext uri="{FF2B5EF4-FFF2-40B4-BE49-F238E27FC236}">
                    <a16:creationId xmlns:a16="http://schemas.microsoft.com/office/drawing/2014/main" id="{EDDF920C-2BAA-47A3-BB94-53697F28D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7" name="Freeform 89">
                <a:extLst>
                  <a:ext uri="{FF2B5EF4-FFF2-40B4-BE49-F238E27FC236}">
                    <a16:creationId xmlns:a16="http://schemas.microsoft.com/office/drawing/2014/main" id="{7B37791B-62BC-416A-9907-3B36E4B12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/>
              </a:gra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8" name="Line 90">
                <a:extLst>
                  <a:ext uri="{FF2B5EF4-FFF2-40B4-BE49-F238E27FC236}">
                    <a16:creationId xmlns:a16="http://schemas.microsoft.com/office/drawing/2014/main" id="{7A99592D-8306-4B25-823C-1D1A445F4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29" name="Line 91">
                <a:extLst>
                  <a:ext uri="{FF2B5EF4-FFF2-40B4-BE49-F238E27FC236}">
                    <a16:creationId xmlns:a16="http://schemas.microsoft.com/office/drawing/2014/main" id="{4C32F8B4-D3C5-4130-9EEA-6BE201F67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30" name="Line 92">
                <a:extLst>
                  <a:ext uri="{FF2B5EF4-FFF2-40B4-BE49-F238E27FC236}">
                    <a16:creationId xmlns:a16="http://schemas.microsoft.com/office/drawing/2014/main" id="{DF52422C-0458-43A6-A45C-5F60AF11C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31" name="Line 93">
                <a:extLst>
                  <a:ext uri="{FF2B5EF4-FFF2-40B4-BE49-F238E27FC236}">
                    <a16:creationId xmlns:a16="http://schemas.microsoft.com/office/drawing/2014/main" id="{F03EDBD0-FFB8-407F-9247-FB187BB86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32" name="Line 94">
                <a:extLst>
                  <a:ext uri="{FF2B5EF4-FFF2-40B4-BE49-F238E27FC236}">
                    <a16:creationId xmlns:a16="http://schemas.microsoft.com/office/drawing/2014/main" id="{0F6B21CE-DA82-42A6-BCA5-FFB60F8F0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33" name="Line 95">
                <a:extLst>
                  <a:ext uri="{FF2B5EF4-FFF2-40B4-BE49-F238E27FC236}">
                    <a16:creationId xmlns:a16="http://schemas.microsoft.com/office/drawing/2014/main" id="{1987ED1E-F3F2-429A-B0AA-DC093807E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34" name="Oval 96">
                <a:extLst>
                  <a:ext uri="{FF2B5EF4-FFF2-40B4-BE49-F238E27FC236}">
                    <a16:creationId xmlns:a16="http://schemas.microsoft.com/office/drawing/2014/main" id="{F0216D55-1D9F-420A-B428-335E3DC0F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100000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/>
              </a:gradFill>
              <a:ln w="381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algn="ctr" eaLnBrk="0" hangingPunct="0"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2400" b="1">
                    <a:solidFill>
                      <a:schemeClr val="accent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 additive="base">
                                        <p:cTn id="7" dur="500"/>
                                        <p:tgtEl>
                                          <p:spTgt spid="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2" dur="500"/>
                                        <p:tgtEl>
                                          <p:spTgt spid="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8" dur="500"/>
                                        <p:tgtEl>
                                          <p:spTgt spid="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4" dur="500"/>
                                        <p:tgtEl>
                                          <p:spTgt spid="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0" dur="500"/>
                                        <p:tgtEl>
                                          <p:spTgt spid="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6" dur="500"/>
                                        <p:tgtEl>
                                          <p:spTgt spid="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2" dur="500"/>
                                        <p:tgtEl>
                                          <p:spTgt spid="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8" dur="500"/>
                                        <p:tgtEl>
                                          <p:spTgt spid="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4" dur="500"/>
                                        <p:tgtEl>
                                          <p:spTgt spid="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0" dur="500"/>
                                        <p:tgtEl>
                                          <p:spTgt spid="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6" dur="500"/>
                                        <p:tgtEl>
                                          <p:spTgt spid="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2" dur="500"/>
                                        <p:tgtEl>
                                          <p:spTgt spid="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88" dur="500"/>
                                        <p:tgtEl>
                                          <p:spTgt spid="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4" dur="500"/>
                                        <p:tgtEl>
                                          <p:spTgt spid="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00" dur="500"/>
                                        <p:tgtEl>
                                          <p:spTgt spid="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06" dur="500"/>
                                        <p:tgtEl>
                                          <p:spTgt spid="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ooter Placeholder 2">
            <a:extLst>
              <a:ext uri="{FF2B5EF4-FFF2-40B4-BE49-F238E27FC236}">
                <a16:creationId xmlns:a16="http://schemas.microsoft.com/office/drawing/2014/main" id="{D17F2B08-2A2B-48A4-B0D7-CFA46C84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sp>
        <p:nvSpPr>
          <p:cNvPr id="5826" name="Rectangle 2">
            <a:extLst>
              <a:ext uri="{FF2B5EF4-FFF2-40B4-BE49-F238E27FC236}">
                <a16:creationId xmlns:a16="http://schemas.microsoft.com/office/drawing/2014/main" id="{A3D24BA9-25A0-4801-B531-EE4DADE2D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762000"/>
            <a:ext cx="2286000" cy="2438400"/>
          </a:xfrm>
          <a:prstGeom prst="rect">
            <a:avLst/>
          </a:prstGeom>
          <a:noFill/>
          <a:ln w="1905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grpSp>
        <p:nvGrpSpPr>
          <p:cNvPr id="5827" name="Group 3">
            <a:extLst>
              <a:ext uri="{FF2B5EF4-FFF2-40B4-BE49-F238E27FC236}">
                <a16:creationId xmlns:a16="http://schemas.microsoft.com/office/drawing/2014/main" id="{3B929075-E4C5-404D-8742-91B100A823CE}"/>
              </a:ext>
            </a:extLst>
          </p:cNvPr>
          <p:cNvGrpSpPr>
            <a:grpSpLocks/>
          </p:cNvGrpSpPr>
          <p:nvPr/>
        </p:nvGrpSpPr>
        <p:grpSpPr bwMode="auto">
          <a:xfrm>
            <a:off x="2103438" y="3208338"/>
            <a:ext cx="5692775" cy="2370137"/>
            <a:chOff x="1325" y="2021"/>
            <a:chExt cx="3586" cy="1493"/>
          </a:xfrm>
        </p:grpSpPr>
        <p:sp>
          <p:nvSpPr>
            <p:cNvPr id="5828" name="Line 4">
              <a:extLst>
                <a:ext uri="{FF2B5EF4-FFF2-40B4-BE49-F238E27FC236}">
                  <a16:creationId xmlns:a16="http://schemas.microsoft.com/office/drawing/2014/main" id="{172AC174-BBCD-40E6-9510-95B560C7E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5" y="2448"/>
              <a:ext cx="0" cy="1066"/>
            </a:xfrm>
            <a:prstGeom prst="line">
              <a:avLst/>
            </a:prstGeom>
            <a:noFill/>
            <a:ln w="381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29" name="Line 5">
              <a:extLst>
                <a:ext uri="{FF2B5EF4-FFF2-40B4-BE49-F238E27FC236}">
                  <a16:creationId xmlns:a16="http://schemas.microsoft.com/office/drawing/2014/main" id="{CBAB1AF6-4423-40F7-A14D-A6C5F06BAB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378" y="1488"/>
              <a:ext cx="0" cy="1066"/>
            </a:xfrm>
            <a:prstGeom prst="line">
              <a:avLst/>
            </a:prstGeom>
            <a:noFill/>
            <a:ln w="381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0" name="Group 6">
            <a:extLst>
              <a:ext uri="{FF2B5EF4-FFF2-40B4-BE49-F238E27FC236}">
                <a16:creationId xmlns:a16="http://schemas.microsoft.com/office/drawing/2014/main" id="{E717A285-7233-4E0F-8FC9-66B324BBED4C}"/>
              </a:ext>
            </a:extLst>
          </p:cNvPr>
          <p:cNvGrpSpPr>
            <a:grpSpLocks/>
          </p:cNvGrpSpPr>
          <p:nvPr/>
        </p:nvGrpSpPr>
        <p:grpSpPr bwMode="auto">
          <a:xfrm>
            <a:off x="6434138" y="1658938"/>
            <a:ext cx="1033462" cy="1546225"/>
            <a:chOff x="4053" y="1045"/>
            <a:chExt cx="651" cy="974"/>
          </a:xfrm>
        </p:grpSpPr>
        <p:sp>
          <p:nvSpPr>
            <p:cNvPr id="5831" name="Freeform 7">
              <a:extLst>
                <a:ext uri="{FF2B5EF4-FFF2-40B4-BE49-F238E27FC236}">
                  <a16:creationId xmlns:a16="http://schemas.microsoft.com/office/drawing/2014/main" id="{EF47FD13-437F-402A-AFFE-D6C1BCA46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045"/>
              <a:ext cx="1" cy="974"/>
            </a:xfrm>
            <a:custGeom>
              <a:avLst/>
              <a:gdLst>
                <a:gd name="T0" fmla="*/ 0 w 1"/>
                <a:gd name="T1" fmla="*/ 974 h 974"/>
                <a:gd name="T2" fmla="*/ 0 w 1"/>
                <a:gd name="T3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74">
                  <a:moveTo>
                    <a:pt x="0" y="974"/>
                  </a:moveTo>
                  <a:lnTo>
                    <a:pt x="0" y="0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2" name="Line 8">
              <a:extLst>
                <a:ext uri="{FF2B5EF4-FFF2-40B4-BE49-F238E27FC236}">
                  <a16:creationId xmlns:a16="http://schemas.microsoft.com/office/drawing/2014/main" id="{23B0305D-014F-45BC-A074-5AB8FC48E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056"/>
              <a:ext cx="0" cy="96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3" name="Freeform 9">
            <a:extLst>
              <a:ext uri="{FF2B5EF4-FFF2-40B4-BE49-F238E27FC236}">
                <a16:creationId xmlns:a16="http://schemas.microsoft.com/office/drawing/2014/main" id="{1B61F68C-E1AD-4F11-9D36-CFDFC2BDC263}"/>
              </a:ext>
            </a:extLst>
          </p:cNvPr>
          <p:cNvSpPr>
            <a:spLocks/>
          </p:cNvSpPr>
          <p:nvPr/>
        </p:nvSpPr>
        <p:spPr bwMode="auto">
          <a:xfrm>
            <a:off x="6096000" y="2209800"/>
            <a:ext cx="1676400" cy="165100"/>
          </a:xfrm>
          <a:custGeom>
            <a:avLst/>
            <a:gdLst>
              <a:gd name="T0" fmla="*/ 0 w 1056"/>
              <a:gd name="T1" fmla="*/ 0 h 104"/>
              <a:gd name="T2" fmla="*/ 128 w 1056"/>
              <a:gd name="T3" fmla="*/ 34 h 104"/>
              <a:gd name="T4" fmla="*/ 255 w 1056"/>
              <a:gd name="T5" fmla="*/ 76 h 104"/>
              <a:gd name="T6" fmla="*/ 382 w 1056"/>
              <a:gd name="T7" fmla="*/ 90 h 104"/>
              <a:gd name="T8" fmla="*/ 537 w 1056"/>
              <a:gd name="T9" fmla="*/ 104 h 104"/>
              <a:gd name="T10" fmla="*/ 650 w 1056"/>
              <a:gd name="T11" fmla="*/ 90 h 104"/>
              <a:gd name="T12" fmla="*/ 806 w 1056"/>
              <a:gd name="T13" fmla="*/ 76 h 104"/>
              <a:gd name="T14" fmla="*/ 904 w 1056"/>
              <a:gd name="T15" fmla="*/ 48 h 104"/>
              <a:gd name="T16" fmla="*/ 1056 w 1056"/>
              <a:gd name="T1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56" h="104">
                <a:moveTo>
                  <a:pt x="0" y="0"/>
                </a:moveTo>
                <a:cubicBezTo>
                  <a:pt x="21" y="6"/>
                  <a:pt x="86" y="21"/>
                  <a:pt x="128" y="34"/>
                </a:cubicBezTo>
                <a:cubicBezTo>
                  <a:pt x="170" y="47"/>
                  <a:pt x="213" y="67"/>
                  <a:pt x="255" y="76"/>
                </a:cubicBezTo>
                <a:cubicBezTo>
                  <a:pt x="297" y="85"/>
                  <a:pt x="335" y="85"/>
                  <a:pt x="382" y="90"/>
                </a:cubicBezTo>
                <a:cubicBezTo>
                  <a:pt x="429" y="95"/>
                  <a:pt x="492" y="104"/>
                  <a:pt x="537" y="104"/>
                </a:cubicBezTo>
                <a:cubicBezTo>
                  <a:pt x="582" y="104"/>
                  <a:pt x="605" y="95"/>
                  <a:pt x="650" y="90"/>
                </a:cubicBezTo>
                <a:cubicBezTo>
                  <a:pt x="695" y="85"/>
                  <a:pt x="764" y="83"/>
                  <a:pt x="806" y="76"/>
                </a:cubicBezTo>
                <a:cubicBezTo>
                  <a:pt x="848" y="69"/>
                  <a:pt x="862" y="61"/>
                  <a:pt x="904" y="48"/>
                </a:cubicBezTo>
                <a:cubicBezTo>
                  <a:pt x="946" y="35"/>
                  <a:pt x="1024" y="10"/>
                  <a:pt x="1056" y="0"/>
                </a:cubicBezTo>
              </a:path>
            </a:pathLst>
          </a:cu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4" name="Line 10">
            <a:extLst>
              <a:ext uri="{FF2B5EF4-FFF2-40B4-BE49-F238E27FC236}">
                <a16:creationId xmlns:a16="http://schemas.microsoft.com/office/drawing/2014/main" id="{AEC05197-0A97-45B5-B429-08D008B93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743200"/>
            <a:ext cx="32766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5" name="Line 11">
            <a:extLst>
              <a:ext uri="{FF2B5EF4-FFF2-40B4-BE49-F238E27FC236}">
                <a16:creationId xmlns:a16="http://schemas.microsoft.com/office/drawing/2014/main" id="{6366E3EC-E635-4B8C-9423-E55682CBB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514600"/>
            <a:ext cx="33528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6" name="Line 12">
            <a:extLst>
              <a:ext uri="{FF2B5EF4-FFF2-40B4-BE49-F238E27FC236}">
                <a16:creationId xmlns:a16="http://schemas.microsoft.com/office/drawing/2014/main" id="{52C033AC-AC11-43C3-90F6-4B284DE5D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724400"/>
            <a:ext cx="4191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" name="Line 13">
            <a:extLst>
              <a:ext uri="{FF2B5EF4-FFF2-40B4-BE49-F238E27FC236}">
                <a16:creationId xmlns:a16="http://schemas.microsoft.com/office/drawing/2014/main" id="{114E1BAC-2C40-4467-B401-1AD17BCE8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0" cy="25146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" name="Freeform 14">
            <a:extLst>
              <a:ext uri="{FF2B5EF4-FFF2-40B4-BE49-F238E27FC236}">
                <a16:creationId xmlns:a16="http://schemas.microsoft.com/office/drawing/2014/main" id="{79C19D5E-1A3C-4368-9849-FD149321E98C}"/>
              </a:ext>
            </a:extLst>
          </p:cNvPr>
          <p:cNvSpPr>
            <a:spLocks/>
          </p:cNvSpPr>
          <p:nvPr/>
        </p:nvSpPr>
        <p:spPr bwMode="auto">
          <a:xfrm>
            <a:off x="2820988" y="609600"/>
            <a:ext cx="3175" cy="2728913"/>
          </a:xfrm>
          <a:custGeom>
            <a:avLst/>
            <a:gdLst>
              <a:gd name="T0" fmla="*/ 2 w 2"/>
              <a:gd name="T1" fmla="*/ 1719 h 1719"/>
              <a:gd name="T2" fmla="*/ 0 w 2"/>
              <a:gd name="T3" fmla="*/ 0 h 17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1719">
                <a:moveTo>
                  <a:pt x="2" y="1719"/>
                </a:moveTo>
                <a:lnTo>
                  <a:pt x="0" y="0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" name="Oval 15">
            <a:extLst>
              <a:ext uri="{FF2B5EF4-FFF2-40B4-BE49-F238E27FC236}">
                <a16:creationId xmlns:a16="http://schemas.microsoft.com/office/drawing/2014/main" id="{C9005451-2E96-4CFC-AD68-E4DB593E6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57600"/>
            <a:ext cx="2286000" cy="21336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840" name="Rectangle 16">
            <a:extLst>
              <a:ext uri="{FF2B5EF4-FFF2-40B4-BE49-F238E27FC236}">
                <a16:creationId xmlns:a16="http://schemas.microsoft.com/office/drawing/2014/main" id="{8EE48BD0-B91F-4FD2-B47A-E1F336CD5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762000"/>
            <a:ext cx="2286000" cy="2438400"/>
          </a:xfrm>
          <a:prstGeom prst="rect">
            <a:avLst/>
          </a:prstGeom>
          <a:noFill/>
          <a:ln w="3810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841" name="Oval 17">
            <a:extLst>
              <a:ext uri="{FF2B5EF4-FFF2-40B4-BE49-F238E27FC236}">
                <a16:creationId xmlns:a16="http://schemas.microsoft.com/office/drawing/2014/main" id="{570E4E9F-E983-4A45-8F03-F67F01AC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3962400"/>
            <a:ext cx="1676400" cy="1522413"/>
          </a:xfrm>
          <a:prstGeom prst="ellips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842" name="Oval 18">
            <a:extLst>
              <a:ext uri="{FF2B5EF4-FFF2-40B4-BE49-F238E27FC236}">
                <a16:creationId xmlns:a16="http://schemas.microsoft.com/office/drawing/2014/main" id="{34DCFE44-D56C-44D0-94DF-C6E702845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4267200"/>
            <a:ext cx="1035050" cy="914400"/>
          </a:xfrm>
          <a:prstGeom prst="ellips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843" name="Line 19">
            <a:extLst>
              <a:ext uri="{FF2B5EF4-FFF2-40B4-BE49-F238E27FC236}">
                <a16:creationId xmlns:a16="http://schemas.microsoft.com/office/drawing/2014/main" id="{14955034-C156-4408-B94C-E963622BD6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1875" y="1676400"/>
            <a:ext cx="0" cy="15240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4" name="Line 20">
            <a:extLst>
              <a:ext uri="{FF2B5EF4-FFF2-40B4-BE49-F238E27FC236}">
                <a16:creationId xmlns:a16="http://schemas.microsoft.com/office/drawing/2014/main" id="{9671511F-A1E3-4482-B6D1-A32B1748EB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1676400"/>
            <a:ext cx="0" cy="15240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5" name="Line 21">
            <a:extLst>
              <a:ext uri="{FF2B5EF4-FFF2-40B4-BE49-F238E27FC236}">
                <a16:creationId xmlns:a16="http://schemas.microsoft.com/office/drawing/2014/main" id="{B78A2780-F177-4B78-B9CB-6B992D97A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762000"/>
            <a:ext cx="0" cy="9144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6" name="Line 22">
            <a:extLst>
              <a:ext uri="{FF2B5EF4-FFF2-40B4-BE49-F238E27FC236}">
                <a16:creationId xmlns:a16="http://schemas.microsoft.com/office/drawing/2014/main" id="{B827D1CA-20FC-4FCE-BE71-4323767B7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762000"/>
            <a:ext cx="0" cy="9144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7" name="Line 23">
            <a:extLst>
              <a:ext uri="{FF2B5EF4-FFF2-40B4-BE49-F238E27FC236}">
                <a16:creationId xmlns:a16="http://schemas.microsoft.com/office/drawing/2014/main" id="{5EFB1723-9E69-43A3-ABB4-2D4C7015C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676400"/>
            <a:ext cx="3048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8" name="Line 24">
            <a:extLst>
              <a:ext uri="{FF2B5EF4-FFF2-40B4-BE49-F238E27FC236}">
                <a16:creationId xmlns:a16="http://schemas.microsoft.com/office/drawing/2014/main" id="{58E10C6D-1785-426D-860B-841E190A0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1676400"/>
            <a:ext cx="3048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9" name="Line 25">
            <a:extLst>
              <a:ext uri="{FF2B5EF4-FFF2-40B4-BE49-F238E27FC236}">
                <a16:creationId xmlns:a16="http://schemas.microsoft.com/office/drawing/2014/main" id="{84DB7AAF-7F72-4427-B56F-81734C452E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1676400"/>
            <a:ext cx="762000" cy="4763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50" name="Oval 26">
            <a:extLst>
              <a:ext uri="{FF2B5EF4-FFF2-40B4-BE49-F238E27FC236}">
                <a16:creationId xmlns:a16="http://schemas.microsoft.com/office/drawing/2014/main" id="{8648222F-104E-4F78-A259-C21DD453A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0" y="1219200"/>
            <a:ext cx="1019175" cy="914400"/>
          </a:xfrm>
          <a:prstGeom prst="ellips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851" name="Freeform 27">
            <a:extLst>
              <a:ext uri="{FF2B5EF4-FFF2-40B4-BE49-F238E27FC236}">
                <a16:creationId xmlns:a16="http://schemas.microsoft.com/office/drawing/2014/main" id="{1BE00681-5A91-4156-9D0D-B02EFBA0E7D0}"/>
              </a:ext>
            </a:extLst>
          </p:cNvPr>
          <p:cNvSpPr>
            <a:spLocks/>
          </p:cNvSpPr>
          <p:nvPr/>
        </p:nvSpPr>
        <p:spPr bwMode="auto">
          <a:xfrm>
            <a:off x="3330575" y="3763963"/>
            <a:ext cx="1588" cy="1927225"/>
          </a:xfrm>
          <a:custGeom>
            <a:avLst/>
            <a:gdLst>
              <a:gd name="T0" fmla="*/ 0 w 1"/>
              <a:gd name="T1" fmla="*/ 0 h 1214"/>
              <a:gd name="T2" fmla="*/ 0 w 1"/>
              <a:gd name="T3" fmla="*/ 1214 h 12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214">
                <a:moveTo>
                  <a:pt x="0" y="0"/>
                </a:moveTo>
                <a:lnTo>
                  <a:pt x="0" y="1214"/>
                </a:lnTo>
              </a:path>
            </a:pathLst>
          </a:cu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52" name="Freeform 28">
            <a:extLst>
              <a:ext uri="{FF2B5EF4-FFF2-40B4-BE49-F238E27FC236}">
                <a16:creationId xmlns:a16="http://schemas.microsoft.com/office/drawing/2014/main" id="{5CFE2311-85C3-42BC-920D-9F6EDCCD6D9E}"/>
              </a:ext>
            </a:extLst>
          </p:cNvPr>
          <p:cNvSpPr>
            <a:spLocks/>
          </p:cNvSpPr>
          <p:nvPr/>
        </p:nvSpPr>
        <p:spPr bwMode="auto">
          <a:xfrm>
            <a:off x="2300288" y="3763963"/>
            <a:ext cx="1587" cy="1897062"/>
          </a:xfrm>
          <a:custGeom>
            <a:avLst/>
            <a:gdLst>
              <a:gd name="T0" fmla="*/ 1 w 1"/>
              <a:gd name="T1" fmla="*/ 0 h 1195"/>
              <a:gd name="T2" fmla="*/ 0 w 1"/>
              <a:gd name="T3" fmla="*/ 1195 h 119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95">
                <a:moveTo>
                  <a:pt x="1" y="0"/>
                </a:moveTo>
                <a:lnTo>
                  <a:pt x="0" y="1195"/>
                </a:lnTo>
              </a:path>
            </a:pathLst>
          </a:cu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53" name="Line 29">
            <a:extLst>
              <a:ext uri="{FF2B5EF4-FFF2-40B4-BE49-F238E27FC236}">
                <a16:creationId xmlns:a16="http://schemas.microsoft.com/office/drawing/2014/main" id="{B5F2D15C-80D9-49BF-871D-CE89ADAA57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1875" y="4114800"/>
            <a:ext cx="0" cy="1219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54" name="Line 30">
            <a:extLst>
              <a:ext uri="{FF2B5EF4-FFF2-40B4-BE49-F238E27FC236}">
                <a16:creationId xmlns:a16="http://schemas.microsoft.com/office/drawing/2014/main" id="{AA3237D0-4159-4CBC-906F-DB3FFAAC3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6925" y="4114800"/>
            <a:ext cx="0" cy="1219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855" name="Group 31">
            <a:extLst>
              <a:ext uri="{FF2B5EF4-FFF2-40B4-BE49-F238E27FC236}">
                <a16:creationId xmlns:a16="http://schemas.microsoft.com/office/drawing/2014/main" id="{EAF07651-96E7-4026-9208-FDD4B13F62F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886200"/>
            <a:ext cx="1390650" cy="1716088"/>
            <a:chOff x="480" y="2688"/>
            <a:chExt cx="876" cy="1081"/>
          </a:xfrm>
        </p:grpSpPr>
        <p:sp>
          <p:nvSpPr>
            <p:cNvPr id="5856" name="Line 32">
              <a:extLst>
                <a:ext uri="{FF2B5EF4-FFF2-40B4-BE49-F238E27FC236}">
                  <a16:creationId xmlns:a16="http://schemas.microsoft.com/office/drawing/2014/main" id="{E8FD08E6-8203-43B6-AC32-C1032A715F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688"/>
              <a:ext cx="864" cy="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57" name="Freeform 33">
              <a:extLst>
                <a:ext uri="{FF2B5EF4-FFF2-40B4-BE49-F238E27FC236}">
                  <a16:creationId xmlns:a16="http://schemas.microsoft.com/office/drawing/2014/main" id="{4912008C-8022-4231-B279-D4ED95803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3755"/>
              <a:ext cx="862" cy="1"/>
            </a:xfrm>
            <a:custGeom>
              <a:avLst/>
              <a:gdLst>
                <a:gd name="T0" fmla="*/ 862 w 862"/>
                <a:gd name="T1" fmla="*/ 0 h 1"/>
                <a:gd name="T2" fmla="*/ 0 w 86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58" name="Freeform 34">
              <a:extLst>
                <a:ext uri="{FF2B5EF4-FFF2-40B4-BE49-F238E27FC236}">
                  <a16:creationId xmlns:a16="http://schemas.microsoft.com/office/drawing/2014/main" id="{FBA968BD-4BC1-4880-B31D-D2D2A9498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3019"/>
              <a:ext cx="3" cy="425"/>
            </a:xfrm>
            <a:custGeom>
              <a:avLst/>
              <a:gdLst>
                <a:gd name="T0" fmla="*/ 3 w 3"/>
                <a:gd name="T1" fmla="*/ 0 h 425"/>
                <a:gd name="T2" fmla="*/ 0 w 3"/>
                <a:gd name="T3" fmla="*/ 4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25">
                  <a:moveTo>
                    <a:pt x="3" y="0"/>
                  </a:moveTo>
                  <a:lnTo>
                    <a:pt x="0" y="425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59" name="Line 35">
              <a:extLst>
                <a:ext uri="{FF2B5EF4-FFF2-40B4-BE49-F238E27FC236}">
                  <a16:creationId xmlns:a16="http://schemas.microsoft.com/office/drawing/2014/main" id="{725EC180-6DC7-4B27-ABC8-A47F90BC97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" y="2854"/>
              <a:ext cx="370" cy="16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60" name="Freeform 36">
              <a:extLst>
                <a:ext uri="{FF2B5EF4-FFF2-40B4-BE49-F238E27FC236}">
                  <a16:creationId xmlns:a16="http://schemas.microsoft.com/office/drawing/2014/main" id="{343D9A5B-CF50-4CD3-B91F-3D0F137E0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688"/>
              <a:ext cx="4" cy="182"/>
            </a:xfrm>
            <a:custGeom>
              <a:avLst/>
              <a:gdLst>
                <a:gd name="T0" fmla="*/ 0 w 3"/>
                <a:gd name="T1" fmla="*/ 0 h 158"/>
                <a:gd name="T2" fmla="*/ 3 w 3"/>
                <a:gd name="T3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58">
                  <a:moveTo>
                    <a:pt x="0" y="0"/>
                  </a:moveTo>
                  <a:lnTo>
                    <a:pt x="3" y="158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61" name="Line 37">
              <a:extLst>
                <a:ext uri="{FF2B5EF4-FFF2-40B4-BE49-F238E27FC236}">
                  <a16:creationId xmlns:a16="http://schemas.microsoft.com/office/drawing/2014/main" id="{6D98E3C0-B28D-44A1-9627-143F2A7DE4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3435"/>
              <a:ext cx="370" cy="165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62" name="Freeform 38">
              <a:extLst>
                <a:ext uri="{FF2B5EF4-FFF2-40B4-BE49-F238E27FC236}">
                  <a16:creationId xmlns:a16="http://schemas.microsoft.com/office/drawing/2014/main" id="{0C7A5208-4BDD-422C-84DC-F2C324587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600"/>
              <a:ext cx="1" cy="169"/>
            </a:xfrm>
            <a:custGeom>
              <a:avLst/>
              <a:gdLst>
                <a:gd name="T0" fmla="*/ 0 w 1"/>
                <a:gd name="T1" fmla="*/ 0 h 169"/>
                <a:gd name="T2" fmla="*/ 0 w 1"/>
                <a:gd name="T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9">
                  <a:moveTo>
                    <a:pt x="0" y="0"/>
                  </a:moveTo>
                  <a:lnTo>
                    <a:pt x="0" y="169"/>
                  </a:lnTo>
                </a:path>
              </a:pathLst>
            </a:cu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63" name="Line 39">
            <a:extLst>
              <a:ext uri="{FF2B5EF4-FFF2-40B4-BE49-F238E27FC236}">
                <a16:creationId xmlns:a16="http://schemas.microsoft.com/office/drawing/2014/main" id="{A1F654DE-D1F3-42AC-A453-3AF7195E5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250" y="3886200"/>
            <a:ext cx="13716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64" name="Freeform 40">
            <a:extLst>
              <a:ext uri="{FF2B5EF4-FFF2-40B4-BE49-F238E27FC236}">
                <a16:creationId xmlns:a16="http://schemas.microsoft.com/office/drawing/2014/main" id="{6078C0E3-00E4-48AD-A8A9-9D5C4DEDCE2A}"/>
              </a:ext>
            </a:extLst>
          </p:cNvPr>
          <p:cNvSpPr>
            <a:spLocks/>
          </p:cNvSpPr>
          <p:nvPr/>
        </p:nvSpPr>
        <p:spPr bwMode="auto">
          <a:xfrm>
            <a:off x="3505200" y="5578475"/>
            <a:ext cx="1401763" cy="1588"/>
          </a:xfrm>
          <a:custGeom>
            <a:avLst/>
            <a:gdLst>
              <a:gd name="T0" fmla="*/ 0 w 883"/>
              <a:gd name="T1" fmla="*/ 1 h 1"/>
              <a:gd name="T2" fmla="*/ 883 w 88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83" h="1">
                <a:moveTo>
                  <a:pt x="0" y="1"/>
                </a:moveTo>
                <a:lnTo>
                  <a:pt x="883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65" name="Freeform 41">
            <a:extLst>
              <a:ext uri="{FF2B5EF4-FFF2-40B4-BE49-F238E27FC236}">
                <a16:creationId xmlns:a16="http://schemas.microsoft.com/office/drawing/2014/main" id="{D6FBB692-8F72-4604-B91A-600214980698}"/>
              </a:ext>
            </a:extLst>
          </p:cNvPr>
          <p:cNvSpPr>
            <a:spLocks/>
          </p:cNvSpPr>
          <p:nvPr/>
        </p:nvSpPr>
        <p:spPr bwMode="auto">
          <a:xfrm flipH="1">
            <a:off x="4308475" y="4411663"/>
            <a:ext cx="4763" cy="674687"/>
          </a:xfrm>
          <a:custGeom>
            <a:avLst/>
            <a:gdLst>
              <a:gd name="T0" fmla="*/ 3 w 3"/>
              <a:gd name="T1" fmla="*/ 0 h 425"/>
              <a:gd name="T2" fmla="*/ 0 w 3"/>
              <a:gd name="T3" fmla="*/ 425 h 4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425">
                <a:moveTo>
                  <a:pt x="3" y="0"/>
                </a:moveTo>
                <a:lnTo>
                  <a:pt x="0" y="42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66" name="Line 42">
            <a:extLst>
              <a:ext uri="{FF2B5EF4-FFF2-40B4-BE49-F238E27FC236}">
                <a16:creationId xmlns:a16="http://schemas.microsoft.com/office/drawing/2014/main" id="{1819B616-6874-4EBE-B083-A9AF627C24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9725"/>
            <a:ext cx="587375" cy="26193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67" name="Freeform 43">
            <a:extLst>
              <a:ext uri="{FF2B5EF4-FFF2-40B4-BE49-F238E27FC236}">
                <a16:creationId xmlns:a16="http://schemas.microsoft.com/office/drawing/2014/main" id="{B293B7A0-BF92-4EF5-AEF7-E015E6FEACD0}"/>
              </a:ext>
            </a:extLst>
          </p:cNvPr>
          <p:cNvSpPr>
            <a:spLocks/>
          </p:cNvSpPr>
          <p:nvPr/>
        </p:nvSpPr>
        <p:spPr bwMode="auto">
          <a:xfrm flipH="1">
            <a:off x="4889500" y="3870325"/>
            <a:ext cx="6350" cy="288925"/>
          </a:xfrm>
          <a:custGeom>
            <a:avLst/>
            <a:gdLst>
              <a:gd name="T0" fmla="*/ 0 w 3"/>
              <a:gd name="T1" fmla="*/ 0 h 158"/>
              <a:gd name="T2" fmla="*/ 3 w 3"/>
              <a:gd name="T3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158">
                <a:moveTo>
                  <a:pt x="0" y="0"/>
                </a:moveTo>
                <a:lnTo>
                  <a:pt x="3" y="158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68" name="Line 44">
            <a:extLst>
              <a:ext uri="{FF2B5EF4-FFF2-40B4-BE49-F238E27FC236}">
                <a16:creationId xmlns:a16="http://schemas.microsoft.com/office/drawing/2014/main" id="{F41CFFFA-F9C7-4D63-AA77-76561861B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8475" y="5072063"/>
            <a:ext cx="587375" cy="26193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69" name="Freeform 45">
            <a:extLst>
              <a:ext uri="{FF2B5EF4-FFF2-40B4-BE49-F238E27FC236}">
                <a16:creationId xmlns:a16="http://schemas.microsoft.com/office/drawing/2014/main" id="{4044D8C9-A1DA-4209-AF0B-7BE6AAD895C8}"/>
              </a:ext>
            </a:extLst>
          </p:cNvPr>
          <p:cNvSpPr>
            <a:spLocks/>
          </p:cNvSpPr>
          <p:nvPr/>
        </p:nvSpPr>
        <p:spPr bwMode="auto">
          <a:xfrm flipH="1">
            <a:off x="4894263" y="5334000"/>
            <a:ext cx="1587" cy="268288"/>
          </a:xfrm>
          <a:custGeom>
            <a:avLst/>
            <a:gdLst>
              <a:gd name="T0" fmla="*/ 0 w 1"/>
              <a:gd name="T1" fmla="*/ 0 h 169"/>
              <a:gd name="T2" fmla="*/ 0 w 1"/>
              <a:gd name="T3" fmla="*/ 169 h 1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69">
                <a:moveTo>
                  <a:pt x="0" y="0"/>
                </a:moveTo>
                <a:lnTo>
                  <a:pt x="0" y="169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0" name="Line 46">
            <a:extLst>
              <a:ext uri="{FF2B5EF4-FFF2-40B4-BE49-F238E27FC236}">
                <a16:creationId xmlns:a16="http://schemas.microsoft.com/office/drawing/2014/main" id="{F383B309-AEC3-47E2-A97D-D26424675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200400"/>
            <a:ext cx="0" cy="0"/>
          </a:xfrm>
          <a:prstGeom prst="line">
            <a:avLst/>
          </a:prstGeom>
          <a:noFill/>
          <a:ln w="9525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1" name="Line 47">
            <a:extLst>
              <a:ext uri="{FF2B5EF4-FFF2-40B4-BE49-F238E27FC236}">
                <a16:creationId xmlns:a16="http://schemas.microsoft.com/office/drawing/2014/main" id="{B3A42891-525C-479F-A52A-F2CF643A0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743200"/>
            <a:ext cx="0" cy="457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2" name="Line 48">
            <a:extLst>
              <a:ext uri="{FF2B5EF4-FFF2-40B4-BE49-F238E27FC236}">
                <a16:creationId xmlns:a16="http://schemas.microsoft.com/office/drawing/2014/main" id="{3D250C8E-508A-4508-92D1-80BBF719F3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2209800"/>
            <a:ext cx="0" cy="9906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3" name="Freeform 49">
            <a:extLst>
              <a:ext uri="{FF2B5EF4-FFF2-40B4-BE49-F238E27FC236}">
                <a16:creationId xmlns:a16="http://schemas.microsoft.com/office/drawing/2014/main" id="{5A605B64-5B1B-4C78-BDF2-EC789C4C0BAD}"/>
              </a:ext>
            </a:extLst>
          </p:cNvPr>
          <p:cNvSpPr>
            <a:spLocks/>
          </p:cNvSpPr>
          <p:nvPr/>
        </p:nvSpPr>
        <p:spPr bwMode="auto">
          <a:xfrm>
            <a:off x="1677988" y="2397125"/>
            <a:ext cx="3175" cy="803275"/>
          </a:xfrm>
          <a:custGeom>
            <a:avLst/>
            <a:gdLst>
              <a:gd name="T0" fmla="*/ 2 w 2"/>
              <a:gd name="T1" fmla="*/ 0 h 506"/>
              <a:gd name="T2" fmla="*/ 0 w 2"/>
              <a:gd name="T3" fmla="*/ 506 h 5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06">
                <a:moveTo>
                  <a:pt x="2" y="0"/>
                </a:moveTo>
                <a:lnTo>
                  <a:pt x="0" y="506"/>
                </a:lnTo>
              </a:path>
            </a:pathLst>
          </a:custGeom>
          <a:noFill/>
          <a:ln w="57150" cap="flat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4" name="Line 50">
            <a:extLst>
              <a:ext uri="{FF2B5EF4-FFF2-40B4-BE49-F238E27FC236}">
                <a16:creationId xmlns:a16="http://schemas.microsoft.com/office/drawing/2014/main" id="{AAB852F6-E79E-466A-84AF-DE75A5355C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2209800"/>
            <a:ext cx="1371600" cy="533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5" name="Line 51">
            <a:extLst>
              <a:ext uri="{FF2B5EF4-FFF2-40B4-BE49-F238E27FC236}">
                <a16:creationId xmlns:a16="http://schemas.microsoft.com/office/drawing/2014/main" id="{6E5BF32A-F37E-466F-9382-4D04B3E4AF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200400"/>
            <a:ext cx="1371600" cy="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6" name="Line 52">
            <a:extLst>
              <a:ext uri="{FF2B5EF4-FFF2-40B4-BE49-F238E27FC236}">
                <a16:creationId xmlns:a16="http://schemas.microsoft.com/office/drawing/2014/main" id="{EB4D8C1A-C06F-4162-A723-798D3C4AAF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2514600"/>
            <a:ext cx="0" cy="6858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7" name="Line 53">
            <a:extLst>
              <a:ext uri="{FF2B5EF4-FFF2-40B4-BE49-F238E27FC236}">
                <a16:creationId xmlns:a16="http://schemas.microsoft.com/office/drawing/2014/main" id="{A16794C4-DD24-44DA-AFF3-1509E2D9BD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743200"/>
            <a:ext cx="0" cy="457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8" name="Line 54">
            <a:extLst>
              <a:ext uri="{FF2B5EF4-FFF2-40B4-BE49-F238E27FC236}">
                <a16:creationId xmlns:a16="http://schemas.microsoft.com/office/drawing/2014/main" id="{4D7E05EB-0945-4967-84C5-4F8B078F63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2209800"/>
            <a:ext cx="0" cy="9906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79" name="Freeform 55">
            <a:extLst>
              <a:ext uri="{FF2B5EF4-FFF2-40B4-BE49-F238E27FC236}">
                <a16:creationId xmlns:a16="http://schemas.microsoft.com/office/drawing/2014/main" id="{C23E4EEF-8661-4445-BD13-9BA38CF5656C}"/>
              </a:ext>
            </a:extLst>
          </p:cNvPr>
          <p:cNvSpPr>
            <a:spLocks/>
          </p:cNvSpPr>
          <p:nvPr/>
        </p:nvSpPr>
        <p:spPr bwMode="auto">
          <a:xfrm flipH="1">
            <a:off x="3957638" y="2397125"/>
            <a:ext cx="3175" cy="803275"/>
          </a:xfrm>
          <a:custGeom>
            <a:avLst/>
            <a:gdLst>
              <a:gd name="T0" fmla="*/ 2 w 2"/>
              <a:gd name="T1" fmla="*/ 0 h 506"/>
              <a:gd name="T2" fmla="*/ 0 w 2"/>
              <a:gd name="T3" fmla="*/ 506 h 5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06">
                <a:moveTo>
                  <a:pt x="2" y="0"/>
                </a:moveTo>
                <a:lnTo>
                  <a:pt x="0" y="506"/>
                </a:lnTo>
              </a:path>
            </a:pathLst>
          </a:custGeom>
          <a:noFill/>
          <a:ln w="57150" cap="flat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80" name="Line 56">
            <a:extLst>
              <a:ext uri="{FF2B5EF4-FFF2-40B4-BE49-F238E27FC236}">
                <a16:creationId xmlns:a16="http://schemas.microsoft.com/office/drawing/2014/main" id="{D779511C-7914-42BD-9116-137A83915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209800"/>
            <a:ext cx="1371600" cy="533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81" name="Freeform 57">
            <a:extLst>
              <a:ext uri="{FF2B5EF4-FFF2-40B4-BE49-F238E27FC236}">
                <a16:creationId xmlns:a16="http://schemas.microsoft.com/office/drawing/2014/main" id="{C2211D0F-ECA0-499E-B919-B2F52D3054F7}"/>
              </a:ext>
            </a:extLst>
          </p:cNvPr>
          <p:cNvSpPr>
            <a:spLocks/>
          </p:cNvSpPr>
          <p:nvPr/>
        </p:nvSpPr>
        <p:spPr bwMode="auto">
          <a:xfrm>
            <a:off x="3505200" y="3200400"/>
            <a:ext cx="1387475" cy="1588"/>
          </a:xfrm>
          <a:custGeom>
            <a:avLst/>
            <a:gdLst>
              <a:gd name="T0" fmla="*/ 0 w 874"/>
              <a:gd name="T1" fmla="*/ 0 h 1"/>
              <a:gd name="T2" fmla="*/ 874 w 874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74" h="1">
                <a:moveTo>
                  <a:pt x="0" y="0"/>
                </a:moveTo>
                <a:lnTo>
                  <a:pt x="874" y="0"/>
                </a:ln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82" name="Line 58">
            <a:extLst>
              <a:ext uri="{FF2B5EF4-FFF2-40B4-BE49-F238E27FC236}">
                <a16:creationId xmlns:a16="http://schemas.microsoft.com/office/drawing/2014/main" id="{A605E754-9C8B-40E4-9B1D-AD6459BF9B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514600"/>
            <a:ext cx="0" cy="6858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83" name="Freeform 59">
            <a:extLst>
              <a:ext uri="{FF2B5EF4-FFF2-40B4-BE49-F238E27FC236}">
                <a16:creationId xmlns:a16="http://schemas.microsoft.com/office/drawing/2014/main" id="{B7D1ECF8-F2CE-46AF-B71B-5C2C963C6AA9}"/>
              </a:ext>
            </a:extLst>
          </p:cNvPr>
          <p:cNvSpPr>
            <a:spLocks/>
          </p:cNvSpPr>
          <p:nvPr/>
        </p:nvSpPr>
        <p:spPr bwMode="auto">
          <a:xfrm>
            <a:off x="6948488" y="627063"/>
            <a:ext cx="1587" cy="2733675"/>
          </a:xfrm>
          <a:custGeom>
            <a:avLst/>
            <a:gdLst>
              <a:gd name="T0" fmla="*/ 0 w 1"/>
              <a:gd name="T1" fmla="*/ 1722 h 1722"/>
              <a:gd name="T2" fmla="*/ 0 w 1"/>
              <a:gd name="T3" fmla="*/ 0 h 17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722">
                <a:moveTo>
                  <a:pt x="0" y="1722"/>
                </a:moveTo>
                <a:lnTo>
                  <a:pt x="0" y="0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884" name="Group 60">
            <a:extLst>
              <a:ext uri="{FF2B5EF4-FFF2-40B4-BE49-F238E27FC236}">
                <a16:creationId xmlns:a16="http://schemas.microsoft.com/office/drawing/2014/main" id="{6B4AA677-66F9-4BB0-A9FA-A5FCACB66CF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762000"/>
            <a:ext cx="1676400" cy="914400"/>
            <a:chOff x="3840" y="720"/>
            <a:chExt cx="1056" cy="576"/>
          </a:xfrm>
        </p:grpSpPr>
        <p:sp>
          <p:nvSpPr>
            <p:cNvPr id="5885" name="Line 61">
              <a:extLst>
                <a:ext uri="{FF2B5EF4-FFF2-40B4-BE49-F238E27FC236}">
                  <a16:creationId xmlns:a16="http://schemas.microsoft.com/office/drawing/2014/main" id="{A6BECEF8-A851-43CD-92F0-1448684CA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720"/>
              <a:ext cx="0" cy="576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86" name="Line 62">
              <a:extLst>
                <a:ext uri="{FF2B5EF4-FFF2-40B4-BE49-F238E27FC236}">
                  <a16:creationId xmlns:a16="http://schemas.microsoft.com/office/drawing/2014/main" id="{F101F69D-0868-4C3E-B5DA-337C577C6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720"/>
              <a:ext cx="0" cy="576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87" name="Line 63">
              <a:extLst>
                <a:ext uri="{FF2B5EF4-FFF2-40B4-BE49-F238E27FC236}">
                  <a16:creationId xmlns:a16="http://schemas.microsoft.com/office/drawing/2014/main" id="{BC69584E-8C71-46B3-9076-B8C698E6A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296"/>
              <a:ext cx="1056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88" name="Freeform 64">
            <a:extLst>
              <a:ext uri="{FF2B5EF4-FFF2-40B4-BE49-F238E27FC236}">
                <a16:creationId xmlns:a16="http://schemas.microsoft.com/office/drawing/2014/main" id="{2A6F1F26-FBCC-4E68-992E-956A15BCA854}"/>
              </a:ext>
            </a:extLst>
          </p:cNvPr>
          <p:cNvSpPr>
            <a:spLocks/>
          </p:cNvSpPr>
          <p:nvPr/>
        </p:nvSpPr>
        <p:spPr bwMode="auto">
          <a:xfrm>
            <a:off x="6615113" y="2517775"/>
            <a:ext cx="669925" cy="1588"/>
          </a:xfrm>
          <a:custGeom>
            <a:avLst/>
            <a:gdLst>
              <a:gd name="T0" fmla="*/ 0 w 422"/>
              <a:gd name="T1" fmla="*/ 0 h 1"/>
              <a:gd name="T2" fmla="*/ 422 w 422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22" h="1">
                <a:moveTo>
                  <a:pt x="0" y="0"/>
                </a:moveTo>
                <a:lnTo>
                  <a:pt x="422" y="0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889" name="Group 65">
            <a:extLst>
              <a:ext uri="{FF2B5EF4-FFF2-40B4-BE49-F238E27FC236}">
                <a16:creationId xmlns:a16="http://schemas.microsoft.com/office/drawing/2014/main" id="{D8B2592D-C27B-4B69-89B4-309037213288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2733675"/>
            <a:ext cx="1133475" cy="487363"/>
            <a:chOff x="4020" y="1722"/>
            <a:chExt cx="714" cy="307"/>
          </a:xfrm>
        </p:grpSpPr>
        <p:sp>
          <p:nvSpPr>
            <p:cNvPr id="5890" name="Freeform 66">
              <a:extLst>
                <a:ext uri="{FF2B5EF4-FFF2-40B4-BE49-F238E27FC236}">
                  <a16:creationId xmlns:a16="http://schemas.microsoft.com/office/drawing/2014/main" id="{2DF06C54-61BA-4CDC-AA38-CFC68566A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" y="1728"/>
              <a:ext cx="1" cy="301"/>
            </a:xfrm>
            <a:custGeom>
              <a:avLst/>
              <a:gdLst>
                <a:gd name="T0" fmla="*/ 0 w 1"/>
                <a:gd name="T1" fmla="*/ 301 h 301"/>
                <a:gd name="T2" fmla="*/ 0 w 1"/>
                <a:gd name="T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1">
                  <a:moveTo>
                    <a:pt x="0" y="301"/>
                  </a:moveTo>
                  <a:lnTo>
                    <a:pt x="0" y="0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91" name="Freeform 67">
              <a:extLst>
                <a:ext uri="{FF2B5EF4-FFF2-40B4-BE49-F238E27FC236}">
                  <a16:creationId xmlns:a16="http://schemas.microsoft.com/office/drawing/2014/main" id="{54D143EC-7CF0-4056-B2CA-0BD752413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1722"/>
              <a:ext cx="1" cy="297"/>
            </a:xfrm>
            <a:custGeom>
              <a:avLst/>
              <a:gdLst>
                <a:gd name="T0" fmla="*/ 0 w 1"/>
                <a:gd name="T1" fmla="*/ 297 h 297"/>
                <a:gd name="T2" fmla="*/ 0 w 1"/>
                <a:gd name="T3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97">
                  <a:moveTo>
                    <a:pt x="0" y="297"/>
                  </a:moveTo>
                  <a:lnTo>
                    <a:pt x="0" y="0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92" name="Group 68">
            <a:extLst>
              <a:ext uri="{FF2B5EF4-FFF2-40B4-BE49-F238E27FC236}">
                <a16:creationId xmlns:a16="http://schemas.microsoft.com/office/drawing/2014/main" id="{0B51BBB0-037C-404B-BECF-04AC4BB04D0D}"/>
              </a:ext>
            </a:extLst>
          </p:cNvPr>
          <p:cNvGrpSpPr>
            <a:grpSpLocks/>
          </p:cNvGrpSpPr>
          <p:nvPr/>
        </p:nvGrpSpPr>
        <p:grpSpPr bwMode="auto">
          <a:xfrm>
            <a:off x="6611938" y="2514600"/>
            <a:ext cx="669925" cy="690563"/>
            <a:chOff x="4165" y="1584"/>
            <a:chExt cx="422" cy="435"/>
          </a:xfrm>
        </p:grpSpPr>
        <p:sp>
          <p:nvSpPr>
            <p:cNvPr id="5893" name="Freeform 69">
              <a:extLst>
                <a:ext uri="{FF2B5EF4-FFF2-40B4-BE49-F238E27FC236}">
                  <a16:creationId xmlns:a16="http://schemas.microsoft.com/office/drawing/2014/main" id="{32A34651-B5BC-4ADE-9277-D3D450AC8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1595"/>
              <a:ext cx="1" cy="424"/>
            </a:xfrm>
            <a:custGeom>
              <a:avLst/>
              <a:gdLst>
                <a:gd name="T0" fmla="*/ 0 w 1"/>
                <a:gd name="T1" fmla="*/ 0 h 424"/>
                <a:gd name="T2" fmla="*/ 0 w 1"/>
                <a:gd name="T3" fmla="*/ 424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24">
                  <a:moveTo>
                    <a:pt x="0" y="0"/>
                  </a:moveTo>
                  <a:lnTo>
                    <a:pt x="0" y="424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94" name="Line 70">
              <a:extLst>
                <a:ext uri="{FF2B5EF4-FFF2-40B4-BE49-F238E27FC236}">
                  <a16:creationId xmlns:a16="http://schemas.microsoft.com/office/drawing/2014/main" id="{EA77898E-4146-4EF7-8256-504E6EDA8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7" y="1584"/>
              <a:ext cx="0" cy="432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95" name="Freeform 71">
            <a:extLst>
              <a:ext uri="{FF2B5EF4-FFF2-40B4-BE49-F238E27FC236}">
                <a16:creationId xmlns:a16="http://schemas.microsoft.com/office/drawing/2014/main" id="{8CBEA208-EE80-4731-B009-5350AB81C67D}"/>
              </a:ext>
            </a:extLst>
          </p:cNvPr>
          <p:cNvSpPr>
            <a:spLocks/>
          </p:cNvSpPr>
          <p:nvPr/>
        </p:nvSpPr>
        <p:spPr bwMode="auto">
          <a:xfrm>
            <a:off x="6383338" y="2514600"/>
            <a:ext cx="230187" cy="233363"/>
          </a:xfrm>
          <a:custGeom>
            <a:avLst/>
            <a:gdLst>
              <a:gd name="T0" fmla="*/ 145 w 145"/>
              <a:gd name="T1" fmla="*/ 0 h 147"/>
              <a:gd name="T2" fmla="*/ 0 w 145"/>
              <a:gd name="T3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45" h="147">
                <a:moveTo>
                  <a:pt x="145" y="0"/>
                </a:moveTo>
                <a:lnTo>
                  <a:pt x="0" y="147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96" name="Freeform 72">
            <a:extLst>
              <a:ext uri="{FF2B5EF4-FFF2-40B4-BE49-F238E27FC236}">
                <a16:creationId xmlns:a16="http://schemas.microsoft.com/office/drawing/2014/main" id="{298E6D59-B3B5-4B55-8B09-B4466D5E49C3}"/>
              </a:ext>
            </a:extLst>
          </p:cNvPr>
          <p:cNvSpPr>
            <a:spLocks/>
          </p:cNvSpPr>
          <p:nvPr/>
        </p:nvSpPr>
        <p:spPr bwMode="auto">
          <a:xfrm>
            <a:off x="7285038" y="2517775"/>
            <a:ext cx="230187" cy="230188"/>
          </a:xfrm>
          <a:custGeom>
            <a:avLst/>
            <a:gdLst>
              <a:gd name="T0" fmla="*/ 0 w 145"/>
              <a:gd name="T1" fmla="*/ 0 h 145"/>
              <a:gd name="T2" fmla="*/ 145 w 145"/>
              <a:gd name="T3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45" h="145">
                <a:moveTo>
                  <a:pt x="0" y="0"/>
                </a:moveTo>
                <a:lnTo>
                  <a:pt x="145" y="145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97" name="Line 73">
            <a:extLst>
              <a:ext uri="{FF2B5EF4-FFF2-40B4-BE49-F238E27FC236}">
                <a16:creationId xmlns:a16="http://schemas.microsoft.com/office/drawing/2014/main" id="{B219336A-E392-449D-B2F4-9B82A526C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209800"/>
            <a:ext cx="43434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898" name="Group 74">
            <a:extLst>
              <a:ext uri="{FF2B5EF4-FFF2-40B4-BE49-F238E27FC236}">
                <a16:creationId xmlns:a16="http://schemas.microsoft.com/office/drawing/2014/main" id="{F0D11F84-C499-4D4A-A396-9BE5891F76D9}"/>
              </a:ext>
            </a:extLst>
          </p:cNvPr>
          <p:cNvGrpSpPr>
            <a:grpSpLocks/>
          </p:cNvGrpSpPr>
          <p:nvPr/>
        </p:nvGrpSpPr>
        <p:grpSpPr bwMode="auto">
          <a:xfrm>
            <a:off x="6110288" y="2209800"/>
            <a:ext cx="1679575" cy="1006475"/>
            <a:chOff x="3849" y="1392"/>
            <a:chExt cx="1058" cy="634"/>
          </a:xfrm>
        </p:grpSpPr>
        <p:sp>
          <p:nvSpPr>
            <p:cNvPr id="5899" name="Freeform 75">
              <a:extLst>
                <a:ext uri="{FF2B5EF4-FFF2-40B4-BE49-F238E27FC236}">
                  <a16:creationId xmlns:a16="http://schemas.microsoft.com/office/drawing/2014/main" id="{7FD0CD9E-7EB4-45ED-8CEE-431CE1C29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392"/>
              <a:ext cx="1" cy="634"/>
            </a:xfrm>
            <a:custGeom>
              <a:avLst/>
              <a:gdLst>
                <a:gd name="T0" fmla="*/ 0 w 1"/>
                <a:gd name="T1" fmla="*/ 0 h 634"/>
                <a:gd name="T2" fmla="*/ 1 w 1"/>
                <a:gd name="T3" fmla="*/ 634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34">
                  <a:moveTo>
                    <a:pt x="0" y="0"/>
                  </a:moveTo>
                  <a:lnTo>
                    <a:pt x="1" y="634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00" name="Freeform 76">
              <a:extLst>
                <a:ext uri="{FF2B5EF4-FFF2-40B4-BE49-F238E27FC236}">
                  <a16:creationId xmlns:a16="http://schemas.microsoft.com/office/drawing/2014/main" id="{3DF7A0AE-13FD-4E0B-B5B1-4795F6306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1402"/>
              <a:ext cx="1" cy="624"/>
            </a:xfrm>
            <a:custGeom>
              <a:avLst/>
              <a:gdLst>
                <a:gd name="T0" fmla="*/ 0 w 1"/>
                <a:gd name="T1" fmla="*/ 0 h 624"/>
                <a:gd name="T2" fmla="*/ 0 w 1"/>
                <a:gd name="T3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24">
                  <a:moveTo>
                    <a:pt x="0" y="0"/>
                  </a:moveTo>
                  <a:lnTo>
                    <a:pt x="0" y="624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01" name="Line 77">
            <a:extLst>
              <a:ext uri="{FF2B5EF4-FFF2-40B4-BE49-F238E27FC236}">
                <a16:creationId xmlns:a16="http://schemas.microsoft.com/office/drawing/2014/main" id="{E1DA4338-E526-473C-AAC5-35F042F9E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362200"/>
            <a:ext cx="32004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02" name="Line 78">
            <a:extLst>
              <a:ext uri="{FF2B5EF4-FFF2-40B4-BE49-F238E27FC236}">
                <a16:creationId xmlns:a16="http://schemas.microsoft.com/office/drawing/2014/main" id="{83DDCA96-4924-4FB1-88BB-AC868A546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19200"/>
            <a:ext cx="29718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903" name="Group 79">
            <a:extLst>
              <a:ext uri="{FF2B5EF4-FFF2-40B4-BE49-F238E27FC236}">
                <a16:creationId xmlns:a16="http://schemas.microsoft.com/office/drawing/2014/main" id="{56C22DF7-5FB8-4B8B-ADA4-1FEF22F621FA}"/>
              </a:ext>
            </a:extLst>
          </p:cNvPr>
          <p:cNvGrpSpPr>
            <a:grpSpLocks/>
          </p:cNvGrpSpPr>
          <p:nvPr/>
        </p:nvGrpSpPr>
        <p:grpSpPr bwMode="auto">
          <a:xfrm>
            <a:off x="5807075" y="1219200"/>
            <a:ext cx="2286000" cy="0"/>
            <a:chOff x="3648" y="1008"/>
            <a:chExt cx="1440" cy="0"/>
          </a:xfrm>
        </p:grpSpPr>
        <p:sp>
          <p:nvSpPr>
            <p:cNvPr id="5904" name="Line 80">
              <a:extLst>
                <a:ext uri="{FF2B5EF4-FFF2-40B4-BE49-F238E27FC236}">
                  <a16:creationId xmlns:a16="http://schemas.microsoft.com/office/drawing/2014/main" id="{F5948ACD-F677-4DA5-BF0B-B16C94459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008"/>
              <a:ext cx="192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05" name="Line 81">
              <a:extLst>
                <a:ext uri="{FF2B5EF4-FFF2-40B4-BE49-F238E27FC236}">
                  <a16:creationId xmlns:a16="http://schemas.microsoft.com/office/drawing/2014/main" id="{02CF6198-B774-4C1E-A62B-D6C583EC5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008"/>
              <a:ext cx="192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06" name="Line 82">
            <a:extLst>
              <a:ext uri="{FF2B5EF4-FFF2-40B4-BE49-F238E27FC236}">
                <a16:creationId xmlns:a16="http://schemas.microsoft.com/office/drawing/2014/main" id="{EFEEF7EE-7A53-4B03-8D8D-8A7A78DA2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133600"/>
            <a:ext cx="29718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907" name="Group 83">
            <a:extLst>
              <a:ext uri="{FF2B5EF4-FFF2-40B4-BE49-F238E27FC236}">
                <a16:creationId xmlns:a16="http://schemas.microsoft.com/office/drawing/2014/main" id="{8E6690FF-80DF-43CA-9ACD-3EDCD362BA24}"/>
              </a:ext>
            </a:extLst>
          </p:cNvPr>
          <p:cNvGrpSpPr>
            <a:grpSpLocks/>
          </p:cNvGrpSpPr>
          <p:nvPr/>
        </p:nvGrpSpPr>
        <p:grpSpPr bwMode="auto">
          <a:xfrm>
            <a:off x="5807075" y="2133600"/>
            <a:ext cx="2286000" cy="0"/>
            <a:chOff x="3648" y="1584"/>
            <a:chExt cx="1440" cy="0"/>
          </a:xfrm>
        </p:grpSpPr>
        <p:sp>
          <p:nvSpPr>
            <p:cNvPr id="5908" name="Line 84">
              <a:extLst>
                <a:ext uri="{FF2B5EF4-FFF2-40B4-BE49-F238E27FC236}">
                  <a16:creationId xmlns:a16="http://schemas.microsoft.com/office/drawing/2014/main" id="{F743ED89-6DB4-4C1A-AACF-154E5ECF5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584"/>
              <a:ext cx="384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09" name="Line 85">
              <a:extLst>
                <a:ext uri="{FF2B5EF4-FFF2-40B4-BE49-F238E27FC236}">
                  <a16:creationId xmlns:a16="http://schemas.microsoft.com/office/drawing/2014/main" id="{17727789-2BC5-4DAC-A139-9A0056D51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584"/>
              <a:ext cx="384" cy="0"/>
            </a:xfrm>
            <a:prstGeom prst="line">
              <a:avLst/>
            </a:prstGeom>
            <a:noFill/>
            <a:ln w="19050" cap="flat" algn="ctr">
              <a:solidFill>
                <a:srgbClr val="0033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10" name="Freeform 86">
            <a:extLst>
              <a:ext uri="{FF2B5EF4-FFF2-40B4-BE49-F238E27FC236}">
                <a16:creationId xmlns:a16="http://schemas.microsoft.com/office/drawing/2014/main" id="{2026BF9E-1547-498C-9299-F998C2B9994B}"/>
              </a:ext>
            </a:extLst>
          </p:cNvPr>
          <p:cNvSpPr>
            <a:spLocks/>
          </p:cNvSpPr>
          <p:nvPr/>
        </p:nvSpPr>
        <p:spPr bwMode="auto">
          <a:xfrm>
            <a:off x="6446838" y="1676400"/>
            <a:ext cx="487362" cy="457200"/>
          </a:xfrm>
          <a:custGeom>
            <a:avLst/>
            <a:gdLst>
              <a:gd name="T0" fmla="*/ 307 w 307"/>
              <a:gd name="T1" fmla="*/ 0 h 288"/>
              <a:gd name="T2" fmla="*/ 0 w 307"/>
              <a:gd name="T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07" h="288">
                <a:moveTo>
                  <a:pt x="307" y="0"/>
                </a:moveTo>
                <a:lnTo>
                  <a:pt x="0" y="288"/>
                </a:lnTo>
              </a:path>
            </a:pathLst>
          </a:cu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11" name="Freeform 87">
            <a:extLst>
              <a:ext uri="{FF2B5EF4-FFF2-40B4-BE49-F238E27FC236}">
                <a16:creationId xmlns:a16="http://schemas.microsoft.com/office/drawing/2014/main" id="{121AA521-E50A-4CB3-BD5E-605325709235}"/>
              </a:ext>
            </a:extLst>
          </p:cNvPr>
          <p:cNvSpPr>
            <a:spLocks/>
          </p:cNvSpPr>
          <p:nvPr/>
        </p:nvSpPr>
        <p:spPr bwMode="auto">
          <a:xfrm>
            <a:off x="6964363" y="1676400"/>
            <a:ext cx="503237" cy="457200"/>
          </a:xfrm>
          <a:custGeom>
            <a:avLst/>
            <a:gdLst>
              <a:gd name="T0" fmla="*/ 0 w 317"/>
              <a:gd name="T1" fmla="*/ 0 h 288"/>
              <a:gd name="T2" fmla="*/ 317 w 317"/>
              <a:gd name="T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17" h="288">
                <a:moveTo>
                  <a:pt x="0" y="0"/>
                </a:moveTo>
                <a:lnTo>
                  <a:pt x="317" y="288"/>
                </a:lnTo>
              </a:path>
            </a:pathLst>
          </a:cu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12" name="Text Box 88">
            <a:extLst>
              <a:ext uri="{FF2B5EF4-FFF2-40B4-BE49-F238E27FC236}">
                <a16:creationId xmlns:a16="http://schemas.microsoft.com/office/drawing/2014/main" id="{D4381C5E-4B5C-42A1-8236-056854A8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3675063"/>
            <a:ext cx="304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 b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●</a:t>
            </a:r>
          </a:p>
        </p:txBody>
      </p:sp>
      <p:sp>
        <p:nvSpPr>
          <p:cNvPr id="5913" name="Text Box 89">
            <a:extLst>
              <a:ext uri="{FF2B5EF4-FFF2-40B4-BE49-F238E27FC236}">
                <a16:creationId xmlns:a16="http://schemas.microsoft.com/office/drawing/2014/main" id="{DC8982F3-B394-4404-9983-8301277A1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1562100"/>
            <a:ext cx="381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 b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●</a:t>
            </a:r>
          </a:p>
        </p:txBody>
      </p:sp>
      <p:sp>
        <p:nvSpPr>
          <p:cNvPr id="5914" name="Line 90">
            <a:extLst>
              <a:ext uri="{FF2B5EF4-FFF2-40B4-BE49-F238E27FC236}">
                <a16:creationId xmlns:a16="http://schemas.microsoft.com/office/drawing/2014/main" id="{B4955320-649E-422E-8100-3CED21440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219200"/>
            <a:ext cx="0" cy="914400"/>
          </a:xfrm>
          <a:prstGeom prst="line">
            <a:avLst/>
          </a:prstGeom>
          <a:noFill/>
          <a:ln w="57150" cap="flat" algn="ctr">
            <a:solidFill>
              <a:srgbClr val="B3FFD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15" name="Text Box 91">
            <a:extLst>
              <a:ext uri="{FF2B5EF4-FFF2-40B4-BE49-F238E27FC236}">
                <a16:creationId xmlns:a16="http://schemas.microsoft.com/office/drawing/2014/main" id="{AE28523B-91D1-4B4B-BED7-516311691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562100"/>
            <a:ext cx="304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 b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●</a:t>
            </a:r>
          </a:p>
        </p:txBody>
      </p:sp>
      <p:sp>
        <p:nvSpPr>
          <p:cNvPr id="5916" name="Freeform 92">
            <a:extLst>
              <a:ext uri="{FF2B5EF4-FFF2-40B4-BE49-F238E27FC236}">
                <a16:creationId xmlns:a16="http://schemas.microsoft.com/office/drawing/2014/main" id="{BF254812-BD9C-4F9C-A4D9-F8B2425E5AD0}"/>
              </a:ext>
            </a:extLst>
          </p:cNvPr>
          <p:cNvSpPr>
            <a:spLocks/>
          </p:cNvSpPr>
          <p:nvPr/>
        </p:nvSpPr>
        <p:spPr bwMode="auto">
          <a:xfrm>
            <a:off x="6096000" y="1192213"/>
            <a:ext cx="247650" cy="484187"/>
          </a:xfrm>
          <a:custGeom>
            <a:avLst/>
            <a:gdLst>
              <a:gd name="T0" fmla="*/ 0 w 156"/>
              <a:gd name="T1" fmla="*/ 0 h 305"/>
              <a:gd name="T2" fmla="*/ 71 w 156"/>
              <a:gd name="T3" fmla="*/ 79 h 305"/>
              <a:gd name="T4" fmla="*/ 128 w 156"/>
              <a:gd name="T5" fmla="*/ 192 h 305"/>
              <a:gd name="T6" fmla="*/ 156 w 156"/>
              <a:gd name="T7" fmla="*/ 305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305">
                <a:moveTo>
                  <a:pt x="0" y="0"/>
                </a:moveTo>
                <a:cubicBezTo>
                  <a:pt x="12" y="13"/>
                  <a:pt x="50" y="47"/>
                  <a:pt x="71" y="79"/>
                </a:cubicBezTo>
                <a:cubicBezTo>
                  <a:pt x="92" y="111"/>
                  <a:pt x="114" y="154"/>
                  <a:pt x="128" y="192"/>
                </a:cubicBezTo>
                <a:cubicBezTo>
                  <a:pt x="142" y="230"/>
                  <a:pt x="150" y="282"/>
                  <a:pt x="156" y="305"/>
                </a:cubicBezTo>
              </a:path>
            </a:pathLst>
          </a:cu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917" name="Group 93">
            <a:extLst>
              <a:ext uri="{FF2B5EF4-FFF2-40B4-BE49-F238E27FC236}">
                <a16:creationId xmlns:a16="http://schemas.microsoft.com/office/drawing/2014/main" id="{986FCE47-CFEE-489A-BFF5-7885EC10AD0D}"/>
              </a:ext>
            </a:extLst>
          </p:cNvPr>
          <p:cNvGrpSpPr>
            <a:grpSpLocks/>
          </p:cNvGrpSpPr>
          <p:nvPr/>
        </p:nvGrpSpPr>
        <p:grpSpPr bwMode="auto">
          <a:xfrm>
            <a:off x="6434138" y="1676400"/>
            <a:ext cx="1033462" cy="457200"/>
            <a:chOff x="4053" y="1056"/>
            <a:chExt cx="651" cy="288"/>
          </a:xfrm>
        </p:grpSpPr>
        <p:sp>
          <p:nvSpPr>
            <p:cNvPr id="5918" name="Freeform 94">
              <a:extLst>
                <a:ext uri="{FF2B5EF4-FFF2-40B4-BE49-F238E27FC236}">
                  <a16:creationId xmlns:a16="http://schemas.microsoft.com/office/drawing/2014/main" id="{AD0FD3D7-BB46-4D37-B110-907F9FD67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059"/>
              <a:ext cx="1" cy="282"/>
            </a:xfrm>
            <a:custGeom>
              <a:avLst/>
              <a:gdLst>
                <a:gd name="T0" fmla="*/ 0 w 1"/>
                <a:gd name="T1" fmla="*/ 0 h 282"/>
                <a:gd name="T2" fmla="*/ 0 w 1"/>
                <a:gd name="T3" fmla="*/ 28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82">
                  <a:moveTo>
                    <a:pt x="0" y="0"/>
                  </a:moveTo>
                  <a:lnTo>
                    <a:pt x="0" y="282"/>
                  </a:lnTo>
                </a:path>
              </a:pathLst>
            </a:custGeom>
            <a:noFill/>
            <a:ln w="38100" cap="flat" algn="ctr">
              <a:solidFill>
                <a:srgbClr val="C1FFE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19" name="Line 95">
              <a:extLst>
                <a:ext uri="{FF2B5EF4-FFF2-40B4-BE49-F238E27FC236}">
                  <a16:creationId xmlns:a16="http://schemas.microsoft.com/office/drawing/2014/main" id="{01DB2431-A855-4B66-9687-AD5C3249A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056"/>
              <a:ext cx="0" cy="288"/>
            </a:xfrm>
            <a:prstGeom prst="line">
              <a:avLst/>
            </a:prstGeom>
            <a:noFill/>
            <a:ln w="38100" cap="flat" algn="ctr">
              <a:solidFill>
                <a:srgbClr val="AFFFD7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20" name="Text Box 96">
            <a:extLst>
              <a:ext uri="{FF2B5EF4-FFF2-40B4-BE49-F238E27FC236}">
                <a16:creationId xmlns:a16="http://schemas.microsoft.com/office/drawing/2014/main" id="{3731588E-DA49-4B29-ACBA-11BDB49A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954" y="15081"/>
            <a:ext cx="4133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ea typeface="等线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：求作左视图</a:t>
            </a:r>
          </a:p>
        </p:txBody>
      </p:sp>
      <p:sp>
        <p:nvSpPr>
          <p:cNvPr id="5921" name="Line 97">
            <a:extLst>
              <a:ext uri="{FF2B5EF4-FFF2-40B4-BE49-F238E27FC236}">
                <a16:creationId xmlns:a16="http://schemas.microsoft.com/office/drawing/2014/main" id="{5B221A11-D284-4879-8075-C5240BA2B7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2209800"/>
            <a:ext cx="1371600" cy="533400"/>
          </a:xfrm>
          <a:prstGeom prst="line">
            <a:avLst/>
          </a:prstGeom>
          <a:noFill/>
          <a:ln w="38100" cap="flat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22" name="Line 98">
            <a:extLst>
              <a:ext uri="{FF2B5EF4-FFF2-40B4-BE49-F238E27FC236}">
                <a16:creationId xmlns:a16="http://schemas.microsoft.com/office/drawing/2014/main" id="{47A1B8CD-0BB5-4E29-AB31-7CB825281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676400"/>
            <a:ext cx="2133600" cy="0"/>
          </a:xfrm>
          <a:prstGeom prst="line">
            <a:avLst/>
          </a:prstGeom>
          <a:noFill/>
          <a:ln w="12700" cap="flat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923" name="Group 99">
            <a:extLst>
              <a:ext uri="{FF2B5EF4-FFF2-40B4-BE49-F238E27FC236}">
                <a16:creationId xmlns:a16="http://schemas.microsoft.com/office/drawing/2014/main" id="{F0AA92B5-7D3A-4059-94DE-1A5FAB12ADE7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762000"/>
            <a:ext cx="1828800" cy="2438400"/>
            <a:chOff x="2496" y="720"/>
            <a:chExt cx="1152" cy="1536"/>
          </a:xfrm>
        </p:grpSpPr>
        <p:sp>
          <p:nvSpPr>
            <p:cNvPr id="5924" name="Line 100">
              <a:extLst>
                <a:ext uri="{FF2B5EF4-FFF2-40B4-BE49-F238E27FC236}">
                  <a16:creationId xmlns:a16="http://schemas.microsoft.com/office/drawing/2014/main" id="{12413674-7B23-4831-BF7A-E3D506DEC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720"/>
              <a:ext cx="1152" cy="0"/>
            </a:xfrm>
            <a:prstGeom prst="line">
              <a:avLst/>
            </a:prstGeom>
            <a:noFill/>
            <a:ln w="127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25" name="Line 101">
              <a:extLst>
                <a:ext uri="{FF2B5EF4-FFF2-40B4-BE49-F238E27FC236}">
                  <a16:creationId xmlns:a16="http://schemas.microsoft.com/office/drawing/2014/main" id="{57146DF9-F101-4158-9605-59BED951B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256"/>
              <a:ext cx="576" cy="0"/>
            </a:xfrm>
            <a:prstGeom prst="line">
              <a:avLst/>
            </a:prstGeom>
            <a:noFill/>
            <a:ln w="127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26" name="Group 102">
            <a:extLst>
              <a:ext uri="{FF2B5EF4-FFF2-40B4-BE49-F238E27FC236}">
                <a16:creationId xmlns:a16="http://schemas.microsoft.com/office/drawing/2014/main" id="{6AA837F8-1E22-4DC2-BEF9-5460F6887874}"/>
              </a:ext>
            </a:extLst>
          </p:cNvPr>
          <p:cNvGrpSpPr>
            <a:grpSpLocks/>
          </p:cNvGrpSpPr>
          <p:nvPr/>
        </p:nvGrpSpPr>
        <p:grpSpPr bwMode="auto">
          <a:xfrm>
            <a:off x="2301875" y="1676400"/>
            <a:ext cx="4632325" cy="3048000"/>
            <a:chOff x="1450" y="1056"/>
            <a:chExt cx="2918" cy="1920"/>
          </a:xfrm>
        </p:grpSpPr>
        <p:sp>
          <p:nvSpPr>
            <p:cNvPr id="5927" name="Freeform 103">
              <a:extLst>
                <a:ext uri="{FF2B5EF4-FFF2-40B4-BE49-F238E27FC236}">
                  <a16:creationId xmlns:a16="http://schemas.microsoft.com/office/drawing/2014/main" id="{F5EC3C69-8B79-42C2-9644-0D27C6B6B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2400"/>
              <a:ext cx="1" cy="576"/>
            </a:xfrm>
            <a:custGeom>
              <a:avLst/>
              <a:gdLst>
                <a:gd name="T0" fmla="*/ 0 w 1"/>
                <a:gd name="T1" fmla="*/ 0 h 576"/>
                <a:gd name="T2" fmla="*/ 1 w 1"/>
                <a:gd name="T3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76">
                  <a:moveTo>
                    <a:pt x="0" y="0"/>
                  </a:moveTo>
                  <a:lnTo>
                    <a:pt x="1" y="576"/>
                  </a:lnTo>
                </a:path>
              </a:pathLst>
            </a:custGeom>
            <a:noFill/>
            <a:ln w="38100" cap="flat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28" name="Line 104">
              <a:extLst>
                <a:ext uri="{FF2B5EF4-FFF2-40B4-BE49-F238E27FC236}">
                  <a16:creationId xmlns:a16="http://schemas.microsoft.com/office/drawing/2014/main" id="{DD8B40D5-B35E-4BB0-8F6A-01AF84F95E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056" y="744"/>
              <a:ext cx="0" cy="624"/>
            </a:xfrm>
            <a:prstGeom prst="line">
              <a:avLst/>
            </a:prstGeom>
            <a:noFill/>
            <a:ln w="38100" cap="flat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29" name="Group 105">
            <a:extLst>
              <a:ext uri="{FF2B5EF4-FFF2-40B4-BE49-F238E27FC236}">
                <a16:creationId xmlns:a16="http://schemas.microsoft.com/office/drawing/2014/main" id="{3C8D745A-7516-4744-BA96-2AEB4B2EDFCA}"/>
              </a:ext>
            </a:extLst>
          </p:cNvPr>
          <p:cNvGrpSpPr>
            <a:grpSpLocks/>
          </p:cNvGrpSpPr>
          <p:nvPr/>
        </p:nvGrpSpPr>
        <p:grpSpPr bwMode="auto">
          <a:xfrm>
            <a:off x="2301875" y="1676400"/>
            <a:ext cx="4632325" cy="3048000"/>
            <a:chOff x="1450" y="1056"/>
            <a:chExt cx="2918" cy="1920"/>
          </a:xfrm>
        </p:grpSpPr>
        <p:sp>
          <p:nvSpPr>
            <p:cNvPr id="5930" name="Line 106">
              <a:extLst>
                <a:ext uri="{FF2B5EF4-FFF2-40B4-BE49-F238E27FC236}">
                  <a16:creationId xmlns:a16="http://schemas.microsoft.com/office/drawing/2014/main" id="{B115BAC7-421B-45BA-9617-BF6A31FEE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592"/>
              <a:ext cx="0" cy="384"/>
            </a:xfrm>
            <a:prstGeom prst="line">
              <a:avLst/>
            </a:prstGeom>
            <a:noFill/>
            <a:ln w="38100" cap="flat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31" name="Line 107">
              <a:extLst>
                <a:ext uri="{FF2B5EF4-FFF2-40B4-BE49-F238E27FC236}">
                  <a16:creationId xmlns:a16="http://schemas.microsoft.com/office/drawing/2014/main" id="{FE8599DB-81BA-46A6-8EC7-DEBB5BB616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76" y="864"/>
              <a:ext cx="0" cy="384"/>
            </a:xfrm>
            <a:prstGeom prst="line">
              <a:avLst/>
            </a:prstGeom>
            <a:noFill/>
            <a:ln w="38100" cap="flat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32" name="Text Box 108">
            <a:extLst>
              <a:ext uri="{FF2B5EF4-FFF2-40B4-BE49-F238E27FC236}">
                <a16:creationId xmlns:a16="http://schemas.microsoft.com/office/drawing/2014/main" id="{57CA6F7D-2B6E-4B3A-A746-42C69044E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4022725"/>
            <a:ext cx="2508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 b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●</a:t>
            </a:r>
          </a:p>
        </p:txBody>
      </p:sp>
      <p:grpSp>
        <p:nvGrpSpPr>
          <p:cNvPr id="5933" name="Group 109">
            <a:extLst>
              <a:ext uri="{FF2B5EF4-FFF2-40B4-BE49-F238E27FC236}">
                <a16:creationId xmlns:a16="http://schemas.microsoft.com/office/drawing/2014/main" id="{490423ED-2EA0-4789-8EFE-F9D16372654A}"/>
              </a:ext>
            </a:extLst>
          </p:cNvPr>
          <p:cNvGrpSpPr>
            <a:grpSpLocks/>
          </p:cNvGrpSpPr>
          <p:nvPr/>
        </p:nvGrpSpPr>
        <p:grpSpPr bwMode="auto">
          <a:xfrm>
            <a:off x="5924550" y="2090738"/>
            <a:ext cx="2012950" cy="236537"/>
            <a:chOff x="3732" y="1317"/>
            <a:chExt cx="1268" cy="149"/>
          </a:xfrm>
        </p:grpSpPr>
        <p:sp>
          <p:nvSpPr>
            <p:cNvPr id="5934" name="Text Box 110">
              <a:extLst>
                <a:ext uri="{FF2B5EF4-FFF2-40B4-BE49-F238E27FC236}">
                  <a16:creationId xmlns:a16="http://schemas.microsoft.com/office/drawing/2014/main" id="{C153FDC6-7CAB-4626-AD3D-D7F40578B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1317"/>
              <a:ext cx="24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 b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●</a:t>
              </a:r>
            </a:p>
          </p:txBody>
        </p:sp>
        <p:sp>
          <p:nvSpPr>
            <p:cNvPr id="5935" name="Text Box 111">
              <a:extLst>
                <a:ext uri="{FF2B5EF4-FFF2-40B4-BE49-F238E27FC236}">
                  <a16:creationId xmlns:a16="http://schemas.microsoft.com/office/drawing/2014/main" id="{54B3E7C4-A7D3-4AA9-80BA-6C471F17E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" y="1322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 b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●</a:t>
              </a:r>
            </a:p>
          </p:txBody>
        </p:sp>
      </p:grpSp>
      <p:grpSp>
        <p:nvGrpSpPr>
          <p:cNvPr id="5936" name="Group 112">
            <a:extLst>
              <a:ext uri="{FF2B5EF4-FFF2-40B4-BE49-F238E27FC236}">
                <a16:creationId xmlns:a16="http://schemas.microsoft.com/office/drawing/2014/main" id="{C795C5D3-10C5-406C-BF68-6A28330E4360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773488"/>
            <a:ext cx="381000" cy="1912937"/>
            <a:chOff x="1200" y="2617"/>
            <a:chExt cx="240" cy="1205"/>
          </a:xfrm>
        </p:grpSpPr>
        <p:sp>
          <p:nvSpPr>
            <p:cNvPr id="5937" name="Text Box 113">
              <a:extLst>
                <a:ext uri="{FF2B5EF4-FFF2-40B4-BE49-F238E27FC236}">
                  <a16:creationId xmlns:a16="http://schemas.microsoft.com/office/drawing/2014/main" id="{27180891-42C3-41A7-9E65-405E94B7E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617"/>
              <a:ext cx="24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 b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●</a:t>
              </a:r>
            </a:p>
          </p:txBody>
        </p:sp>
        <p:sp>
          <p:nvSpPr>
            <p:cNvPr id="5938" name="Text Box 114">
              <a:extLst>
                <a:ext uri="{FF2B5EF4-FFF2-40B4-BE49-F238E27FC236}">
                  <a16:creationId xmlns:a16="http://schemas.microsoft.com/office/drawing/2014/main" id="{C2DD4160-F740-457B-A162-8530E6916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678"/>
              <a:ext cx="24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algn="ctr" eaLnBrk="0" hangingPunct="0"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2400" b="1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 b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</a:rPr>
                <a:t>●</a:t>
              </a:r>
            </a:p>
          </p:txBody>
        </p:sp>
      </p:grpSp>
      <p:sp>
        <p:nvSpPr>
          <p:cNvPr id="5939" name="Text Box 115">
            <a:extLst>
              <a:ext uri="{FF2B5EF4-FFF2-40B4-BE49-F238E27FC236}">
                <a16:creationId xmlns:a16="http://schemas.microsoft.com/office/drawing/2014/main" id="{D77053DF-94FC-4ED1-A089-D32E5E13E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2257425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 b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●</a:t>
            </a:r>
          </a:p>
        </p:txBody>
      </p:sp>
      <p:grpSp>
        <p:nvGrpSpPr>
          <p:cNvPr id="5940" name="Group 116">
            <a:extLst>
              <a:ext uri="{FF2B5EF4-FFF2-40B4-BE49-F238E27FC236}">
                <a16:creationId xmlns:a16="http://schemas.microsoft.com/office/drawing/2014/main" id="{BDF33FB6-E914-47A8-8C73-29A0103927D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881438"/>
            <a:ext cx="1390650" cy="1720850"/>
            <a:chOff x="480" y="2445"/>
            <a:chExt cx="876" cy="1084"/>
          </a:xfrm>
        </p:grpSpPr>
        <p:grpSp>
          <p:nvGrpSpPr>
            <p:cNvPr id="5941" name="Group 117">
              <a:extLst>
                <a:ext uri="{FF2B5EF4-FFF2-40B4-BE49-F238E27FC236}">
                  <a16:creationId xmlns:a16="http://schemas.microsoft.com/office/drawing/2014/main" id="{F6587E31-F214-4568-98DE-4D0BF59D24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448"/>
              <a:ext cx="876" cy="1081"/>
              <a:chOff x="480" y="2688"/>
              <a:chExt cx="876" cy="1081"/>
            </a:xfrm>
          </p:grpSpPr>
          <p:sp>
            <p:nvSpPr>
              <p:cNvPr id="5942" name="Line 118">
                <a:extLst>
                  <a:ext uri="{FF2B5EF4-FFF2-40B4-BE49-F238E27FC236}">
                    <a16:creationId xmlns:a16="http://schemas.microsoft.com/office/drawing/2014/main" id="{B0F77638-BAC9-4DFD-A501-E7396DEAFA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" y="2688"/>
                <a:ext cx="864" cy="0"/>
              </a:xfrm>
              <a:prstGeom prst="line">
                <a:avLst/>
              </a:pr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43" name="Freeform 119">
                <a:extLst>
                  <a:ext uri="{FF2B5EF4-FFF2-40B4-BE49-F238E27FC236}">
                    <a16:creationId xmlns:a16="http://schemas.microsoft.com/office/drawing/2014/main" id="{704F3BB6-CD93-46D9-86A8-7D9ACEFE0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" y="3755"/>
                <a:ext cx="862" cy="1"/>
              </a:xfrm>
              <a:custGeom>
                <a:avLst/>
                <a:gdLst>
                  <a:gd name="T0" fmla="*/ 862 w 862"/>
                  <a:gd name="T1" fmla="*/ 0 h 1"/>
                  <a:gd name="T2" fmla="*/ 0 w 86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62" h="1">
                    <a:moveTo>
                      <a:pt x="86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44" name="Freeform 120">
                <a:extLst>
                  <a:ext uri="{FF2B5EF4-FFF2-40B4-BE49-F238E27FC236}">
                    <a16:creationId xmlns:a16="http://schemas.microsoft.com/office/drawing/2014/main" id="{4D7A9D09-27A9-4DBC-A1D4-5723D01C9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019"/>
                <a:ext cx="3" cy="425"/>
              </a:xfrm>
              <a:custGeom>
                <a:avLst/>
                <a:gdLst>
                  <a:gd name="T0" fmla="*/ 3 w 3"/>
                  <a:gd name="T1" fmla="*/ 0 h 425"/>
                  <a:gd name="T2" fmla="*/ 0 w 3"/>
                  <a:gd name="T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25">
                    <a:moveTo>
                      <a:pt x="3" y="0"/>
                    </a:moveTo>
                    <a:lnTo>
                      <a:pt x="0" y="425"/>
                    </a:lnTo>
                  </a:path>
                </a:pathLst>
              </a:cu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45" name="Line 121">
                <a:extLst>
                  <a:ext uri="{FF2B5EF4-FFF2-40B4-BE49-F238E27FC236}">
                    <a16:creationId xmlns:a16="http://schemas.microsoft.com/office/drawing/2014/main" id="{1349DD23-8EC2-454A-92C7-3D6AD6321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" y="2854"/>
                <a:ext cx="370" cy="165"/>
              </a:xfrm>
              <a:prstGeom prst="line">
                <a:avLst/>
              </a:pr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46" name="Freeform 122">
                <a:extLst>
                  <a:ext uri="{FF2B5EF4-FFF2-40B4-BE49-F238E27FC236}">
                    <a16:creationId xmlns:a16="http://schemas.microsoft.com/office/drawing/2014/main" id="{16F19EE2-B91A-490F-A7E5-EF4C5882D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688"/>
                <a:ext cx="4" cy="182"/>
              </a:xfrm>
              <a:custGeom>
                <a:avLst/>
                <a:gdLst>
                  <a:gd name="T0" fmla="*/ 0 w 3"/>
                  <a:gd name="T1" fmla="*/ 0 h 158"/>
                  <a:gd name="T2" fmla="*/ 3 w 3"/>
                  <a:gd name="T3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58">
                    <a:moveTo>
                      <a:pt x="0" y="0"/>
                    </a:moveTo>
                    <a:lnTo>
                      <a:pt x="3" y="158"/>
                    </a:lnTo>
                  </a:path>
                </a:pathLst>
              </a:cu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47" name="Line 123">
                <a:extLst>
                  <a:ext uri="{FF2B5EF4-FFF2-40B4-BE49-F238E27FC236}">
                    <a16:creationId xmlns:a16="http://schemas.microsoft.com/office/drawing/2014/main" id="{ADEDFBF0-464C-40A6-AEF1-759A0690F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" y="3435"/>
                <a:ext cx="370" cy="165"/>
              </a:xfrm>
              <a:prstGeom prst="line">
                <a:avLst/>
              </a:pr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48" name="Freeform 124">
                <a:extLst>
                  <a:ext uri="{FF2B5EF4-FFF2-40B4-BE49-F238E27FC236}">
                    <a16:creationId xmlns:a16="http://schemas.microsoft.com/office/drawing/2014/main" id="{7A1C6BFA-F683-4AA4-B0CB-90F260EF3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3600"/>
                <a:ext cx="1" cy="169"/>
              </a:xfrm>
              <a:custGeom>
                <a:avLst/>
                <a:gdLst>
                  <a:gd name="T0" fmla="*/ 0 w 1"/>
                  <a:gd name="T1" fmla="*/ 0 h 169"/>
                  <a:gd name="T2" fmla="*/ 0 w 1"/>
                  <a:gd name="T3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69">
                    <a:moveTo>
                      <a:pt x="0" y="0"/>
                    </a:moveTo>
                    <a:lnTo>
                      <a:pt x="0" y="169"/>
                    </a:lnTo>
                  </a:path>
                </a:pathLst>
              </a:custGeom>
              <a:noFill/>
              <a:ln w="38100" cap="flat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5949" name="Freeform 125">
              <a:extLst>
                <a:ext uri="{FF2B5EF4-FFF2-40B4-BE49-F238E27FC236}">
                  <a16:creationId xmlns:a16="http://schemas.microsoft.com/office/drawing/2014/main" id="{6B8080A1-D34A-42A9-86BE-B0CED9DF8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" y="2445"/>
              <a:ext cx="276" cy="1049"/>
            </a:xfrm>
            <a:custGeom>
              <a:avLst/>
              <a:gdLst>
                <a:gd name="T0" fmla="*/ 276 w 276"/>
                <a:gd name="T1" fmla="*/ 0 h 1049"/>
                <a:gd name="T2" fmla="*/ 203 w 276"/>
                <a:gd name="T3" fmla="*/ 65 h 1049"/>
                <a:gd name="T4" fmla="*/ 155 w 276"/>
                <a:gd name="T5" fmla="*/ 118 h 1049"/>
                <a:gd name="T6" fmla="*/ 97 w 276"/>
                <a:gd name="T7" fmla="*/ 195 h 1049"/>
                <a:gd name="T8" fmla="*/ 63 w 276"/>
                <a:gd name="T9" fmla="*/ 257 h 1049"/>
                <a:gd name="T10" fmla="*/ 25 w 276"/>
                <a:gd name="T11" fmla="*/ 358 h 1049"/>
                <a:gd name="T12" fmla="*/ 4 w 276"/>
                <a:gd name="T13" fmla="*/ 463 h 1049"/>
                <a:gd name="T14" fmla="*/ 1 w 276"/>
                <a:gd name="T15" fmla="*/ 525 h 1049"/>
                <a:gd name="T16" fmla="*/ 11 w 276"/>
                <a:gd name="T17" fmla="*/ 637 h 1049"/>
                <a:gd name="T18" fmla="*/ 27 w 276"/>
                <a:gd name="T19" fmla="*/ 704 h 1049"/>
                <a:gd name="T20" fmla="*/ 63 w 276"/>
                <a:gd name="T21" fmla="*/ 809 h 1049"/>
                <a:gd name="T22" fmla="*/ 97 w 276"/>
                <a:gd name="T23" fmla="*/ 867 h 1049"/>
                <a:gd name="T24" fmla="*/ 164 w 276"/>
                <a:gd name="T25" fmla="*/ 963 h 1049"/>
                <a:gd name="T26" fmla="*/ 227 w 276"/>
                <a:gd name="T27" fmla="*/ 1021 h 1049"/>
                <a:gd name="T28" fmla="*/ 270 w 276"/>
                <a:gd name="T29" fmla="*/ 1049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6" h="1049">
                  <a:moveTo>
                    <a:pt x="276" y="0"/>
                  </a:moveTo>
                  <a:cubicBezTo>
                    <a:pt x="264" y="11"/>
                    <a:pt x="223" y="45"/>
                    <a:pt x="203" y="65"/>
                  </a:cubicBezTo>
                  <a:cubicBezTo>
                    <a:pt x="183" y="85"/>
                    <a:pt x="173" y="96"/>
                    <a:pt x="155" y="118"/>
                  </a:cubicBezTo>
                  <a:cubicBezTo>
                    <a:pt x="137" y="140"/>
                    <a:pt x="112" y="172"/>
                    <a:pt x="97" y="195"/>
                  </a:cubicBezTo>
                  <a:cubicBezTo>
                    <a:pt x="82" y="218"/>
                    <a:pt x="75" y="230"/>
                    <a:pt x="63" y="257"/>
                  </a:cubicBezTo>
                  <a:cubicBezTo>
                    <a:pt x="51" y="284"/>
                    <a:pt x="35" y="324"/>
                    <a:pt x="25" y="358"/>
                  </a:cubicBezTo>
                  <a:cubicBezTo>
                    <a:pt x="15" y="392"/>
                    <a:pt x="8" y="435"/>
                    <a:pt x="4" y="463"/>
                  </a:cubicBezTo>
                  <a:cubicBezTo>
                    <a:pt x="0" y="491"/>
                    <a:pt x="0" y="496"/>
                    <a:pt x="1" y="525"/>
                  </a:cubicBezTo>
                  <a:cubicBezTo>
                    <a:pt x="2" y="554"/>
                    <a:pt x="7" y="607"/>
                    <a:pt x="11" y="637"/>
                  </a:cubicBezTo>
                  <a:cubicBezTo>
                    <a:pt x="15" y="667"/>
                    <a:pt x="18" y="675"/>
                    <a:pt x="27" y="704"/>
                  </a:cubicBezTo>
                  <a:cubicBezTo>
                    <a:pt x="36" y="733"/>
                    <a:pt x="51" y="782"/>
                    <a:pt x="63" y="809"/>
                  </a:cubicBezTo>
                  <a:cubicBezTo>
                    <a:pt x="75" y="836"/>
                    <a:pt x="80" y="841"/>
                    <a:pt x="97" y="867"/>
                  </a:cubicBezTo>
                  <a:cubicBezTo>
                    <a:pt x="114" y="893"/>
                    <a:pt x="142" y="937"/>
                    <a:pt x="164" y="963"/>
                  </a:cubicBezTo>
                  <a:cubicBezTo>
                    <a:pt x="186" y="989"/>
                    <a:pt x="209" y="1007"/>
                    <a:pt x="227" y="1021"/>
                  </a:cubicBezTo>
                  <a:cubicBezTo>
                    <a:pt x="245" y="1035"/>
                    <a:pt x="261" y="1043"/>
                    <a:pt x="270" y="1049"/>
                  </a:cubicBez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50" name="Group 126">
            <a:extLst>
              <a:ext uri="{FF2B5EF4-FFF2-40B4-BE49-F238E27FC236}">
                <a16:creationId xmlns:a16="http://schemas.microsoft.com/office/drawing/2014/main" id="{EC550506-4C05-440D-AD37-4916FEF6F32D}"/>
              </a:ext>
            </a:extLst>
          </p:cNvPr>
          <p:cNvGrpSpPr>
            <a:grpSpLocks/>
          </p:cNvGrpSpPr>
          <p:nvPr/>
        </p:nvGrpSpPr>
        <p:grpSpPr bwMode="auto">
          <a:xfrm>
            <a:off x="6111875" y="2743200"/>
            <a:ext cx="1660525" cy="1588"/>
            <a:chOff x="3850" y="1728"/>
            <a:chExt cx="1046" cy="1"/>
          </a:xfrm>
        </p:grpSpPr>
        <p:sp>
          <p:nvSpPr>
            <p:cNvPr id="5951" name="Freeform 127">
              <a:extLst>
                <a:ext uri="{FF2B5EF4-FFF2-40B4-BE49-F238E27FC236}">
                  <a16:creationId xmlns:a16="http://schemas.microsoft.com/office/drawing/2014/main" id="{E74C55FB-2DD9-47B3-AA49-523A1DB52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" y="1728"/>
              <a:ext cx="163" cy="1"/>
            </a:xfrm>
            <a:custGeom>
              <a:avLst/>
              <a:gdLst>
                <a:gd name="T0" fmla="*/ 0 w 163"/>
                <a:gd name="T1" fmla="*/ 0 h 1"/>
                <a:gd name="T2" fmla="*/ 163 w 163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3" h="1">
                  <a:moveTo>
                    <a:pt x="0" y="0"/>
                  </a:moveTo>
                  <a:lnTo>
                    <a:pt x="163" y="1"/>
                  </a:ln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52" name="Freeform 128">
              <a:extLst>
                <a:ext uri="{FF2B5EF4-FFF2-40B4-BE49-F238E27FC236}">
                  <a16:creationId xmlns:a16="http://schemas.microsoft.com/office/drawing/2014/main" id="{96708546-0F91-472E-A137-DF6AF804C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1728"/>
              <a:ext cx="172" cy="1"/>
            </a:xfrm>
            <a:custGeom>
              <a:avLst/>
              <a:gdLst>
                <a:gd name="T0" fmla="*/ 0 w 172"/>
                <a:gd name="T1" fmla="*/ 0 h 1"/>
                <a:gd name="T2" fmla="*/ 172 w 17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2" h="1">
                  <a:moveTo>
                    <a:pt x="0" y="0"/>
                  </a:moveTo>
                  <a:lnTo>
                    <a:pt x="172" y="0"/>
                  </a:lnTo>
                </a:path>
              </a:pathLst>
            </a:custGeom>
            <a:noFill/>
            <a:ln w="19050" cap="flat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53" name="Group 129">
            <a:extLst>
              <a:ext uri="{FF2B5EF4-FFF2-40B4-BE49-F238E27FC236}">
                <a16:creationId xmlns:a16="http://schemas.microsoft.com/office/drawing/2014/main" id="{C3E5DE7A-7223-41F3-98F4-44D54003C157}"/>
              </a:ext>
            </a:extLst>
          </p:cNvPr>
          <p:cNvGrpSpPr>
            <a:grpSpLocks/>
          </p:cNvGrpSpPr>
          <p:nvPr/>
        </p:nvGrpSpPr>
        <p:grpSpPr bwMode="auto">
          <a:xfrm>
            <a:off x="5815013" y="1676400"/>
            <a:ext cx="2217737" cy="4763"/>
            <a:chOff x="3643" y="1296"/>
            <a:chExt cx="1397" cy="3"/>
          </a:xfrm>
        </p:grpSpPr>
        <p:sp>
          <p:nvSpPr>
            <p:cNvPr id="5954" name="Line 130">
              <a:extLst>
                <a:ext uri="{FF2B5EF4-FFF2-40B4-BE49-F238E27FC236}">
                  <a16:creationId xmlns:a16="http://schemas.microsoft.com/office/drawing/2014/main" id="{EA9094B4-5C7B-43A4-BD0F-BCDDA8474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296"/>
              <a:ext cx="240" cy="0"/>
            </a:xfrm>
            <a:prstGeom prst="line">
              <a:avLst/>
            </a:prstGeom>
            <a:noFill/>
            <a:ln w="1270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55" name="Freeform 131">
              <a:extLst>
                <a:ext uri="{FF2B5EF4-FFF2-40B4-BE49-F238E27FC236}">
                  <a16:creationId xmlns:a16="http://schemas.microsoft.com/office/drawing/2014/main" id="{2E084347-AB50-4293-AF8D-434DF3798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1297"/>
              <a:ext cx="293" cy="2"/>
            </a:xfrm>
            <a:custGeom>
              <a:avLst/>
              <a:gdLst>
                <a:gd name="T0" fmla="*/ 0 w 293"/>
                <a:gd name="T1" fmla="*/ 2 h 2"/>
                <a:gd name="T2" fmla="*/ 293 w 293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3" h="2">
                  <a:moveTo>
                    <a:pt x="0" y="2"/>
                  </a:moveTo>
                  <a:lnTo>
                    <a:pt x="293" y="0"/>
                  </a:lnTo>
                </a:path>
              </a:pathLst>
            </a:custGeom>
            <a:noFill/>
            <a:ln w="12700" cap="flat" algn="ctr">
              <a:solidFill>
                <a:srgbClr val="003300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56" name="Group 132">
            <a:extLst>
              <a:ext uri="{FF2B5EF4-FFF2-40B4-BE49-F238E27FC236}">
                <a16:creationId xmlns:a16="http://schemas.microsoft.com/office/drawing/2014/main" id="{C0078996-7778-4D89-84CB-298A821B78EA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216275"/>
            <a:ext cx="7026275" cy="2374900"/>
            <a:chOff x="480" y="2026"/>
            <a:chExt cx="4426" cy="1496"/>
          </a:xfrm>
        </p:grpSpPr>
        <p:sp>
          <p:nvSpPr>
            <p:cNvPr id="5957" name="Line 133">
              <a:extLst>
                <a:ext uri="{FF2B5EF4-FFF2-40B4-BE49-F238E27FC236}">
                  <a16:creationId xmlns:a16="http://schemas.microsoft.com/office/drawing/2014/main" id="{3B1028B6-469D-4DF1-9DCC-1CB2DEC66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438"/>
              <a:ext cx="0" cy="173"/>
            </a:xfrm>
            <a:prstGeom prst="line">
              <a:avLst/>
            </a:prstGeom>
            <a:noFill/>
            <a:ln w="381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58" name="Line 134">
              <a:extLst>
                <a:ext uri="{FF2B5EF4-FFF2-40B4-BE49-F238E27FC236}">
                  <a16:creationId xmlns:a16="http://schemas.microsoft.com/office/drawing/2014/main" id="{949CDD84-711B-4500-9786-05F7CE690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49"/>
              <a:ext cx="0" cy="173"/>
            </a:xfrm>
            <a:prstGeom prst="line">
              <a:avLst/>
            </a:prstGeom>
            <a:noFill/>
            <a:ln w="381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59" name="Line 135">
              <a:extLst>
                <a:ext uri="{FF2B5EF4-FFF2-40B4-BE49-F238E27FC236}">
                  <a16:creationId xmlns:a16="http://schemas.microsoft.com/office/drawing/2014/main" id="{4EE05982-FD61-4B67-B55E-9904F993F3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945" y="1939"/>
              <a:ext cx="0" cy="173"/>
            </a:xfrm>
            <a:prstGeom prst="line">
              <a:avLst/>
            </a:prstGeom>
            <a:noFill/>
            <a:ln w="381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0" name="Line 136">
              <a:extLst>
                <a:ext uri="{FF2B5EF4-FFF2-40B4-BE49-F238E27FC236}">
                  <a16:creationId xmlns:a16="http://schemas.microsoft.com/office/drawing/2014/main" id="{F0F93DFF-E14D-4172-A2DD-AB6F4C0E3F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820" y="1939"/>
              <a:ext cx="0" cy="173"/>
            </a:xfrm>
            <a:prstGeom prst="line">
              <a:avLst/>
            </a:prstGeom>
            <a:noFill/>
            <a:ln w="38100" cap="flat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61" name="Group 137">
            <a:extLst>
              <a:ext uri="{FF2B5EF4-FFF2-40B4-BE49-F238E27FC236}">
                <a16:creationId xmlns:a16="http://schemas.microsoft.com/office/drawing/2014/main" id="{4E58E49C-1D64-41E3-BC4A-76A6C95DD338}"/>
              </a:ext>
            </a:extLst>
          </p:cNvPr>
          <p:cNvGrpSpPr>
            <a:grpSpLocks/>
          </p:cNvGrpSpPr>
          <p:nvPr/>
        </p:nvGrpSpPr>
        <p:grpSpPr bwMode="auto">
          <a:xfrm>
            <a:off x="6111875" y="2217738"/>
            <a:ext cx="1677988" cy="533400"/>
            <a:chOff x="3849" y="1397"/>
            <a:chExt cx="1057" cy="336"/>
          </a:xfrm>
        </p:grpSpPr>
        <p:sp>
          <p:nvSpPr>
            <p:cNvPr id="5962" name="Freeform 138">
              <a:extLst>
                <a:ext uri="{FF2B5EF4-FFF2-40B4-BE49-F238E27FC236}">
                  <a16:creationId xmlns:a16="http://schemas.microsoft.com/office/drawing/2014/main" id="{7BA7CF75-C8ED-4679-946E-C7F764C10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1584"/>
              <a:ext cx="441" cy="1"/>
            </a:xfrm>
            <a:custGeom>
              <a:avLst/>
              <a:gdLst>
                <a:gd name="T0" fmla="*/ 0 w 441"/>
                <a:gd name="T1" fmla="*/ 0 h 1"/>
                <a:gd name="T2" fmla="*/ 441 w 44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1" h="1">
                  <a:moveTo>
                    <a:pt x="0" y="0"/>
                  </a:moveTo>
                  <a:lnTo>
                    <a:pt x="441" y="0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3" name="Freeform 139">
              <a:extLst>
                <a:ext uri="{FF2B5EF4-FFF2-40B4-BE49-F238E27FC236}">
                  <a16:creationId xmlns:a16="http://schemas.microsoft.com/office/drawing/2014/main" id="{CD2350AD-4105-422D-8BAF-E85803FF6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1728"/>
              <a:ext cx="172" cy="1"/>
            </a:xfrm>
            <a:custGeom>
              <a:avLst/>
              <a:gdLst>
                <a:gd name="T0" fmla="*/ 0 w 172"/>
                <a:gd name="T1" fmla="*/ 0 h 1"/>
                <a:gd name="T2" fmla="*/ 172 w 17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2" h="1">
                  <a:moveTo>
                    <a:pt x="0" y="0"/>
                  </a:moveTo>
                  <a:lnTo>
                    <a:pt x="172" y="0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4" name="Freeform 140">
              <a:extLst>
                <a:ext uri="{FF2B5EF4-FFF2-40B4-BE49-F238E27FC236}">
                  <a16:creationId xmlns:a16="http://schemas.microsoft.com/office/drawing/2014/main" id="{15A10168-B866-43D2-9FA6-8D55C6574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584"/>
              <a:ext cx="153" cy="149"/>
            </a:xfrm>
            <a:custGeom>
              <a:avLst/>
              <a:gdLst>
                <a:gd name="T0" fmla="*/ 153 w 153"/>
                <a:gd name="T1" fmla="*/ 0 h 149"/>
                <a:gd name="T2" fmla="*/ 0 w 153"/>
                <a:gd name="T3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3" h="149">
                  <a:moveTo>
                    <a:pt x="153" y="0"/>
                  </a:moveTo>
                  <a:lnTo>
                    <a:pt x="0" y="149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5" name="Freeform 141">
              <a:extLst>
                <a:ext uri="{FF2B5EF4-FFF2-40B4-BE49-F238E27FC236}">
                  <a16:creationId xmlns:a16="http://schemas.microsoft.com/office/drawing/2014/main" id="{25DC7084-CCB1-478F-B051-37A9C7C2E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" y="1586"/>
              <a:ext cx="149" cy="147"/>
            </a:xfrm>
            <a:custGeom>
              <a:avLst/>
              <a:gdLst>
                <a:gd name="T0" fmla="*/ 0 w 149"/>
                <a:gd name="T1" fmla="*/ 0 h 147"/>
                <a:gd name="T2" fmla="*/ 149 w 149"/>
                <a:gd name="T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9" h="147">
                  <a:moveTo>
                    <a:pt x="0" y="0"/>
                  </a:moveTo>
                  <a:lnTo>
                    <a:pt x="149" y="147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6" name="Freeform 142">
              <a:extLst>
                <a:ext uri="{FF2B5EF4-FFF2-40B4-BE49-F238E27FC236}">
                  <a16:creationId xmlns:a16="http://schemas.microsoft.com/office/drawing/2014/main" id="{E94015AD-64E3-470E-A548-4A0F8CC4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2" y="1728"/>
              <a:ext cx="164" cy="1"/>
            </a:xfrm>
            <a:custGeom>
              <a:avLst/>
              <a:gdLst>
                <a:gd name="T0" fmla="*/ 0 w 164"/>
                <a:gd name="T1" fmla="*/ 0 h 1"/>
                <a:gd name="T2" fmla="*/ 164 w 16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" h="1">
                  <a:moveTo>
                    <a:pt x="0" y="0"/>
                  </a:moveTo>
                  <a:lnTo>
                    <a:pt x="164" y="0"/>
                  </a:ln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7" name="Freeform 143">
              <a:extLst>
                <a:ext uri="{FF2B5EF4-FFF2-40B4-BE49-F238E27FC236}">
                  <a16:creationId xmlns:a16="http://schemas.microsoft.com/office/drawing/2014/main" id="{4D51147E-D1A0-425B-AADC-D9C6CD19A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397"/>
              <a:ext cx="1056" cy="104"/>
            </a:xfrm>
            <a:custGeom>
              <a:avLst/>
              <a:gdLst>
                <a:gd name="T0" fmla="*/ 0 w 1056"/>
                <a:gd name="T1" fmla="*/ 0 h 104"/>
                <a:gd name="T2" fmla="*/ 128 w 1056"/>
                <a:gd name="T3" fmla="*/ 34 h 104"/>
                <a:gd name="T4" fmla="*/ 255 w 1056"/>
                <a:gd name="T5" fmla="*/ 76 h 104"/>
                <a:gd name="T6" fmla="*/ 382 w 1056"/>
                <a:gd name="T7" fmla="*/ 90 h 104"/>
                <a:gd name="T8" fmla="*/ 537 w 1056"/>
                <a:gd name="T9" fmla="*/ 104 h 104"/>
                <a:gd name="T10" fmla="*/ 650 w 1056"/>
                <a:gd name="T11" fmla="*/ 90 h 104"/>
                <a:gd name="T12" fmla="*/ 806 w 1056"/>
                <a:gd name="T13" fmla="*/ 76 h 104"/>
                <a:gd name="T14" fmla="*/ 904 w 1056"/>
                <a:gd name="T15" fmla="*/ 48 h 104"/>
                <a:gd name="T16" fmla="*/ 1056 w 1056"/>
                <a:gd name="T1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6" h="104">
                  <a:moveTo>
                    <a:pt x="0" y="0"/>
                  </a:moveTo>
                  <a:cubicBezTo>
                    <a:pt x="21" y="6"/>
                    <a:pt x="86" y="21"/>
                    <a:pt x="128" y="34"/>
                  </a:cubicBezTo>
                  <a:cubicBezTo>
                    <a:pt x="170" y="47"/>
                    <a:pt x="213" y="67"/>
                    <a:pt x="255" y="76"/>
                  </a:cubicBezTo>
                  <a:cubicBezTo>
                    <a:pt x="297" y="85"/>
                    <a:pt x="335" y="85"/>
                    <a:pt x="382" y="90"/>
                  </a:cubicBezTo>
                  <a:cubicBezTo>
                    <a:pt x="429" y="95"/>
                    <a:pt x="492" y="104"/>
                    <a:pt x="537" y="104"/>
                  </a:cubicBezTo>
                  <a:cubicBezTo>
                    <a:pt x="582" y="104"/>
                    <a:pt x="605" y="95"/>
                    <a:pt x="650" y="90"/>
                  </a:cubicBezTo>
                  <a:cubicBezTo>
                    <a:pt x="695" y="85"/>
                    <a:pt x="764" y="83"/>
                    <a:pt x="806" y="76"/>
                  </a:cubicBezTo>
                  <a:cubicBezTo>
                    <a:pt x="848" y="69"/>
                    <a:pt x="862" y="61"/>
                    <a:pt x="904" y="48"/>
                  </a:cubicBezTo>
                  <a:cubicBezTo>
                    <a:pt x="946" y="35"/>
                    <a:pt x="1024" y="10"/>
                    <a:pt x="1056" y="0"/>
                  </a:cubicBezTo>
                </a:path>
              </a:pathLst>
            </a:cu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8" name="Line 144">
              <a:extLst>
                <a:ext uri="{FF2B5EF4-FFF2-40B4-BE49-F238E27FC236}">
                  <a16:creationId xmlns:a16="http://schemas.microsoft.com/office/drawing/2014/main" id="{62EDCF67-BCD5-4DB1-A684-869E22C66B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9" y="1397"/>
              <a:ext cx="0" cy="33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69" name="Line 145">
              <a:extLst>
                <a:ext uri="{FF2B5EF4-FFF2-40B4-BE49-F238E27FC236}">
                  <a16:creationId xmlns:a16="http://schemas.microsoft.com/office/drawing/2014/main" id="{62338646-FF55-47D7-8008-B1F5A4C3F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5" y="1397"/>
              <a:ext cx="0" cy="336"/>
            </a:xfrm>
            <a:prstGeom prst="line">
              <a:avLst/>
            </a:prstGeom>
            <a:noFill/>
            <a:ln w="38100" cap="flat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70" name="Group 146">
            <a:extLst>
              <a:ext uri="{FF2B5EF4-FFF2-40B4-BE49-F238E27FC236}">
                <a16:creationId xmlns:a16="http://schemas.microsoft.com/office/drawing/2014/main" id="{5AB53167-C0BC-48F2-BB15-3454AB00D171}"/>
              </a:ext>
            </a:extLst>
          </p:cNvPr>
          <p:cNvGrpSpPr>
            <a:grpSpLocks/>
          </p:cNvGrpSpPr>
          <p:nvPr/>
        </p:nvGrpSpPr>
        <p:grpSpPr bwMode="auto">
          <a:xfrm>
            <a:off x="1350963" y="2520950"/>
            <a:ext cx="5922962" cy="2559050"/>
            <a:chOff x="851" y="1588"/>
            <a:chExt cx="3731" cy="1612"/>
          </a:xfrm>
        </p:grpSpPr>
        <p:sp>
          <p:nvSpPr>
            <p:cNvPr id="5971" name="Freeform 147">
              <a:extLst>
                <a:ext uri="{FF2B5EF4-FFF2-40B4-BE49-F238E27FC236}">
                  <a16:creationId xmlns:a16="http://schemas.microsoft.com/office/drawing/2014/main" id="{997941FE-FAC8-4979-AE28-F4FF42A59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2793"/>
              <a:ext cx="1" cy="407"/>
            </a:xfrm>
            <a:custGeom>
              <a:avLst/>
              <a:gdLst>
                <a:gd name="T0" fmla="*/ 0 w 1"/>
                <a:gd name="T1" fmla="*/ 0 h 407"/>
                <a:gd name="T2" fmla="*/ 0 w 1"/>
                <a:gd name="T3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07">
                  <a:moveTo>
                    <a:pt x="0" y="0"/>
                  </a:moveTo>
                  <a:lnTo>
                    <a:pt x="0" y="407"/>
                  </a:lnTo>
                </a:path>
              </a:pathLst>
            </a:cu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72" name="Freeform 148">
              <a:extLst>
                <a:ext uri="{FF2B5EF4-FFF2-40B4-BE49-F238E27FC236}">
                  <a16:creationId xmlns:a16="http://schemas.microsoft.com/office/drawing/2014/main" id="{628EFBE1-7359-4209-8477-3F8526DFB7C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378" y="1385"/>
              <a:ext cx="1" cy="407"/>
            </a:xfrm>
            <a:custGeom>
              <a:avLst/>
              <a:gdLst>
                <a:gd name="T0" fmla="*/ 0 w 1"/>
                <a:gd name="T1" fmla="*/ 0 h 407"/>
                <a:gd name="T2" fmla="*/ 0 w 1"/>
                <a:gd name="T3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07">
                  <a:moveTo>
                    <a:pt x="0" y="0"/>
                  </a:moveTo>
                  <a:lnTo>
                    <a:pt x="0" y="407"/>
                  </a:lnTo>
                </a:path>
              </a:pathLst>
            </a:custGeom>
            <a:noFill/>
            <a:ln w="38100" cap="flat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73" name="Group 149">
            <a:extLst>
              <a:ext uri="{FF2B5EF4-FFF2-40B4-BE49-F238E27FC236}">
                <a16:creationId xmlns:a16="http://schemas.microsoft.com/office/drawing/2014/main" id="{EDA9CA90-C9DF-4113-9229-200ABE277B13}"/>
              </a:ext>
            </a:extLst>
          </p:cNvPr>
          <p:cNvGrpSpPr>
            <a:grpSpLocks/>
          </p:cNvGrpSpPr>
          <p:nvPr/>
        </p:nvGrpSpPr>
        <p:grpSpPr bwMode="auto">
          <a:xfrm>
            <a:off x="6102350" y="1227138"/>
            <a:ext cx="180975" cy="461962"/>
            <a:chOff x="3788" y="765"/>
            <a:chExt cx="114" cy="291"/>
          </a:xfrm>
        </p:grpSpPr>
        <p:sp>
          <p:nvSpPr>
            <p:cNvPr id="5974" name="Line 150">
              <a:extLst>
                <a:ext uri="{FF2B5EF4-FFF2-40B4-BE49-F238E27FC236}">
                  <a16:creationId xmlns:a16="http://schemas.microsoft.com/office/drawing/2014/main" id="{6F2F19ED-FC52-4993-BDF5-C0640275D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765"/>
              <a:ext cx="0" cy="288"/>
            </a:xfrm>
            <a:prstGeom prst="line">
              <a:avLst/>
            </a:prstGeom>
            <a:noFill/>
            <a:ln w="57150" cap="flat" algn="ctr">
              <a:solidFill>
                <a:srgbClr val="AFFFD7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75" name="Freeform 151">
              <a:extLst>
                <a:ext uri="{FF2B5EF4-FFF2-40B4-BE49-F238E27FC236}">
                  <a16:creationId xmlns:a16="http://schemas.microsoft.com/office/drawing/2014/main" id="{3D00EC42-C9EA-4B4B-8C31-54D54ECF3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053"/>
              <a:ext cx="114" cy="3"/>
            </a:xfrm>
            <a:custGeom>
              <a:avLst/>
              <a:gdLst>
                <a:gd name="T0" fmla="*/ 0 w 114"/>
                <a:gd name="T1" fmla="*/ 0 h 3"/>
                <a:gd name="T2" fmla="*/ 114 w 114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4" h="3">
                  <a:moveTo>
                    <a:pt x="0" y="0"/>
                  </a:moveTo>
                  <a:lnTo>
                    <a:pt x="114" y="3"/>
                  </a:lnTo>
                </a:path>
              </a:pathLst>
            </a:custGeom>
            <a:noFill/>
            <a:ln w="57150" cap="flat" algn="ctr">
              <a:solidFill>
                <a:srgbClr val="AFFFD7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76" name="Group 152">
            <a:extLst>
              <a:ext uri="{FF2B5EF4-FFF2-40B4-BE49-F238E27FC236}">
                <a16:creationId xmlns:a16="http://schemas.microsoft.com/office/drawing/2014/main" id="{02D7BA90-0DFD-4F2A-8DD7-4362C3C4CA57}"/>
              </a:ext>
            </a:extLst>
          </p:cNvPr>
          <p:cNvGrpSpPr>
            <a:grpSpLocks/>
          </p:cNvGrpSpPr>
          <p:nvPr/>
        </p:nvGrpSpPr>
        <p:grpSpPr bwMode="auto">
          <a:xfrm>
            <a:off x="7554913" y="1219200"/>
            <a:ext cx="217487" cy="461963"/>
            <a:chOff x="4759" y="768"/>
            <a:chExt cx="137" cy="291"/>
          </a:xfrm>
        </p:grpSpPr>
        <p:sp>
          <p:nvSpPr>
            <p:cNvPr id="5977" name="Freeform 153">
              <a:extLst>
                <a:ext uri="{FF2B5EF4-FFF2-40B4-BE49-F238E27FC236}">
                  <a16:creationId xmlns:a16="http://schemas.microsoft.com/office/drawing/2014/main" id="{CBE5A0D3-C923-43DA-8A6E-8C4D10527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768"/>
              <a:ext cx="137" cy="291"/>
            </a:xfrm>
            <a:custGeom>
              <a:avLst/>
              <a:gdLst>
                <a:gd name="T0" fmla="*/ 137 w 137"/>
                <a:gd name="T1" fmla="*/ 0 h 291"/>
                <a:gd name="T2" fmla="*/ 70 w 137"/>
                <a:gd name="T3" fmla="*/ 65 h 291"/>
                <a:gd name="T4" fmla="*/ 28 w 137"/>
                <a:gd name="T5" fmla="*/ 178 h 291"/>
                <a:gd name="T6" fmla="*/ 0 w 137"/>
                <a:gd name="T7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291">
                  <a:moveTo>
                    <a:pt x="137" y="0"/>
                  </a:moveTo>
                  <a:cubicBezTo>
                    <a:pt x="126" y="11"/>
                    <a:pt x="88" y="35"/>
                    <a:pt x="70" y="65"/>
                  </a:cubicBezTo>
                  <a:cubicBezTo>
                    <a:pt x="52" y="95"/>
                    <a:pt x="40" y="140"/>
                    <a:pt x="28" y="178"/>
                  </a:cubicBezTo>
                  <a:cubicBezTo>
                    <a:pt x="16" y="216"/>
                    <a:pt x="6" y="268"/>
                    <a:pt x="0" y="291"/>
                  </a:cubicBez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78" name="Line 154">
              <a:extLst>
                <a:ext uri="{FF2B5EF4-FFF2-40B4-BE49-F238E27FC236}">
                  <a16:creationId xmlns:a16="http://schemas.microsoft.com/office/drawing/2014/main" id="{EB8726AE-4C60-4BA7-9A50-F18785B2A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768"/>
              <a:ext cx="0" cy="288"/>
            </a:xfrm>
            <a:prstGeom prst="line">
              <a:avLst/>
            </a:prstGeom>
            <a:noFill/>
            <a:ln w="57150" cap="flat" algn="ctr">
              <a:solidFill>
                <a:srgbClr val="AFFFD7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79" name="Freeform 155">
              <a:extLst>
                <a:ext uri="{FF2B5EF4-FFF2-40B4-BE49-F238E27FC236}">
                  <a16:creationId xmlns:a16="http://schemas.microsoft.com/office/drawing/2014/main" id="{32A8AE1F-1B76-4B3E-B0F7-B43FF6486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1057"/>
              <a:ext cx="123" cy="2"/>
            </a:xfrm>
            <a:custGeom>
              <a:avLst/>
              <a:gdLst>
                <a:gd name="T0" fmla="*/ 0 w 123"/>
                <a:gd name="T1" fmla="*/ 2 h 2"/>
                <a:gd name="T2" fmla="*/ 123 w 123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3" h="2">
                  <a:moveTo>
                    <a:pt x="0" y="2"/>
                  </a:moveTo>
                  <a:lnTo>
                    <a:pt x="123" y="0"/>
                  </a:lnTo>
                </a:path>
              </a:pathLst>
            </a:custGeom>
            <a:noFill/>
            <a:ln w="57150" cap="flat" algn="ctr">
              <a:solidFill>
                <a:srgbClr val="AFFFD7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80" name="Freeform 156">
            <a:extLst>
              <a:ext uri="{FF2B5EF4-FFF2-40B4-BE49-F238E27FC236}">
                <a16:creationId xmlns:a16="http://schemas.microsoft.com/office/drawing/2014/main" id="{2ADDA44B-ACE1-4380-AE39-B9C838235D0C}"/>
              </a:ext>
            </a:extLst>
          </p:cNvPr>
          <p:cNvSpPr>
            <a:spLocks/>
          </p:cNvSpPr>
          <p:nvPr/>
        </p:nvSpPr>
        <p:spPr bwMode="auto">
          <a:xfrm>
            <a:off x="5805488" y="1219200"/>
            <a:ext cx="134937" cy="914400"/>
          </a:xfrm>
          <a:custGeom>
            <a:avLst/>
            <a:gdLst>
              <a:gd name="T0" fmla="*/ 0 w 85"/>
              <a:gd name="T1" fmla="*/ 0 h 576"/>
              <a:gd name="T2" fmla="*/ 52 w 85"/>
              <a:gd name="T3" fmla="*/ 107 h 576"/>
              <a:gd name="T4" fmla="*/ 80 w 85"/>
              <a:gd name="T5" fmla="*/ 206 h 576"/>
              <a:gd name="T6" fmla="*/ 80 w 85"/>
              <a:gd name="T7" fmla="*/ 375 h 576"/>
              <a:gd name="T8" fmla="*/ 52 w 85"/>
              <a:gd name="T9" fmla="*/ 474 h 576"/>
              <a:gd name="T10" fmla="*/ 0 w 85"/>
              <a:gd name="T11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" h="576">
                <a:moveTo>
                  <a:pt x="0" y="0"/>
                </a:moveTo>
                <a:cubicBezTo>
                  <a:pt x="9" y="18"/>
                  <a:pt x="39" y="73"/>
                  <a:pt x="52" y="107"/>
                </a:cubicBezTo>
                <a:cubicBezTo>
                  <a:pt x="65" y="141"/>
                  <a:pt x="75" y="161"/>
                  <a:pt x="80" y="206"/>
                </a:cubicBezTo>
                <a:cubicBezTo>
                  <a:pt x="85" y="251"/>
                  <a:pt x="85" y="330"/>
                  <a:pt x="80" y="375"/>
                </a:cubicBezTo>
                <a:cubicBezTo>
                  <a:pt x="75" y="420"/>
                  <a:pt x="65" y="440"/>
                  <a:pt x="52" y="474"/>
                </a:cubicBezTo>
                <a:cubicBezTo>
                  <a:pt x="39" y="508"/>
                  <a:pt x="11" y="555"/>
                  <a:pt x="0" y="576"/>
                </a:cubicBezTo>
              </a:path>
            </a:pathLst>
          </a:custGeom>
          <a:noFill/>
          <a:ln w="1905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981" name="Group 157">
            <a:extLst>
              <a:ext uri="{FF2B5EF4-FFF2-40B4-BE49-F238E27FC236}">
                <a16:creationId xmlns:a16="http://schemas.microsoft.com/office/drawing/2014/main" id="{F3A9792F-BD04-4FA2-8834-5AF9AC42588F}"/>
              </a:ext>
            </a:extLst>
          </p:cNvPr>
          <p:cNvGrpSpPr>
            <a:grpSpLocks/>
          </p:cNvGrpSpPr>
          <p:nvPr/>
        </p:nvGrpSpPr>
        <p:grpSpPr bwMode="auto">
          <a:xfrm>
            <a:off x="7939088" y="1231900"/>
            <a:ext cx="160337" cy="917575"/>
            <a:chOff x="5001" y="776"/>
            <a:chExt cx="101" cy="578"/>
          </a:xfrm>
        </p:grpSpPr>
        <p:sp>
          <p:nvSpPr>
            <p:cNvPr id="5982" name="Freeform 158">
              <a:extLst>
                <a:ext uri="{FF2B5EF4-FFF2-40B4-BE49-F238E27FC236}">
                  <a16:creationId xmlns:a16="http://schemas.microsoft.com/office/drawing/2014/main" id="{F5F2EBF5-A7CE-4209-8CFC-349300774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" y="781"/>
              <a:ext cx="4" cy="573"/>
            </a:xfrm>
            <a:custGeom>
              <a:avLst/>
              <a:gdLst>
                <a:gd name="T0" fmla="*/ 0 w 4"/>
                <a:gd name="T1" fmla="*/ 0 h 573"/>
                <a:gd name="T2" fmla="*/ 4 w 4"/>
                <a:gd name="T3" fmla="*/ 573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573">
                  <a:moveTo>
                    <a:pt x="0" y="0"/>
                  </a:moveTo>
                  <a:lnTo>
                    <a:pt x="4" y="573"/>
                  </a:lnTo>
                </a:path>
              </a:pathLst>
            </a:custGeom>
            <a:noFill/>
            <a:ln w="57150" cap="flat" algn="ctr">
              <a:solidFill>
                <a:srgbClr val="AFFFD7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83" name="Freeform 159">
              <a:extLst>
                <a:ext uri="{FF2B5EF4-FFF2-40B4-BE49-F238E27FC236}">
                  <a16:creationId xmlns:a16="http://schemas.microsoft.com/office/drawing/2014/main" id="{2726597B-5A03-4106-9E72-1813AB37E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776"/>
              <a:ext cx="90" cy="565"/>
            </a:xfrm>
            <a:custGeom>
              <a:avLst/>
              <a:gdLst>
                <a:gd name="T0" fmla="*/ 90 w 90"/>
                <a:gd name="T1" fmla="*/ 0 h 565"/>
                <a:gd name="T2" fmla="*/ 44 w 90"/>
                <a:gd name="T3" fmla="*/ 99 h 565"/>
                <a:gd name="T4" fmla="*/ 6 w 90"/>
                <a:gd name="T5" fmla="*/ 226 h 565"/>
                <a:gd name="T6" fmla="*/ 6 w 90"/>
                <a:gd name="T7" fmla="*/ 339 h 565"/>
                <a:gd name="T8" fmla="*/ 34 w 90"/>
                <a:gd name="T9" fmla="*/ 438 h 565"/>
                <a:gd name="T10" fmla="*/ 90 w 90"/>
                <a:gd name="T11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565">
                  <a:moveTo>
                    <a:pt x="90" y="0"/>
                  </a:moveTo>
                  <a:cubicBezTo>
                    <a:pt x="85" y="16"/>
                    <a:pt x="58" y="61"/>
                    <a:pt x="44" y="99"/>
                  </a:cubicBezTo>
                  <a:cubicBezTo>
                    <a:pt x="30" y="137"/>
                    <a:pt x="12" y="186"/>
                    <a:pt x="6" y="226"/>
                  </a:cubicBezTo>
                  <a:cubicBezTo>
                    <a:pt x="0" y="266"/>
                    <a:pt x="1" y="304"/>
                    <a:pt x="6" y="339"/>
                  </a:cubicBezTo>
                  <a:cubicBezTo>
                    <a:pt x="11" y="374"/>
                    <a:pt x="20" y="400"/>
                    <a:pt x="34" y="438"/>
                  </a:cubicBezTo>
                  <a:cubicBezTo>
                    <a:pt x="48" y="476"/>
                    <a:pt x="78" y="539"/>
                    <a:pt x="90" y="565"/>
                  </a:cubicBezTo>
                </a:path>
              </a:pathLst>
            </a:custGeom>
            <a:noFill/>
            <a:ln w="1905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5984" name="Picture 160">
            <a:extLst>
              <a:ext uri="{FF2B5EF4-FFF2-40B4-BE49-F238E27FC236}">
                <a16:creationId xmlns:a16="http://schemas.microsoft.com/office/drawing/2014/main" id="{45FBFCB6-975B-42D2-88BD-305CC7527591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0" t="30000" r="24500" b="23000"/>
          <a:stretch>
            <a:fillRect/>
          </a:stretch>
        </p:blipFill>
        <p:spPr bwMode="auto">
          <a:xfrm>
            <a:off x="5413375" y="3832225"/>
            <a:ext cx="3397250" cy="218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4" dur="500"/>
                                        <p:tgtEl>
                                          <p:spTgt spid="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0" dur="500"/>
                                        <p:tgtEl>
                                          <p:spTgt spid="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6" dur="500"/>
                                        <p:tgtEl>
                                          <p:spTgt spid="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2" dur="500"/>
                                        <p:tgtEl>
                                          <p:spTgt spid="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8" dur="500"/>
                                        <p:tgtEl>
                                          <p:spTgt spid="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44" dur="500"/>
                                        <p:tgtEl>
                                          <p:spTgt spid="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0" dur="500"/>
                                        <p:tgtEl>
                                          <p:spTgt spid="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6" dur="500"/>
                                        <p:tgtEl>
                                          <p:spTgt spid="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2" dur="500"/>
                                        <p:tgtEl>
                                          <p:spTgt spid="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68" dur="500"/>
                                        <p:tgtEl>
                                          <p:spTgt spid="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4" dur="500"/>
                                        <p:tgtEl>
                                          <p:spTgt spid="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99" dur="500"/>
                                        <p:tgtEl>
                                          <p:spTgt spid="5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05" dur="500"/>
                                        <p:tgtEl>
                                          <p:spTgt spid="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11" dur="500"/>
                                        <p:tgtEl>
                                          <p:spTgt spid="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36" dur="500"/>
                                        <p:tgtEl>
                                          <p:spTgt spid="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42" dur="500"/>
                                        <p:tgtEl>
                                          <p:spTgt spid="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48" dur="500"/>
                                        <p:tgtEl>
                                          <p:spTgt spid="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4" dur="500"/>
                                        <p:tgtEl>
                                          <p:spTgt spid="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60" dur="500"/>
                                        <p:tgtEl>
                                          <p:spTgt spid="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66" dur="500"/>
                                        <p:tgtEl>
                                          <p:spTgt spid="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72" dur="500"/>
                                        <p:tgtEl>
                                          <p:spTgt spid="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183" dur="500"/>
                                        <p:tgtEl>
                                          <p:spTgt spid="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89" dur="500"/>
                                        <p:tgtEl>
                                          <p:spTgt spid="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00" dur="500"/>
                                        <p:tgtEl>
                                          <p:spTgt spid="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06" dur="500"/>
                                        <p:tgtEl>
                                          <p:spTgt spid="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0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12" dur="500"/>
                                        <p:tgtEl>
                                          <p:spTgt spid="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28" dur="500"/>
                                        <p:tgtEl>
                                          <p:spTgt spid="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base">
                                        <p:cTn id="234" dur="500"/>
                                        <p:tgtEl>
                                          <p:spTgt spid="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40" dur="500"/>
                                        <p:tgtEl>
                                          <p:spTgt spid="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5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5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60" dur="500"/>
                                        <p:tgtEl>
                                          <p:spTgt spid="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5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5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73" dur="500"/>
                                        <p:tgtEl>
                                          <p:spTgt spid="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84" dur="500"/>
                                        <p:tgtEl>
                                          <p:spTgt spid="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8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290" dur="500"/>
                                        <p:tgtEl>
                                          <p:spTgt spid="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" grpId="0" animBg="1"/>
      <p:bldP spid="5912" grpId="0" animBg="1"/>
      <p:bldP spid="5913" grpId="0" animBg="1"/>
      <p:bldP spid="5915" grpId="0" animBg="1"/>
      <p:bldP spid="5932" grpId="0" animBg="1"/>
      <p:bldP spid="593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ooter Placeholder 2">
            <a:extLst>
              <a:ext uri="{FF2B5EF4-FFF2-40B4-BE49-F238E27FC236}">
                <a16:creationId xmlns:a16="http://schemas.microsoft.com/office/drawing/2014/main" id="{406C6267-ADDF-45C9-811B-923C9675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组合体的视图画法</a:t>
            </a:r>
          </a:p>
        </p:txBody>
      </p:sp>
      <p:sp>
        <p:nvSpPr>
          <p:cNvPr id="5987" name="Line 2">
            <a:extLst>
              <a:ext uri="{FF2B5EF4-FFF2-40B4-BE49-F238E27FC236}">
                <a16:creationId xmlns:a16="http://schemas.microsoft.com/office/drawing/2014/main" id="{E899A32B-3CCD-41EA-ACB2-7C210FBB8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88" y="900113"/>
            <a:ext cx="0" cy="4572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988" name="Line 3">
            <a:extLst>
              <a:ext uri="{FF2B5EF4-FFF2-40B4-BE49-F238E27FC236}">
                <a16:creationId xmlns:a16="http://schemas.microsoft.com/office/drawing/2014/main" id="{5B118DEB-D83B-40A8-805E-F47447B8A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3263" y="1330325"/>
            <a:ext cx="314325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989" name="Line 4">
            <a:extLst>
              <a:ext uri="{FF2B5EF4-FFF2-40B4-BE49-F238E27FC236}">
                <a16:creationId xmlns:a16="http://schemas.microsoft.com/office/drawing/2014/main" id="{E4B64BB3-8229-4BE5-80C4-AD9BD7F855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900113"/>
            <a:ext cx="0" cy="4699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990" name="Line 5">
            <a:extLst>
              <a:ext uri="{FF2B5EF4-FFF2-40B4-BE49-F238E27FC236}">
                <a16:creationId xmlns:a16="http://schemas.microsoft.com/office/drawing/2014/main" id="{6CCA313E-C0F6-4B42-9D60-9B7B8D4E44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1330325"/>
            <a:ext cx="3048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991" name="Line 6">
            <a:extLst>
              <a:ext uri="{FF2B5EF4-FFF2-40B4-BE49-F238E27FC236}">
                <a16:creationId xmlns:a16="http://schemas.microsoft.com/office/drawing/2014/main" id="{772AA7B2-7209-4AC0-818C-47403BF1E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862513"/>
            <a:ext cx="4191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92" name="Line 7">
            <a:extLst>
              <a:ext uri="{FF2B5EF4-FFF2-40B4-BE49-F238E27FC236}">
                <a16:creationId xmlns:a16="http://schemas.microsoft.com/office/drawing/2014/main" id="{E87EBC22-0149-4CBE-9C87-C30E25CE4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643313"/>
            <a:ext cx="0" cy="251460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93" name="Freeform 8">
            <a:extLst>
              <a:ext uri="{FF2B5EF4-FFF2-40B4-BE49-F238E27FC236}">
                <a16:creationId xmlns:a16="http://schemas.microsoft.com/office/drawing/2014/main" id="{A9B77C40-AE4B-4738-B53F-721DFB8D7D6F}"/>
              </a:ext>
            </a:extLst>
          </p:cNvPr>
          <p:cNvSpPr>
            <a:spLocks/>
          </p:cNvSpPr>
          <p:nvPr/>
        </p:nvSpPr>
        <p:spPr bwMode="auto">
          <a:xfrm>
            <a:off x="2820988" y="747713"/>
            <a:ext cx="3175" cy="2728912"/>
          </a:xfrm>
          <a:custGeom>
            <a:avLst/>
            <a:gdLst>
              <a:gd name="T0" fmla="*/ 2 w 2"/>
              <a:gd name="T1" fmla="*/ 1719 h 1719"/>
              <a:gd name="T2" fmla="*/ 0 w 2"/>
              <a:gd name="T3" fmla="*/ 0 h 17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1719">
                <a:moveTo>
                  <a:pt x="2" y="1719"/>
                </a:moveTo>
                <a:lnTo>
                  <a:pt x="0" y="0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94" name="Oval 9">
            <a:extLst>
              <a:ext uri="{FF2B5EF4-FFF2-40B4-BE49-F238E27FC236}">
                <a16:creationId xmlns:a16="http://schemas.microsoft.com/office/drawing/2014/main" id="{94B58B4E-3839-4B16-A6E2-406012FBB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795713"/>
            <a:ext cx="2286000" cy="2133600"/>
          </a:xfrm>
          <a:prstGeom prst="ellips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995" name="Rectangle 10">
            <a:extLst>
              <a:ext uri="{FF2B5EF4-FFF2-40B4-BE49-F238E27FC236}">
                <a16:creationId xmlns:a16="http://schemas.microsoft.com/office/drawing/2014/main" id="{9161C35A-EA1B-4020-9ADD-F989D1506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900113"/>
            <a:ext cx="2286000" cy="2438400"/>
          </a:xfrm>
          <a:prstGeom prst="rect">
            <a:avLst/>
          </a:prstGeom>
          <a:noFill/>
          <a:ln w="38100" cap="flat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996" name="Oval 11">
            <a:extLst>
              <a:ext uri="{FF2B5EF4-FFF2-40B4-BE49-F238E27FC236}">
                <a16:creationId xmlns:a16="http://schemas.microsoft.com/office/drawing/2014/main" id="{60B8F002-0EC4-44A7-8D3F-15E2C4810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4100513"/>
            <a:ext cx="1676400" cy="1522412"/>
          </a:xfrm>
          <a:prstGeom prst="ellips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997" name="Oval 12">
            <a:extLst>
              <a:ext uri="{FF2B5EF4-FFF2-40B4-BE49-F238E27FC236}">
                <a16:creationId xmlns:a16="http://schemas.microsoft.com/office/drawing/2014/main" id="{1D2C96A7-2BD5-41A4-9290-24F3DA5DA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405313"/>
            <a:ext cx="1066800" cy="914400"/>
          </a:xfrm>
          <a:prstGeom prst="ellips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5998" name="Line 13">
            <a:extLst>
              <a:ext uri="{FF2B5EF4-FFF2-40B4-BE49-F238E27FC236}">
                <a16:creationId xmlns:a16="http://schemas.microsoft.com/office/drawing/2014/main" id="{7456382C-1EE6-4DD9-89C2-A36CD76997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1814513"/>
            <a:ext cx="0" cy="15240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99" name="Line 14">
            <a:extLst>
              <a:ext uri="{FF2B5EF4-FFF2-40B4-BE49-F238E27FC236}">
                <a16:creationId xmlns:a16="http://schemas.microsoft.com/office/drawing/2014/main" id="{E1BDFE7C-39E5-4410-B573-4A5C0E4690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1814513"/>
            <a:ext cx="0" cy="15240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0" name="Line 15">
            <a:extLst>
              <a:ext uri="{FF2B5EF4-FFF2-40B4-BE49-F238E27FC236}">
                <a16:creationId xmlns:a16="http://schemas.microsoft.com/office/drawing/2014/main" id="{3FA49D09-451E-4FE7-8CDE-39FAAAC76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900113"/>
            <a:ext cx="0" cy="9144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1" name="Line 16">
            <a:extLst>
              <a:ext uri="{FF2B5EF4-FFF2-40B4-BE49-F238E27FC236}">
                <a16:creationId xmlns:a16="http://schemas.microsoft.com/office/drawing/2014/main" id="{7C1A3EE8-8955-47E3-82C4-A2BA7402B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900113"/>
            <a:ext cx="0" cy="9144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2" name="Line 17">
            <a:extLst>
              <a:ext uri="{FF2B5EF4-FFF2-40B4-BE49-F238E27FC236}">
                <a16:creationId xmlns:a16="http://schemas.microsoft.com/office/drawing/2014/main" id="{82ABC6D4-DD64-4EF4-809F-736D9BA33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814513"/>
            <a:ext cx="3048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3" name="Line 18">
            <a:extLst>
              <a:ext uri="{FF2B5EF4-FFF2-40B4-BE49-F238E27FC236}">
                <a16:creationId xmlns:a16="http://schemas.microsoft.com/office/drawing/2014/main" id="{644F87DA-6C68-49C7-9061-6AF84361D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1814513"/>
            <a:ext cx="3048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4" name="Line 19">
            <a:extLst>
              <a:ext uri="{FF2B5EF4-FFF2-40B4-BE49-F238E27FC236}">
                <a16:creationId xmlns:a16="http://schemas.microsoft.com/office/drawing/2014/main" id="{AC6AA995-1321-41EB-8C07-5D4DDB01A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1814513"/>
            <a:ext cx="7620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5" name="Oval 20">
            <a:extLst>
              <a:ext uri="{FF2B5EF4-FFF2-40B4-BE49-F238E27FC236}">
                <a16:creationId xmlns:a16="http://schemas.microsoft.com/office/drawing/2014/main" id="{BD595C9E-DD97-46CE-AC57-597B97D13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325563"/>
            <a:ext cx="1066800" cy="963612"/>
          </a:xfrm>
          <a:prstGeom prst="ellips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6006" name="Line 21">
            <a:extLst>
              <a:ext uri="{FF2B5EF4-FFF2-40B4-BE49-F238E27FC236}">
                <a16:creationId xmlns:a16="http://schemas.microsoft.com/office/drawing/2014/main" id="{850AC09E-4C70-4DC2-82A8-B314DCF66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252913"/>
            <a:ext cx="0" cy="1219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7" name="Line 22">
            <a:extLst>
              <a:ext uri="{FF2B5EF4-FFF2-40B4-BE49-F238E27FC236}">
                <a16:creationId xmlns:a16="http://schemas.microsoft.com/office/drawing/2014/main" id="{E8D914A7-53CF-49D5-B251-EBDF1472A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252913"/>
            <a:ext cx="0" cy="1219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8" name="Line 23">
            <a:extLst>
              <a:ext uri="{FF2B5EF4-FFF2-40B4-BE49-F238E27FC236}">
                <a16:creationId xmlns:a16="http://schemas.microsoft.com/office/drawing/2014/main" id="{EA325DDA-7779-4DBB-BE95-48E7AFC853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4024313"/>
            <a:ext cx="1371600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09" name="Freeform 24">
            <a:extLst>
              <a:ext uri="{FF2B5EF4-FFF2-40B4-BE49-F238E27FC236}">
                <a16:creationId xmlns:a16="http://schemas.microsoft.com/office/drawing/2014/main" id="{8D61CF5B-23A9-43C0-A840-EBB1C477A818}"/>
              </a:ext>
            </a:extLst>
          </p:cNvPr>
          <p:cNvSpPr>
            <a:spLocks/>
          </p:cNvSpPr>
          <p:nvPr/>
        </p:nvSpPr>
        <p:spPr bwMode="auto">
          <a:xfrm>
            <a:off x="784225" y="5718175"/>
            <a:ext cx="1368425" cy="1588"/>
          </a:xfrm>
          <a:custGeom>
            <a:avLst/>
            <a:gdLst>
              <a:gd name="T0" fmla="*/ 862 w 862"/>
              <a:gd name="T1" fmla="*/ 0 h 1"/>
              <a:gd name="T2" fmla="*/ 0 w 862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62" h="1">
                <a:moveTo>
                  <a:pt x="862" y="0"/>
                </a:moveTo>
                <a:lnTo>
                  <a:pt x="0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0" name="Freeform 25">
            <a:extLst>
              <a:ext uri="{FF2B5EF4-FFF2-40B4-BE49-F238E27FC236}">
                <a16:creationId xmlns:a16="http://schemas.microsoft.com/office/drawing/2014/main" id="{90D40BFD-24C6-4211-B08D-18B1E4A325F5}"/>
              </a:ext>
            </a:extLst>
          </p:cNvPr>
          <p:cNvSpPr>
            <a:spLocks/>
          </p:cNvSpPr>
          <p:nvPr/>
        </p:nvSpPr>
        <p:spPr bwMode="auto">
          <a:xfrm>
            <a:off x="1344613" y="4549775"/>
            <a:ext cx="4762" cy="674688"/>
          </a:xfrm>
          <a:custGeom>
            <a:avLst/>
            <a:gdLst>
              <a:gd name="T0" fmla="*/ 3 w 3"/>
              <a:gd name="T1" fmla="*/ 0 h 425"/>
              <a:gd name="T2" fmla="*/ 0 w 3"/>
              <a:gd name="T3" fmla="*/ 425 h 4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425">
                <a:moveTo>
                  <a:pt x="3" y="0"/>
                </a:moveTo>
                <a:lnTo>
                  <a:pt x="0" y="42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1" name="Line 26">
            <a:extLst>
              <a:ext uri="{FF2B5EF4-FFF2-40B4-BE49-F238E27FC236}">
                <a16:creationId xmlns:a16="http://schemas.microsoft.com/office/drawing/2014/main" id="{352B5F87-818D-4C19-872E-029B4D8FA0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000" y="4287838"/>
            <a:ext cx="587375" cy="261937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2" name="Line 27">
            <a:extLst>
              <a:ext uri="{FF2B5EF4-FFF2-40B4-BE49-F238E27FC236}">
                <a16:creationId xmlns:a16="http://schemas.microsoft.com/office/drawing/2014/main" id="{7A8AA0C3-0593-4C19-A86E-51E84138B5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5210175"/>
            <a:ext cx="587375" cy="261938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3" name="Freeform 28">
            <a:extLst>
              <a:ext uri="{FF2B5EF4-FFF2-40B4-BE49-F238E27FC236}">
                <a16:creationId xmlns:a16="http://schemas.microsoft.com/office/drawing/2014/main" id="{3692453F-2F95-4423-8764-CF858B518418}"/>
              </a:ext>
            </a:extLst>
          </p:cNvPr>
          <p:cNvSpPr>
            <a:spLocks/>
          </p:cNvSpPr>
          <p:nvPr/>
        </p:nvSpPr>
        <p:spPr bwMode="auto">
          <a:xfrm>
            <a:off x="762000" y="5472113"/>
            <a:ext cx="1588" cy="268287"/>
          </a:xfrm>
          <a:custGeom>
            <a:avLst/>
            <a:gdLst>
              <a:gd name="T0" fmla="*/ 0 w 1"/>
              <a:gd name="T1" fmla="*/ 0 h 169"/>
              <a:gd name="T2" fmla="*/ 0 w 1"/>
              <a:gd name="T3" fmla="*/ 169 h 1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69">
                <a:moveTo>
                  <a:pt x="0" y="0"/>
                </a:moveTo>
                <a:lnTo>
                  <a:pt x="0" y="169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4" name="Freeform 29">
            <a:extLst>
              <a:ext uri="{FF2B5EF4-FFF2-40B4-BE49-F238E27FC236}">
                <a16:creationId xmlns:a16="http://schemas.microsoft.com/office/drawing/2014/main" id="{D778E478-BCDE-4433-A6B3-8E039A50E674}"/>
              </a:ext>
            </a:extLst>
          </p:cNvPr>
          <p:cNvSpPr>
            <a:spLocks/>
          </p:cNvSpPr>
          <p:nvPr/>
        </p:nvSpPr>
        <p:spPr bwMode="auto">
          <a:xfrm>
            <a:off x="3524250" y="4022725"/>
            <a:ext cx="1382713" cy="1588"/>
          </a:xfrm>
          <a:custGeom>
            <a:avLst/>
            <a:gdLst>
              <a:gd name="T0" fmla="*/ 0 w 871"/>
              <a:gd name="T1" fmla="*/ 1 h 1"/>
              <a:gd name="T2" fmla="*/ 871 w 87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71" h="1">
                <a:moveTo>
                  <a:pt x="0" y="1"/>
                </a:moveTo>
                <a:lnTo>
                  <a:pt x="871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5" name="Freeform 30">
            <a:extLst>
              <a:ext uri="{FF2B5EF4-FFF2-40B4-BE49-F238E27FC236}">
                <a16:creationId xmlns:a16="http://schemas.microsoft.com/office/drawing/2014/main" id="{0EBF3418-9757-4E9F-AF7B-727F9FC6FA05}"/>
              </a:ext>
            </a:extLst>
          </p:cNvPr>
          <p:cNvSpPr>
            <a:spLocks/>
          </p:cNvSpPr>
          <p:nvPr/>
        </p:nvSpPr>
        <p:spPr bwMode="auto">
          <a:xfrm>
            <a:off x="3505200" y="5715000"/>
            <a:ext cx="1387475" cy="3175"/>
          </a:xfrm>
          <a:custGeom>
            <a:avLst/>
            <a:gdLst>
              <a:gd name="T0" fmla="*/ 0 w 874"/>
              <a:gd name="T1" fmla="*/ 2 h 2"/>
              <a:gd name="T2" fmla="*/ 874 w 874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74" h="2">
                <a:moveTo>
                  <a:pt x="0" y="2"/>
                </a:moveTo>
                <a:lnTo>
                  <a:pt x="874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6" name="Freeform 31">
            <a:extLst>
              <a:ext uri="{FF2B5EF4-FFF2-40B4-BE49-F238E27FC236}">
                <a16:creationId xmlns:a16="http://schemas.microsoft.com/office/drawing/2014/main" id="{1CF0438B-0F2E-4B03-81CD-89F186EE720D}"/>
              </a:ext>
            </a:extLst>
          </p:cNvPr>
          <p:cNvSpPr>
            <a:spLocks/>
          </p:cNvSpPr>
          <p:nvPr/>
        </p:nvSpPr>
        <p:spPr bwMode="auto">
          <a:xfrm flipH="1">
            <a:off x="4308475" y="4549775"/>
            <a:ext cx="4763" cy="674688"/>
          </a:xfrm>
          <a:custGeom>
            <a:avLst/>
            <a:gdLst>
              <a:gd name="T0" fmla="*/ 3 w 3"/>
              <a:gd name="T1" fmla="*/ 0 h 425"/>
              <a:gd name="T2" fmla="*/ 0 w 3"/>
              <a:gd name="T3" fmla="*/ 425 h 4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425">
                <a:moveTo>
                  <a:pt x="3" y="0"/>
                </a:moveTo>
                <a:lnTo>
                  <a:pt x="0" y="42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7" name="Line 32">
            <a:extLst>
              <a:ext uri="{FF2B5EF4-FFF2-40B4-BE49-F238E27FC236}">
                <a16:creationId xmlns:a16="http://schemas.microsoft.com/office/drawing/2014/main" id="{119EDC0D-AD18-496C-9B89-4480BE049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295775"/>
            <a:ext cx="584200" cy="254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8" name="Line 33">
            <a:extLst>
              <a:ext uri="{FF2B5EF4-FFF2-40B4-BE49-F238E27FC236}">
                <a16:creationId xmlns:a16="http://schemas.microsoft.com/office/drawing/2014/main" id="{2A0B5BBA-175D-4608-8565-149B7AB94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8475" y="5210175"/>
            <a:ext cx="568325" cy="2540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19" name="Freeform 34">
            <a:extLst>
              <a:ext uri="{FF2B5EF4-FFF2-40B4-BE49-F238E27FC236}">
                <a16:creationId xmlns:a16="http://schemas.microsoft.com/office/drawing/2014/main" id="{186FBE87-241F-47CF-B7CD-6655371541A2}"/>
              </a:ext>
            </a:extLst>
          </p:cNvPr>
          <p:cNvSpPr>
            <a:spLocks/>
          </p:cNvSpPr>
          <p:nvPr/>
        </p:nvSpPr>
        <p:spPr bwMode="auto">
          <a:xfrm flipH="1">
            <a:off x="4876800" y="5472113"/>
            <a:ext cx="1588" cy="268287"/>
          </a:xfrm>
          <a:custGeom>
            <a:avLst/>
            <a:gdLst>
              <a:gd name="T0" fmla="*/ 0 w 1"/>
              <a:gd name="T1" fmla="*/ 0 h 169"/>
              <a:gd name="T2" fmla="*/ 0 w 1"/>
              <a:gd name="T3" fmla="*/ 169 h 1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69">
                <a:moveTo>
                  <a:pt x="0" y="0"/>
                </a:moveTo>
                <a:lnTo>
                  <a:pt x="0" y="169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0" name="Line 35">
            <a:extLst>
              <a:ext uri="{FF2B5EF4-FFF2-40B4-BE49-F238E27FC236}">
                <a16:creationId xmlns:a16="http://schemas.microsoft.com/office/drawing/2014/main" id="{76057697-D363-468B-8B6F-E294FFED7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338513"/>
            <a:ext cx="0" cy="0"/>
          </a:xfrm>
          <a:prstGeom prst="line">
            <a:avLst/>
          </a:prstGeom>
          <a:noFill/>
          <a:ln w="9525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1" name="Line 36">
            <a:extLst>
              <a:ext uri="{FF2B5EF4-FFF2-40B4-BE49-F238E27FC236}">
                <a16:creationId xmlns:a16="http://schemas.microsoft.com/office/drawing/2014/main" id="{09D2C9E5-AE01-4344-92D4-B06A074AA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881313"/>
            <a:ext cx="0" cy="457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2" name="Line 37">
            <a:extLst>
              <a:ext uri="{FF2B5EF4-FFF2-40B4-BE49-F238E27FC236}">
                <a16:creationId xmlns:a16="http://schemas.microsoft.com/office/drawing/2014/main" id="{D461425D-FD49-42F1-972B-CC80D46A25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2347913"/>
            <a:ext cx="0" cy="9906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3" name="Freeform 38">
            <a:extLst>
              <a:ext uri="{FF2B5EF4-FFF2-40B4-BE49-F238E27FC236}">
                <a16:creationId xmlns:a16="http://schemas.microsoft.com/office/drawing/2014/main" id="{A1766E2D-0A99-41D8-A3BA-89FDED756745}"/>
              </a:ext>
            </a:extLst>
          </p:cNvPr>
          <p:cNvSpPr>
            <a:spLocks/>
          </p:cNvSpPr>
          <p:nvPr/>
        </p:nvSpPr>
        <p:spPr bwMode="auto">
          <a:xfrm>
            <a:off x="1677988" y="2535238"/>
            <a:ext cx="3175" cy="803275"/>
          </a:xfrm>
          <a:custGeom>
            <a:avLst/>
            <a:gdLst>
              <a:gd name="T0" fmla="*/ 2 w 2"/>
              <a:gd name="T1" fmla="*/ 0 h 506"/>
              <a:gd name="T2" fmla="*/ 0 w 2"/>
              <a:gd name="T3" fmla="*/ 506 h 5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06">
                <a:moveTo>
                  <a:pt x="2" y="0"/>
                </a:moveTo>
                <a:lnTo>
                  <a:pt x="0" y="506"/>
                </a:lnTo>
              </a:path>
            </a:pathLst>
          </a:custGeom>
          <a:noFill/>
          <a:ln w="57150" cap="flat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4" name="Line 39">
            <a:extLst>
              <a:ext uri="{FF2B5EF4-FFF2-40B4-BE49-F238E27FC236}">
                <a16:creationId xmlns:a16="http://schemas.microsoft.com/office/drawing/2014/main" id="{D83E3BE3-CFE1-4896-8C83-12D98FBCF8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2347913"/>
            <a:ext cx="1371600" cy="533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5" name="Line 40">
            <a:extLst>
              <a:ext uri="{FF2B5EF4-FFF2-40B4-BE49-F238E27FC236}">
                <a16:creationId xmlns:a16="http://schemas.microsoft.com/office/drawing/2014/main" id="{DA80DAD2-45FE-4D47-A8EE-8BF3EB6B9B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38513"/>
            <a:ext cx="1371600" cy="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6" name="Line 41">
            <a:extLst>
              <a:ext uri="{FF2B5EF4-FFF2-40B4-BE49-F238E27FC236}">
                <a16:creationId xmlns:a16="http://schemas.microsoft.com/office/drawing/2014/main" id="{B1B74E15-498A-46B9-BD8A-B81F581282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2652713"/>
            <a:ext cx="0" cy="6858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7" name="Line 42">
            <a:extLst>
              <a:ext uri="{FF2B5EF4-FFF2-40B4-BE49-F238E27FC236}">
                <a16:creationId xmlns:a16="http://schemas.microsoft.com/office/drawing/2014/main" id="{BC8AA343-D003-4CC6-A518-60DAAF53F2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881313"/>
            <a:ext cx="0" cy="457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8" name="Line 43">
            <a:extLst>
              <a:ext uri="{FF2B5EF4-FFF2-40B4-BE49-F238E27FC236}">
                <a16:creationId xmlns:a16="http://schemas.microsoft.com/office/drawing/2014/main" id="{0DE3D0FA-0590-4519-992F-4F7CFE7F76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2347913"/>
            <a:ext cx="0" cy="9906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29" name="Freeform 44">
            <a:extLst>
              <a:ext uri="{FF2B5EF4-FFF2-40B4-BE49-F238E27FC236}">
                <a16:creationId xmlns:a16="http://schemas.microsoft.com/office/drawing/2014/main" id="{D680D5F2-3F55-4FDC-92FC-47CE68834530}"/>
              </a:ext>
            </a:extLst>
          </p:cNvPr>
          <p:cNvSpPr>
            <a:spLocks/>
          </p:cNvSpPr>
          <p:nvPr/>
        </p:nvSpPr>
        <p:spPr bwMode="auto">
          <a:xfrm flipH="1">
            <a:off x="3957638" y="2535238"/>
            <a:ext cx="3175" cy="803275"/>
          </a:xfrm>
          <a:custGeom>
            <a:avLst/>
            <a:gdLst>
              <a:gd name="T0" fmla="*/ 2 w 2"/>
              <a:gd name="T1" fmla="*/ 0 h 506"/>
              <a:gd name="T2" fmla="*/ 0 w 2"/>
              <a:gd name="T3" fmla="*/ 506 h 5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06">
                <a:moveTo>
                  <a:pt x="2" y="0"/>
                </a:moveTo>
                <a:lnTo>
                  <a:pt x="0" y="506"/>
                </a:lnTo>
              </a:path>
            </a:pathLst>
          </a:custGeom>
          <a:noFill/>
          <a:ln w="57150" cap="flat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0" name="Line 45">
            <a:extLst>
              <a:ext uri="{FF2B5EF4-FFF2-40B4-BE49-F238E27FC236}">
                <a16:creationId xmlns:a16="http://schemas.microsoft.com/office/drawing/2014/main" id="{EC8ABBC1-6E26-430F-B811-440D76B74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47913"/>
            <a:ext cx="1371600" cy="533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1" name="Freeform 46">
            <a:extLst>
              <a:ext uri="{FF2B5EF4-FFF2-40B4-BE49-F238E27FC236}">
                <a16:creationId xmlns:a16="http://schemas.microsoft.com/office/drawing/2014/main" id="{5ADC7439-D0A4-46B0-B334-BE91CD8DF6AE}"/>
              </a:ext>
            </a:extLst>
          </p:cNvPr>
          <p:cNvSpPr>
            <a:spLocks/>
          </p:cNvSpPr>
          <p:nvPr/>
        </p:nvSpPr>
        <p:spPr bwMode="auto">
          <a:xfrm>
            <a:off x="3505200" y="3336925"/>
            <a:ext cx="1387475" cy="1588"/>
          </a:xfrm>
          <a:custGeom>
            <a:avLst/>
            <a:gdLst>
              <a:gd name="T0" fmla="*/ 0 w 874"/>
              <a:gd name="T1" fmla="*/ 1 h 1"/>
              <a:gd name="T2" fmla="*/ 874 w 874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74" h="1">
                <a:moveTo>
                  <a:pt x="0" y="1"/>
                </a:moveTo>
                <a:lnTo>
                  <a:pt x="874" y="0"/>
                </a:ln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2" name="Line 47">
            <a:extLst>
              <a:ext uri="{FF2B5EF4-FFF2-40B4-BE49-F238E27FC236}">
                <a16:creationId xmlns:a16="http://schemas.microsoft.com/office/drawing/2014/main" id="{367C3EC4-6CF9-48BB-83B0-DDEF670511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7200" y="2652713"/>
            <a:ext cx="0" cy="6858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3" name="Freeform 48">
            <a:extLst>
              <a:ext uri="{FF2B5EF4-FFF2-40B4-BE49-F238E27FC236}">
                <a16:creationId xmlns:a16="http://schemas.microsoft.com/office/drawing/2014/main" id="{752F7DD3-925C-4164-A2B1-18781365A9E5}"/>
              </a:ext>
            </a:extLst>
          </p:cNvPr>
          <p:cNvSpPr>
            <a:spLocks/>
          </p:cNvSpPr>
          <p:nvPr/>
        </p:nvSpPr>
        <p:spPr bwMode="auto">
          <a:xfrm>
            <a:off x="6935788" y="747713"/>
            <a:ext cx="3175" cy="2728912"/>
          </a:xfrm>
          <a:custGeom>
            <a:avLst/>
            <a:gdLst>
              <a:gd name="T0" fmla="*/ 2 w 2"/>
              <a:gd name="T1" fmla="*/ 1719 h 1719"/>
              <a:gd name="T2" fmla="*/ 0 w 2"/>
              <a:gd name="T3" fmla="*/ 0 h 17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1719">
                <a:moveTo>
                  <a:pt x="2" y="1719"/>
                </a:moveTo>
                <a:lnTo>
                  <a:pt x="0" y="0"/>
                </a:lnTo>
              </a:path>
            </a:pathLst>
          </a:cu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4" name="Line 49">
            <a:extLst>
              <a:ext uri="{FF2B5EF4-FFF2-40B4-BE49-F238E27FC236}">
                <a16:creationId xmlns:a16="http://schemas.microsoft.com/office/drawing/2014/main" id="{57F37F05-092E-46FF-AAFF-23D50E4E6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881313"/>
            <a:ext cx="0" cy="457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5" name="Line 50">
            <a:extLst>
              <a:ext uri="{FF2B5EF4-FFF2-40B4-BE49-F238E27FC236}">
                <a16:creationId xmlns:a16="http://schemas.microsoft.com/office/drawing/2014/main" id="{45EA9881-E2B9-4EE4-AC1E-56BED4B27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881313"/>
            <a:ext cx="0" cy="4572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6" name="Freeform 51">
            <a:extLst>
              <a:ext uri="{FF2B5EF4-FFF2-40B4-BE49-F238E27FC236}">
                <a16:creationId xmlns:a16="http://schemas.microsoft.com/office/drawing/2014/main" id="{52AE0BA3-A576-43A3-9344-C88EB4AE6103}"/>
              </a:ext>
            </a:extLst>
          </p:cNvPr>
          <p:cNvSpPr>
            <a:spLocks/>
          </p:cNvSpPr>
          <p:nvPr/>
        </p:nvSpPr>
        <p:spPr bwMode="auto">
          <a:xfrm>
            <a:off x="6545263" y="2647950"/>
            <a:ext cx="769937" cy="3175"/>
          </a:xfrm>
          <a:custGeom>
            <a:avLst/>
            <a:gdLst>
              <a:gd name="T0" fmla="*/ 0 w 485"/>
              <a:gd name="T1" fmla="*/ 0 h 2"/>
              <a:gd name="T2" fmla="*/ 485 w 485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5" h="2">
                <a:moveTo>
                  <a:pt x="0" y="0"/>
                </a:moveTo>
                <a:lnTo>
                  <a:pt x="485" y="2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7" name="Freeform 52">
            <a:extLst>
              <a:ext uri="{FF2B5EF4-FFF2-40B4-BE49-F238E27FC236}">
                <a16:creationId xmlns:a16="http://schemas.microsoft.com/office/drawing/2014/main" id="{D0911E6E-18C7-4935-ACC4-BB309C0C267C}"/>
              </a:ext>
            </a:extLst>
          </p:cNvPr>
          <p:cNvSpPr>
            <a:spLocks/>
          </p:cNvSpPr>
          <p:nvPr/>
        </p:nvSpPr>
        <p:spPr bwMode="auto">
          <a:xfrm>
            <a:off x="7527925" y="2879725"/>
            <a:ext cx="1588" cy="442913"/>
          </a:xfrm>
          <a:custGeom>
            <a:avLst/>
            <a:gdLst>
              <a:gd name="T0" fmla="*/ 0 w 1"/>
              <a:gd name="T1" fmla="*/ 279 h 279"/>
              <a:gd name="T2" fmla="*/ 0 w 1"/>
              <a:gd name="T3" fmla="*/ 0 h 2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79">
                <a:moveTo>
                  <a:pt x="0" y="279"/>
                </a:moveTo>
                <a:lnTo>
                  <a:pt x="0" y="0"/>
                </a:ln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8" name="Freeform 53">
            <a:extLst>
              <a:ext uri="{FF2B5EF4-FFF2-40B4-BE49-F238E27FC236}">
                <a16:creationId xmlns:a16="http://schemas.microsoft.com/office/drawing/2014/main" id="{68AFA7D7-5A0C-402A-ABB8-F2BAED47A605}"/>
              </a:ext>
            </a:extLst>
          </p:cNvPr>
          <p:cNvSpPr>
            <a:spLocks/>
          </p:cNvSpPr>
          <p:nvPr/>
        </p:nvSpPr>
        <p:spPr bwMode="auto">
          <a:xfrm>
            <a:off x="6340475" y="2865438"/>
            <a:ext cx="3175" cy="454025"/>
          </a:xfrm>
          <a:custGeom>
            <a:avLst/>
            <a:gdLst>
              <a:gd name="T0" fmla="*/ 2 w 2"/>
              <a:gd name="T1" fmla="*/ 286 h 286"/>
              <a:gd name="T2" fmla="*/ 0 w 2"/>
              <a:gd name="T3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286">
                <a:moveTo>
                  <a:pt x="2" y="286"/>
                </a:moveTo>
                <a:lnTo>
                  <a:pt x="0" y="0"/>
                </a:ln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39" name="Freeform 54">
            <a:extLst>
              <a:ext uri="{FF2B5EF4-FFF2-40B4-BE49-F238E27FC236}">
                <a16:creationId xmlns:a16="http://schemas.microsoft.com/office/drawing/2014/main" id="{33B0E2FA-1788-454B-B14B-C31718987313}"/>
              </a:ext>
            </a:extLst>
          </p:cNvPr>
          <p:cNvSpPr>
            <a:spLocks/>
          </p:cNvSpPr>
          <p:nvPr/>
        </p:nvSpPr>
        <p:spPr bwMode="auto">
          <a:xfrm>
            <a:off x="6096000" y="2871788"/>
            <a:ext cx="225425" cy="9525"/>
          </a:xfrm>
          <a:custGeom>
            <a:avLst/>
            <a:gdLst>
              <a:gd name="T0" fmla="*/ 0 w 142"/>
              <a:gd name="T1" fmla="*/ 6 h 6"/>
              <a:gd name="T2" fmla="*/ 142 w 142"/>
              <a:gd name="T3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42" h="6">
                <a:moveTo>
                  <a:pt x="0" y="6"/>
                </a:moveTo>
                <a:lnTo>
                  <a:pt x="142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0" name="Freeform 55">
            <a:extLst>
              <a:ext uri="{FF2B5EF4-FFF2-40B4-BE49-F238E27FC236}">
                <a16:creationId xmlns:a16="http://schemas.microsoft.com/office/drawing/2014/main" id="{1087DA37-77CA-4953-A4DF-325D2AB7EAA1}"/>
              </a:ext>
            </a:extLst>
          </p:cNvPr>
          <p:cNvSpPr>
            <a:spLocks/>
          </p:cNvSpPr>
          <p:nvPr/>
        </p:nvSpPr>
        <p:spPr bwMode="auto">
          <a:xfrm>
            <a:off x="6567488" y="2670175"/>
            <a:ext cx="1587" cy="673100"/>
          </a:xfrm>
          <a:custGeom>
            <a:avLst/>
            <a:gdLst>
              <a:gd name="T0" fmla="*/ 0 w 1"/>
              <a:gd name="T1" fmla="*/ 0 h 424"/>
              <a:gd name="T2" fmla="*/ 0 w 1"/>
              <a:gd name="T3" fmla="*/ 424 h 42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24">
                <a:moveTo>
                  <a:pt x="0" y="0"/>
                </a:moveTo>
                <a:lnTo>
                  <a:pt x="0" y="424"/>
                </a:ln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1" name="Line 56">
            <a:extLst>
              <a:ext uri="{FF2B5EF4-FFF2-40B4-BE49-F238E27FC236}">
                <a16:creationId xmlns:a16="http://schemas.microsoft.com/office/drawing/2014/main" id="{1BCA8D0F-011E-4204-A2B6-F5FD714A1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2652713"/>
            <a:ext cx="0" cy="685800"/>
          </a:xfrm>
          <a:prstGeom prst="line">
            <a:avLst/>
          </a:pr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2" name="Line 57">
            <a:extLst>
              <a:ext uri="{FF2B5EF4-FFF2-40B4-BE49-F238E27FC236}">
                <a16:creationId xmlns:a16="http://schemas.microsoft.com/office/drawing/2014/main" id="{EB2E3D5E-71D5-4546-A655-D2689A30B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2652713"/>
            <a:ext cx="228600" cy="2286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3" name="Freeform 58">
            <a:extLst>
              <a:ext uri="{FF2B5EF4-FFF2-40B4-BE49-F238E27FC236}">
                <a16:creationId xmlns:a16="http://schemas.microsoft.com/office/drawing/2014/main" id="{BD896953-293A-4BB0-A439-CC39E30D713D}"/>
              </a:ext>
            </a:extLst>
          </p:cNvPr>
          <p:cNvSpPr>
            <a:spLocks/>
          </p:cNvSpPr>
          <p:nvPr/>
        </p:nvSpPr>
        <p:spPr bwMode="auto">
          <a:xfrm>
            <a:off x="7315200" y="2651125"/>
            <a:ext cx="212725" cy="214313"/>
          </a:xfrm>
          <a:custGeom>
            <a:avLst/>
            <a:gdLst>
              <a:gd name="T0" fmla="*/ 0 w 134"/>
              <a:gd name="T1" fmla="*/ 0 h 135"/>
              <a:gd name="T2" fmla="*/ 134 w 134"/>
              <a:gd name="T3" fmla="*/ 135 h 13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4" h="135">
                <a:moveTo>
                  <a:pt x="0" y="0"/>
                </a:moveTo>
                <a:lnTo>
                  <a:pt x="134" y="135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" name="Freeform 59">
            <a:extLst>
              <a:ext uri="{FF2B5EF4-FFF2-40B4-BE49-F238E27FC236}">
                <a16:creationId xmlns:a16="http://schemas.microsoft.com/office/drawing/2014/main" id="{0BEA43C6-E657-4621-AE04-64799AAC2A38}"/>
              </a:ext>
            </a:extLst>
          </p:cNvPr>
          <p:cNvSpPr>
            <a:spLocks/>
          </p:cNvSpPr>
          <p:nvPr/>
        </p:nvSpPr>
        <p:spPr bwMode="auto">
          <a:xfrm>
            <a:off x="6096000" y="2346325"/>
            <a:ext cx="1588" cy="534988"/>
          </a:xfrm>
          <a:custGeom>
            <a:avLst/>
            <a:gdLst>
              <a:gd name="T0" fmla="*/ 0 w 1"/>
              <a:gd name="T1" fmla="*/ 337 h 337"/>
              <a:gd name="T2" fmla="*/ 0 w 1"/>
              <a:gd name="T3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37">
                <a:moveTo>
                  <a:pt x="0" y="337"/>
                </a:moveTo>
                <a:lnTo>
                  <a:pt x="0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5" name="Line 60">
            <a:extLst>
              <a:ext uri="{FF2B5EF4-FFF2-40B4-BE49-F238E27FC236}">
                <a16:creationId xmlns:a16="http://schemas.microsoft.com/office/drawing/2014/main" id="{D3A146C4-E2A4-401F-80BE-E2517DD664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2347913"/>
            <a:ext cx="0" cy="5334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6" name="Freeform 61">
            <a:extLst>
              <a:ext uri="{FF2B5EF4-FFF2-40B4-BE49-F238E27FC236}">
                <a16:creationId xmlns:a16="http://schemas.microsoft.com/office/drawing/2014/main" id="{E3B80213-99AC-4716-8AAD-C5022CD3B888}"/>
              </a:ext>
            </a:extLst>
          </p:cNvPr>
          <p:cNvSpPr>
            <a:spLocks/>
          </p:cNvSpPr>
          <p:nvPr/>
        </p:nvSpPr>
        <p:spPr bwMode="auto">
          <a:xfrm>
            <a:off x="7513638" y="2867025"/>
            <a:ext cx="258762" cy="12700"/>
          </a:xfrm>
          <a:custGeom>
            <a:avLst/>
            <a:gdLst>
              <a:gd name="T0" fmla="*/ 0 w 163"/>
              <a:gd name="T1" fmla="*/ 8 h 8"/>
              <a:gd name="T2" fmla="*/ 163 w 163"/>
              <a:gd name="T3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3" h="8">
                <a:moveTo>
                  <a:pt x="0" y="8"/>
                </a:moveTo>
                <a:lnTo>
                  <a:pt x="163" y="0"/>
                </a:ln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7" name="Freeform 62">
            <a:extLst>
              <a:ext uri="{FF2B5EF4-FFF2-40B4-BE49-F238E27FC236}">
                <a16:creationId xmlns:a16="http://schemas.microsoft.com/office/drawing/2014/main" id="{9D4D3569-D0FB-46F4-903D-23D4403E0BCC}"/>
              </a:ext>
            </a:extLst>
          </p:cNvPr>
          <p:cNvSpPr>
            <a:spLocks/>
          </p:cNvSpPr>
          <p:nvPr/>
        </p:nvSpPr>
        <p:spPr bwMode="auto">
          <a:xfrm>
            <a:off x="6096000" y="2347913"/>
            <a:ext cx="1676400" cy="165100"/>
          </a:xfrm>
          <a:custGeom>
            <a:avLst/>
            <a:gdLst>
              <a:gd name="T0" fmla="*/ 0 w 1056"/>
              <a:gd name="T1" fmla="*/ 0 h 104"/>
              <a:gd name="T2" fmla="*/ 128 w 1056"/>
              <a:gd name="T3" fmla="*/ 34 h 104"/>
              <a:gd name="T4" fmla="*/ 255 w 1056"/>
              <a:gd name="T5" fmla="*/ 76 h 104"/>
              <a:gd name="T6" fmla="*/ 382 w 1056"/>
              <a:gd name="T7" fmla="*/ 90 h 104"/>
              <a:gd name="T8" fmla="*/ 537 w 1056"/>
              <a:gd name="T9" fmla="*/ 104 h 104"/>
              <a:gd name="T10" fmla="*/ 650 w 1056"/>
              <a:gd name="T11" fmla="*/ 90 h 104"/>
              <a:gd name="T12" fmla="*/ 806 w 1056"/>
              <a:gd name="T13" fmla="*/ 76 h 104"/>
              <a:gd name="T14" fmla="*/ 904 w 1056"/>
              <a:gd name="T15" fmla="*/ 48 h 104"/>
              <a:gd name="T16" fmla="*/ 1056 w 1056"/>
              <a:gd name="T1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56" h="104">
                <a:moveTo>
                  <a:pt x="0" y="0"/>
                </a:moveTo>
                <a:cubicBezTo>
                  <a:pt x="21" y="6"/>
                  <a:pt x="86" y="21"/>
                  <a:pt x="128" y="34"/>
                </a:cubicBezTo>
                <a:cubicBezTo>
                  <a:pt x="170" y="47"/>
                  <a:pt x="213" y="67"/>
                  <a:pt x="255" y="76"/>
                </a:cubicBezTo>
                <a:cubicBezTo>
                  <a:pt x="297" y="85"/>
                  <a:pt x="335" y="85"/>
                  <a:pt x="382" y="90"/>
                </a:cubicBezTo>
                <a:cubicBezTo>
                  <a:pt x="429" y="95"/>
                  <a:pt x="492" y="104"/>
                  <a:pt x="537" y="104"/>
                </a:cubicBezTo>
                <a:cubicBezTo>
                  <a:pt x="582" y="104"/>
                  <a:pt x="605" y="95"/>
                  <a:pt x="650" y="90"/>
                </a:cubicBezTo>
                <a:cubicBezTo>
                  <a:pt x="695" y="85"/>
                  <a:pt x="764" y="83"/>
                  <a:pt x="806" y="76"/>
                </a:cubicBezTo>
                <a:cubicBezTo>
                  <a:pt x="848" y="69"/>
                  <a:pt x="862" y="61"/>
                  <a:pt x="904" y="48"/>
                </a:cubicBezTo>
                <a:cubicBezTo>
                  <a:pt x="946" y="35"/>
                  <a:pt x="1024" y="10"/>
                  <a:pt x="1056" y="0"/>
                </a:cubicBezTo>
              </a:path>
            </a:pathLst>
          </a:cu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8" name="Line 63">
            <a:extLst>
              <a:ext uri="{FF2B5EF4-FFF2-40B4-BE49-F238E27FC236}">
                <a16:creationId xmlns:a16="http://schemas.microsoft.com/office/drawing/2014/main" id="{97FB45DD-CBC4-417B-88C0-53DC365DF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271713"/>
            <a:ext cx="6096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9" name="Line 64">
            <a:extLst>
              <a:ext uri="{FF2B5EF4-FFF2-40B4-BE49-F238E27FC236}">
                <a16:creationId xmlns:a16="http://schemas.microsoft.com/office/drawing/2014/main" id="{974E8930-E601-4BA5-95BE-450C711F6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71713"/>
            <a:ext cx="609600" cy="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0" name="Line 65">
            <a:extLst>
              <a:ext uri="{FF2B5EF4-FFF2-40B4-BE49-F238E27FC236}">
                <a16:creationId xmlns:a16="http://schemas.microsoft.com/office/drawing/2014/main" id="{4FEFF946-DE2D-4893-A285-F519859DEC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1814513"/>
            <a:ext cx="533400" cy="4572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1" name="Line 66">
            <a:extLst>
              <a:ext uri="{FF2B5EF4-FFF2-40B4-BE49-F238E27FC236}">
                <a16:creationId xmlns:a16="http://schemas.microsoft.com/office/drawing/2014/main" id="{D8BE5468-AFE6-44A4-B99C-E2F575F2A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814513"/>
            <a:ext cx="533400" cy="457200"/>
          </a:xfrm>
          <a:prstGeom prst="line">
            <a:avLst/>
          </a:prstGeom>
          <a:noFill/>
          <a:ln w="19050" cap="flat" algn="ctr">
            <a:solidFill>
              <a:srgbClr val="00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2" name="Freeform 67">
            <a:extLst>
              <a:ext uri="{FF2B5EF4-FFF2-40B4-BE49-F238E27FC236}">
                <a16:creationId xmlns:a16="http://schemas.microsoft.com/office/drawing/2014/main" id="{789FA50C-8A3D-4A87-AC1A-5D1C7DA9CFEE}"/>
              </a:ext>
            </a:extLst>
          </p:cNvPr>
          <p:cNvSpPr>
            <a:spLocks/>
          </p:cNvSpPr>
          <p:nvPr/>
        </p:nvSpPr>
        <p:spPr bwMode="auto">
          <a:xfrm>
            <a:off x="7554913" y="1357313"/>
            <a:ext cx="217487" cy="461962"/>
          </a:xfrm>
          <a:custGeom>
            <a:avLst/>
            <a:gdLst>
              <a:gd name="T0" fmla="*/ 137 w 137"/>
              <a:gd name="T1" fmla="*/ 0 h 291"/>
              <a:gd name="T2" fmla="*/ 75 w 137"/>
              <a:gd name="T3" fmla="*/ 78 h 291"/>
              <a:gd name="T4" fmla="*/ 19 w 137"/>
              <a:gd name="T5" fmla="*/ 189 h 291"/>
              <a:gd name="T6" fmla="*/ 0 w 137"/>
              <a:gd name="T7" fmla="*/ 291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7" h="291">
                <a:moveTo>
                  <a:pt x="137" y="0"/>
                </a:moveTo>
                <a:cubicBezTo>
                  <a:pt x="127" y="13"/>
                  <a:pt x="95" y="47"/>
                  <a:pt x="75" y="78"/>
                </a:cubicBezTo>
                <a:cubicBezTo>
                  <a:pt x="55" y="109"/>
                  <a:pt x="31" y="154"/>
                  <a:pt x="19" y="189"/>
                </a:cubicBezTo>
                <a:cubicBezTo>
                  <a:pt x="7" y="224"/>
                  <a:pt x="4" y="270"/>
                  <a:pt x="0" y="291"/>
                </a:cubicBezTo>
              </a:path>
            </a:pathLst>
          </a:custGeom>
          <a:noFill/>
          <a:ln w="19050" cap="flat" algn="ctr">
            <a:solidFill>
              <a:srgbClr val="0033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3" name="Freeform 68">
            <a:extLst>
              <a:ext uri="{FF2B5EF4-FFF2-40B4-BE49-F238E27FC236}">
                <a16:creationId xmlns:a16="http://schemas.microsoft.com/office/drawing/2014/main" id="{AFB157C2-F58C-43F9-A9B3-91143C70F5A8}"/>
              </a:ext>
            </a:extLst>
          </p:cNvPr>
          <p:cNvSpPr>
            <a:spLocks/>
          </p:cNvSpPr>
          <p:nvPr/>
        </p:nvSpPr>
        <p:spPr bwMode="auto">
          <a:xfrm>
            <a:off x="6096000" y="1814513"/>
            <a:ext cx="180975" cy="4762"/>
          </a:xfrm>
          <a:custGeom>
            <a:avLst/>
            <a:gdLst>
              <a:gd name="T0" fmla="*/ 0 w 114"/>
              <a:gd name="T1" fmla="*/ 0 h 3"/>
              <a:gd name="T2" fmla="*/ 114 w 114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4" h="3">
                <a:moveTo>
                  <a:pt x="0" y="0"/>
                </a:moveTo>
                <a:lnTo>
                  <a:pt x="114" y="3"/>
                </a:lnTo>
              </a:path>
            </a:pathLst>
          </a:custGeom>
          <a:noFill/>
          <a:ln w="9525" cap="flat" algn="ctr">
            <a:solidFill>
              <a:srgbClr val="CC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4" name="Freeform 69">
            <a:extLst>
              <a:ext uri="{FF2B5EF4-FFF2-40B4-BE49-F238E27FC236}">
                <a16:creationId xmlns:a16="http://schemas.microsoft.com/office/drawing/2014/main" id="{1C90A997-7BF3-487F-8FA0-39D63A141657}"/>
              </a:ext>
            </a:extLst>
          </p:cNvPr>
          <p:cNvSpPr>
            <a:spLocks/>
          </p:cNvSpPr>
          <p:nvPr/>
        </p:nvSpPr>
        <p:spPr bwMode="auto">
          <a:xfrm>
            <a:off x="6096000" y="1330325"/>
            <a:ext cx="247650" cy="484188"/>
          </a:xfrm>
          <a:custGeom>
            <a:avLst/>
            <a:gdLst>
              <a:gd name="T0" fmla="*/ 0 w 156"/>
              <a:gd name="T1" fmla="*/ 0 h 305"/>
              <a:gd name="T2" fmla="*/ 71 w 156"/>
              <a:gd name="T3" fmla="*/ 79 h 305"/>
              <a:gd name="T4" fmla="*/ 128 w 156"/>
              <a:gd name="T5" fmla="*/ 192 h 305"/>
              <a:gd name="T6" fmla="*/ 156 w 156"/>
              <a:gd name="T7" fmla="*/ 305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305">
                <a:moveTo>
                  <a:pt x="0" y="0"/>
                </a:moveTo>
                <a:cubicBezTo>
                  <a:pt x="12" y="13"/>
                  <a:pt x="50" y="47"/>
                  <a:pt x="71" y="79"/>
                </a:cubicBezTo>
                <a:cubicBezTo>
                  <a:pt x="92" y="111"/>
                  <a:pt x="114" y="154"/>
                  <a:pt x="128" y="192"/>
                </a:cubicBezTo>
                <a:cubicBezTo>
                  <a:pt x="142" y="230"/>
                  <a:pt x="150" y="282"/>
                  <a:pt x="156" y="305"/>
                </a:cubicBezTo>
              </a:path>
            </a:pathLst>
          </a:custGeom>
          <a:noFill/>
          <a:ln w="19050" cap="flat" algn="ctr">
            <a:solidFill>
              <a:srgbClr val="0033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5" name="Freeform 70">
            <a:extLst>
              <a:ext uri="{FF2B5EF4-FFF2-40B4-BE49-F238E27FC236}">
                <a16:creationId xmlns:a16="http://schemas.microsoft.com/office/drawing/2014/main" id="{21839062-DEE9-4EDE-8F4E-969F208A0ACE}"/>
              </a:ext>
            </a:extLst>
          </p:cNvPr>
          <p:cNvSpPr>
            <a:spLocks/>
          </p:cNvSpPr>
          <p:nvPr/>
        </p:nvSpPr>
        <p:spPr bwMode="auto">
          <a:xfrm>
            <a:off x="7577138" y="1816100"/>
            <a:ext cx="195262" cy="3175"/>
          </a:xfrm>
          <a:custGeom>
            <a:avLst/>
            <a:gdLst>
              <a:gd name="T0" fmla="*/ 0 w 123"/>
              <a:gd name="T1" fmla="*/ 2 h 2"/>
              <a:gd name="T2" fmla="*/ 123 w 123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3" h="2">
                <a:moveTo>
                  <a:pt x="0" y="2"/>
                </a:moveTo>
                <a:lnTo>
                  <a:pt x="123" y="0"/>
                </a:lnTo>
              </a:path>
            </a:pathLst>
          </a:custGeom>
          <a:noFill/>
          <a:ln w="9525" cap="flat" algn="ctr">
            <a:solidFill>
              <a:srgbClr val="CC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6" name="Text Box 71">
            <a:extLst>
              <a:ext uri="{FF2B5EF4-FFF2-40B4-BE49-F238E27FC236}">
                <a16:creationId xmlns:a16="http://schemas.microsoft.com/office/drawing/2014/main" id="{82BF2BA4-3C7A-47CD-8F30-AC3A0B591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084" y="-30955"/>
            <a:ext cx="3905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algn="ctr" eaLnBrk="0" hangingPunct="0"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ea typeface="等线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：求作左视图</a:t>
            </a:r>
          </a:p>
        </p:txBody>
      </p:sp>
      <p:sp>
        <p:nvSpPr>
          <p:cNvPr id="6057" name="Freeform 72">
            <a:extLst>
              <a:ext uri="{FF2B5EF4-FFF2-40B4-BE49-F238E27FC236}">
                <a16:creationId xmlns:a16="http://schemas.microsoft.com/office/drawing/2014/main" id="{36AC0151-E266-48EA-A7E3-8BD9208DCAF5}"/>
              </a:ext>
            </a:extLst>
          </p:cNvPr>
          <p:cNvSpPr>
            <a:spLocks/>
          </p:cNvSpPr>
          <p:nvPr/>
        </p:nvSpPr>
        <p:spPr bwMode="auto">
          <a:xfrm>
            <a:off x="5783263" y="1816100"/>
            <a:ext cx="465137" cy="3175"/>
          </a:xfrm>
          <a:custGeom>
            <a:avLst/>
            <a:gdLst>
              <a:gd name="T0" fmla="*/ 0 w 293"/>
              <a:gd name="T1" fmla="*/ 2 h 2"/>
              <a:gd name="T2" fmla="*/ 293 w 293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3" h="2">
                <a:moveTo>
                  <a:pt x="0" y="2"/>
                </a:moveTo>
                <a:lnTo>
                  <a:pt x="293" y="0"/>
                </a:lnTo>
              </a:path>
            </a:pathLst>
          </a:custGeom>
          <a:noFill/>
          <a:ln w="19050" cap="flat" algn="ctr">
            <a:solidFill>
              <a:srgbClr val="0033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8" name="Freeform 73">
            <a:extLst>
              <a:ext uri="{FF2B5EF4-FFF2-40B4-BE49-F238E27FC236}">
                <a16:creationId xmlns:a16="http://schemas.microsoft.com/office/drawing/2014/main" id="{94E6ED97-446F-4A33-ADA3-25A08F652CB4}"/>
              </a:ext>
            </a:extLst>
          </p:cNvPr>
          <p:cNvSpPr>
            <a:spLocks/>
          </p:cNvSpPr>
          <p:nvPr/>
        </p:nvSpPr>
        <p:spPr bwMode="auto">
          <a:xfrm>
            <a:off x="5783263" y="1325563"/>
            <a:ext cx="160337" cy="963612"/>
          </a:xfrm>
          <a:custGeom>
            <a:avLst/>
            <a:gdLst>
              <a:gd name="T0" fmla="*/ 0 w 101"/>
              <a:gd name="T1" fmla="*/ 0 h 607"/>
              <a:gd name="T2" fmla="*/ 68 w 101"/>
              <a:gd name="T3" fmla="*/ 127 h 607"/>
              <a:gd name="T4" fmla="*/ 96 w 101"/>
              <a:gd name="T5" fmla="*/ 226 h 607"/>
              <a:gd name="T6" fmla="*/ 96 w 101"/>
              <a:gd name="T7" fmla="*/ 395 h 607"/>
              <a:gd name="T8" fmla="*/ 68 w 101"/>
              <a:gd name="T9" fmla="*/ 494 h 607"/>
              <a:gd name="T10" fmla="*/ 0 w 101"/>
              <a:gd name="T11" fmla="*/ 607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1" h="607">
                <a:moveTo>
                  <a:pt x="0" y="0"/>
                </a:moveTo>
                <a:cubicBezTo>
                  <a:pt x="11" y="24"/>
                  <a:pt x="52" y="89"/>
                  <a:pt x="68" y="127"/>
                </a:cubicBezTo>
                <a:cubicBezTo>
                  <a:pt x="84" y="165"/>
                  <a:pt x="91" y="181"/>
                  <a:pt x="96" y="226"/>
                </a:cubicBezTo>
                <a:cubicBezTo>
                  <a:pt x="101" y="271"/>
                  <a:pt x="101" y="350"/>
                  <a:pt x="96" y="395"/>
                </a:cubicBezTo>
                <a:cubicBezTo>
                  <a:pt x="91" y="440"/>
                  <a:pt x="84" y="459"/>
                  <a:pt x="68" y="494"/>
                </a:cubicBezTo>
                <a:cubicBezTo>
                  <a:pt x="52" y="529"/>
                  <a:pt x="14" y="584"/>
                  <a:pt x="0" y="607"/>
                </a:cubicBez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59" name="Freeform 74">
            <a:extLst>
              <a:ext uri="{FF2B5EF4-FFF2-40B4-BE49-F238E27FC236}">
                <a16:creationId xmlns:a16="http://schemas.microsoft.com/office/drawing/2014/main" id="{3B1409BC-C9BF-4210-8BB2-2D46C1E1AA66}"/>
              </a:ext>
            </a:extLst>
          </p:cNvPr>
          <p:cNvSpPr>
            <a:spLocks/>
          </p:cNvSpPr>
          <p:nvPr/>
        </p:nvSpPr>
        <p:spPr bwMode="auto">
          <a:xfrm>
            <a:off x="7924800" y="1322388"/>
            <a:ext cx="155575" cy="944562"/>
          </a:xfrm>
          <a:custGeom>
            <a:avLst/>
            <a:gdLst>
              <a:gd name="T0" fmla="*/ 98 w 98"/>
              <a:gd name="T1" fmla="*/ 0 h 595"/>
              <a:gd name="T2" fmla="*/ 44 w 98"/>
              <a:gd name="T3" fmla="*/ 129 h 595"/>
              <a:gd name="T4" fmla="*/ 6 w 98"/>
              <a:gd name="T5" fmla="*/ 256 h 595"/>
              <a:gd name="T6" fmla="*/ 6 w 98"/>
              <a:gd name="T7" fmla="*/ 369 h 595"/>
              <a:gd name="T8" fmla="*/ 34 w 98"/>
              <a:gd name="T9" fmla="*/ 468 h 595"/>
              <a:gd name="T10" fmla="*/ 90 w 98"/>
              <a:gd name="T11" fmla="*/ 595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8" h="595">
                <a:moveTo>
                  <a:pt x="98" y="0"/>
                </a:moveTo>
                <a:cubicBezTo>
                  <a:pt x="91" y="21"/>
                  <a:pt x="59" y="86"/>
                  <a:pt x="44" y="129"/>
                </a:cubicBezTo>
                <a:cubicBezTo>
                  <a:pt x="29" y="172"/>
                  <a:pt x="12" y="216"/>
                  <a:pt x="6" y="256"/>
                </a:cubicBezTo>
                <a:cubicBezTo>
                  <a:pt x="0" y="296"/>
                  <a:pt x="1" y="334"/>
                  <a:pt x="6" y="369"/>
                </a:cubicBezTo>
                <a:cubicBezTo>
                  <a:pt x="11" y="404"/>
                  <a:pt x="20" y="430"/>
                  <a:pt x="34" y="468"/>
                </a:cubicBezTo>
                <a:cubicBezTo>
                  <a:pt x="48" y="506"/>
                  <a:pt x="78" y="569"/>
                  <a:pt x="90" y="595"/>
                </a:cubicBezTo>
              </a:path>
            </a:pathLst>
          </a:custGeom>
          <a:noFill/>
          <a:ln w="38100" cap="flat" algn="ctr">
            <a:solidFill>
              <a:srgbClr val="00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60" name="Line 75">
            <a:extLst>
              <a:ext uri="{FF2B5EF4-FFF2-40B4-BE49-F238E27FC236}">
                <a16:creationId xmlns:a16="http://schemas.microsoft.com/office/drawing/2014/main" id="{B6EF4A8D-A0D1-4CE8-B808-1BE9898BB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541963"/>
            <a:ext cx="0" cy="274637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61" name="Line 76">
            <a:extLst>
              <a:ext uri="{FF2B5EF4-FFF2-40B4-BE49-F238E27FC236}">
                <a16:creationId xmlns:a16="http://schemas.microsoft.com/office/drawing/2014/main" id="{7A334F31-4ABC-4DF2-817E-43635C45A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3900488"/>
            <a:ext cx="0" cy="296862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62" name="Line 77">
            <a:extLst>
              <a:ext uri="{FF2B5EF4-FFF2-40B4-BE49-F238E27FC236}">
                <a16:creationId xmlns:a16="http://schemas.microsoft.com/office/drawing/2014/main" id="{C7D55406-069E-49B9-B4AB-C8E505EAD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543550"/>
            <a:ext cx="0" cy="25558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63" name="Line 78">
            <a:extLst>
              <a:ext uri="{FF2B5EF4-FFF2-40B4-BE49-F238E27FC236}">
                <a16:creationId xmlns:a16="http://schemas.microsoft.com/office/drawing/2014/main" id="{37ECA4B6-E9D2-4219-ACF3-44890536D5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883025"/>
            <a:ext cx="0" cy="31432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64" name="Line 79">
            <a:extLst>
              <a:ext uri="{FF2B5EF4-FFF2-40B4-BE49-F238E27FC236}">
                <a16:creationId xmlns:a16="http://schemas.microsoft.com/office/drawing/2014/main" id="{C802B1CF-0B29-413F-8889-9123FDDA4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650" y="1816100"/>
            <a:ext cx="1211263" cy="3175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65" name="Line 80">
            <a:extLst>
              <a:ext uri="{FF2B5EF4-FFF2-40B4-BE49-F238E27FC236}">
                <a16:creationId xmlns:a16="http://schemas.microsoft.com/office/drawing/2014/main" id="{C4309913-13AD-40DC-B5B3-9628F8AB7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900113"/>
            <a:ext cx="0" cy="430212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66" name="Line 81">
            <a:extLst>
              <a:ext uri="{FF2B5EF4-FFF2-40B4-BE49-F238E27FC236}">
                <a16:creationId xmlns:a16="http://schemas.microsoft.com/office/drawing/2014/main" id="{5797771D-2338-4BC9-AFA1-4D2F37F82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3263" y="900113"/>
            <a:ext cx="229393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67" name="Line 82">
            <a:extLst>
              <a:ext uri="{FF2B5EF4-FFF2-40B4-BE49-F238E27FC236}">
                <a16:creationId xmlns:a16="http://schemas.microsoft.com/office/drawing/2014/main" id="{48E81D6C-ACA8-4176-9A82-7CBF57BF8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900113"/>
            <a:ext cx="0" cy="4572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68" name="Line 83">
            <a:extLst>
              <a:ext uri="{FF2B5EF4-FFF2-40B4-BE49-F238E27FC236}">
                <a16:creationId xmlns:a16="http://schemas.microsoft.com/office/drawing/2014/main" id="{9D257509-E22D-422F-9E1F-1D0E03CDF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271713"/>
            <a:ext cx="0" cy="106680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69" name="Line 84">
            <a:extLst>
              <a:ext uri="{FF2B5EF4-FFF2-40B4-BE49-F238E27FC236}">
                <a16:creationId xmlns:a16="http://schemas.microsoft.com/office/drawing/2014/main" id="{0B360005-DF3F-48B2-8E50-657A4FDC5A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263" y="3338513"/>
            <a:ext cx="2293937" cy="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70" name="Line 85">
            <a:extLst>
              <a:ext uri="{FF2B5EF4-FFF2-40B4-BE49-F238E27FC236}">
                <a16:creationId xmlns:a16="http://schemas.microsoft.com/office/drawing/2014/main" id="{B772CD50-4AC8-4C26-B344-4EA84F0238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271713"/>
            <a:ext cx="0" cy="1047750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71" name="Line 86">
            <a:extLst>
              <a:ext uri="{FF2B5EF4-FFF2-40B4-BE49-F238E27FC236}">
                <a16:creationId xmlns:a16="http://schemas.microsoft.com/office/drawing/2014/main" id="{922BD1B0-17CB-4C5D-8878-9D6486D4E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266950"/>
            <a:ext cx="0" cy="1055688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72" name="Line 87">
            <a:extLst>
              <a:ext uri="{FF2B5EF4-FFF2-40B4-BE49-F238E27FC236}">
                <a16:creationId xmlns:a16="http://schemas.microsoft.com/office/drawing/2014/main" id="{B3169446-DECC-4123-80A6-E8495E55B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54250"/>
            <a:ext cx="0" cy="1065213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73" name="Line 88">
            <a:extLst>
              <a:ext uri="{FF2B5EF4-FFF2-40B4-BE49-F238E27FC236}">
                <a16:creationId xmlns:a16="http://schemas.microsoft.com/office/drawing/2014/main" id="{B16BC67B-F8E6-45CF-A227-6BFF645C7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022725"/>
            <a:ext cx="0" cy="29051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74" name="Line 89">
            <a:extLst>
              <a:ext uri="{FF2B5EF4-FFF2-40B4-BE49-F238E27FC236}">
                <a16:creationId xmlns:a16="http://schemas.microsoft.com/office/drawing/2014/main" id="{C60FA74A-FEFE-4231-BA5A-04E6654F0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263" y="4022725"/>
            <a:ext cx="0" cy="290513"/>
          </a:xfrm>
          <a:prstGeom prst="line">
            <a:avLst/>
          </a:prstGeom>
          <a:noFill/>
          <a:ln w="381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75" name="Line 90">
            <a:extLst>
              <a:ext uri="{FF2B5EF4-FFF2-40B4-BE49-F238E27FC236}">
                <a16:creationId xmlns:a16="http://schemas.microsoft.com/office/drawing/2014/main" id="{75A410BA-23C6-43FB-8240-271DA13BD2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1913" y="1816100"/>
            <a:ext cx="381000" cy="0"/>
          </a:xfrm>
          <a:prstGeom prst="line">
            <a:avLst/>
          </a:prstGeom>
          <a:noFill/>
          <a:ln w="19050" cap="flat" algn="ctr">
            <a:solidFill>
              <a:srgbClr val="00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 spd="med"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52</a:t>
            </a:fld>
            <a:endParaRPr lang="zh-CN" altLang="en-US" dirty="0"/>
          </a:p>
        </p:txBody>
      </p:sp>
      <p:sp>
        <p:nvSpPr>
          <p:cNvPr id="126" name="Text Box 18"/>
          <p:cNvSpPr txBox="1">
            <a:spLocks noChangeArrowheads="1"/>
          </p:cNvSpPr>
          <p:nvPr/>
        </p:nvSpPr>
        <p:spPr bwMode="auto">
          <a:xfrm>
            <a:off x="467544" y="728700"/>
            <a:ext cx="6984776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en-US" altLang="zh-CN" sz="3400" b="1" dirty="0">
                <a:latin typeface="黑体" panose="02010609060101010101" pitchFamily="49" charset="-122"/>
                <a:ea typeface="黑体" panose="02010609060101010101" pitchFamily="49" charset="-122"/>
              </a:rPr>
              <a:t>10.3 </a:t>
            </a:r>
            <a:r>
              <a:rPr kumimoji="1" lang="zh-CN" altLang="en-US" sz="3400" b="1" dirty="0">
                <a:latin typeface="黑体" panose="02010609060101010101" pitchFamily="49" charset="-122"/>
                <a:ea typeface="黑体" panose="02010609060101010101" pitchFamily="49" charset="-122"/>
              </a:rPr>
              <a:t>组合体的读图方法</a:t>
            </a:r>
          </a:p>
        </p:txBody>
      </p:sp>
      <p:sp>
        <p:nvSpPr>
          <p:cNvPr id="127" name="Text Box 2"/>
          <p:cNvSpPr txBox="1">
            <a:spLocks noChangeArrowheads="1"/>
          </p:cNvSpPr>
          <p:nvPr/>
        </p:nvSpPr>
        <p:spPr bwMode="auto">
          <a:xfrm>
            <a:off x="179512" y="1402926"/>
            <a:ext cx="8754838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10.3.1 </a:t>
            </a:r>
            <a:r>
              <a:rPr lang="zh-CN" altLang="en-US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读图时需注意的问题</a:t>
            </a:r>
          </a:p>
        </p:txBody>
      </p:sp>
      <p:sp>
        <p:nvSpPr>
          <p:cNvPr id="128" name="Rectangle 63"/>
          <p:cNvSpPr/>
          <p:nvPr/>
        </p:nvSpPr>
        <p:spPr>
          <a:xfrm>
            <a:off x="353666" y="1936475"/>
            <a:ext cx="4137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分清视图中图线的含义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9" name="矩形 13"/>
          <p:cNvSpPr/>
          <p:nvPr/>
        </p:nvSpPr>
        <p:spPr>
          <a:xfrm>
            <a:off x="503548" y="2533860"/>
            <a:ext cx="820848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点画线：中心线，轴线，对称线；</a:t>
            </a:r>
          </a:p>
        </p:txBody>
      </p:sp>
      <p:sp>
        <p:nvSpPr>
          <p:cNvPr id="130" name="矩形 14"/>
          <p:cNvSpPr/>
          <p:nvPr/>
        </p:nvSpPr>
        <p:spPr>
          <a:xfrm>
            <a:off x="503548" y="3065497"/>
            <a:ext cx="8208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粗实线或虚线：</a:t>
            </a:r>
          </a:p>
        </p:txBody>
      </p:sp>
      <p:sp>
        <p:nvSpPr>
          <p:cNvPr id="131" name="矩形 15"/>
          <p:cNvSpPr/>
          <p:nvPr/>
        </p:nvSpPr>
        <p:spPr>
          <a:xfrm>
            <a:off x="824731" y="3606166"/>
            <a:ext cx="3195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形体表面的积聚性投影</a:t>
            </a:r>
          </a:p>
        </p:txBody>
      </p:sp>
      <p:sp>
        <p:nvSpPr>
          <p:cNvPr id="132" name="矩形 16"/>
          <p:cNvSpPr/>
          <p:nvPr/>
        </p:nvSpPr>
        <p:spPr>
          <a:xfrm>
            <a:off x="824731" y="4067831"/>
            <a:ext cx="3195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形体棱线的投影</a:t>
            </a:r>
          </a:p>
        </p:txBody>
      </p:sp>
      <p:sp>
        <p:nvSpPr>
          <p:cNvPr id="133" name="矩形 17"/>
          <p:cNvSpPr/>
          <p:nvPr/>
        </p:nvSpPr>
        <p:spPr>
          <a:xfrm>
            <a:off x="824731" y="4529496"/>
            <a:ext cx="3195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回转表面轮廓线的投影</a:t>
            </a:r>
          </a:p>
        </p:txBody>
      </p:sp>
      <p:pic>
        <p:nvPicPr>
          <p:cNvPr id="1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022" y="2771078"/>
            <a:ext cx="4293132" cy="333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5" name="Group 894"/>
          <p:cNvGrpSpPr/>
          <p:nvPr/>
        </p:nvGrpSpPr>
        <p:grpSpPr bwMode="auto">
          <a:xfrm>
            <a:off x="4174045" y="2967403"/>
            <a:ext cx="914399" cy="1135061"/>
            <a:chOff x="318" y="1925"/>
            <a:chExt cx="576" cy="715"/>
          </a:xfrm>
        </p:grpSpPr>
        <p:sp>
          <p:nvSpPr>
            <p:cNvPr id="136" name="Text Box 885"/>
            <p:cNvSpPr txBox="1">
              <a:spLocks noChangeArrowheads="1"/>
            </p:cNvSpPr>
            <p:nvPr/>
          </p:nvSpPr>
          <p:spPr bwMode="auto">
            <a:xfrm>
              <a:off x="318" y="1925"/>
              <a:ext cx="5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棱线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7" name="Line 887"/>
            <p:cNvSpPr>
              <a:spLocks noChangeShapeType="1"/>
            </p:cNvSpPr>
            <p:nvPr/>
          </p:nvSpPr>
          <p:spPr bwMode="auto">
            <a:xfrm flipH="1" flipV="1">
              <a:off x="591" y="2152"/>
              <a:ext cx="303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38" name="Group 894"/>
          <p:cNvGrpSpPr/>
          <p:nvPr/>
        </p:nvGrpSpPr>
        <p:grpSpPr bwMode="auto">
          <a:xfrm>
            <a:off x="7327875" y="4254091"/>
            <a:ext cx="1306511" cy="952499"/>
            <a:chOff x="423" y="1385"/>
            <a:chExt cx="823" cy="600"/>
          </a:xfrm>
        </p:grpSpPr>
        <p:sp>
          <p:nvSpPr>
            <p:cNvPr id="139" name="Text Box 885"/>
            <p:cNvSpPr txBox="1">
              <a:spLocks noChangeArrowheads="1"/>
            </p:cNvSpPr>
            <p:nvPr/>
          </p:nvSpPr>
          <p:spPr bwMode="auto">
            <a:xfrm>
              <a:off x="423" y="1694"/>
              <a:ext cx="8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中心线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0" name="Line 887"/>
            <p:cNvSpPr>
              <a:spLocks noChangeShapeType="1"/>
            </p:cNvSpPr>
            <p:nvPr/>
          </p:nvSpPr>
          <p:spPr bwMode="auto">
            <a:xfrm flipV="1">
              <a:off x="728" y="1385"/>
              <a:ext cx="2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41" name="Group 894"/>
          <p:cNvGrpSpPr/>
          <p:nvPr/>
        </p:nvGrpSpPr>
        <p:grpSpPr bwMode="auto">
          <a:xfrm>
            <a:off x="6535939" y="5579517"/>
            <a:ext cx="1935160" cy="677862"/>
            <a:chOff x="100" y="1789"/>
            <a:chExt cx="1219" cy="427"/>
          </a:xfrm>
        </p:grpSpPr>
        <p:sp>
          <p:nvSpPr>
            <p:cNvPr id="142" name="Text Box 885"/>
            <p:cNvSpPr txBox="1">
              <a:spLocks noChangeArrowheads="1"/>
            </p:cNvSpPr>
            <p:nvPr/>
          </p:nvSpPr>
          <p:spPr bwMode="auto">
            <a:xfrm>
              <a:off x="419" y="1925"/>
              <a:ext cx="9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对称线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3" name="Line 887"/>
            <p:cNvSpPr>
              <a:spLocks noChangeShapeType="1"/>
            </p:cNvSpPr>
            <p:nvPr/>
          </p:nvSpPr>
          <p:spPr bwMode="auto">
            <a:xfrm>
              <a:off x="100" y="1789"/>
              <a:ext cx="386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44" name="Group 894"/>
          <p:cNvGrpSpPr/>
          <p:nvPr/>
        </p:nvGrpSpPr>
        <p:grpSpPr bwMode="auto">
          <a:xfrm>
            <a:off x="2854836" y="5205967"/>
            <a:ext cx="1998660" cy="908047"/>
            <a:chOff x="311" y="2001"/>
            <a:chExt cx="1259" cy="572"/>
          </a:xfrm>
        </p:grpSpPr>
        <p:sp>
          <p:nvSpPr>
            <p:cNvPr id="145" name="Text Box 885"/>
            <p:cNvSpPr txBox="1">
              <a:spLocks noChangeArrowheads="1"/>
            </p:cNvSpPr>
            <p:nvPr/>
          </p:nvSpPr>
          <p:spPr bwMode="auto">
            <a:xfrm>
              <a:off x="311" y="2050"/>
              <a:ext cx="9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平面的积聚性投影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6" name="Line 887"/>
            <p:cNvSpPr>
              <a:spLocks noChangeShapeType="1"/>
            </p:cNvSpPr>
            <p:nvPr/>
          </p:nvSpPr>
          <p:spPr bwMode="auto">
            <a:xfrm flipV="1">
              <a:off x="1230" y="2001"/>
              <a:ext cx="340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47" name="Group 894"/>
          <p:cNvGrpSpPr/>
          <p:nvPr/>
        </p:nvGrpSpPr>
        <p:grpSpPr bwMode="auto">
          <a:xfrm>
            <a:off x="5735839" y="4015170"/>
            <a:ext cx="1716085" cy="1123948"/>
            <a:chOff x="72" y="1760"/>
            <a:chExt cx="1081" cy="708"/>
          </a:xfrm>
        </p:grpSpPr>
        <p:sp>
          <p:nvSpPr>
            <p:cNvPr id="148" name="Text Box 885"/>
            <p:cNvSpPr txBox="1">
              <a:spLocks noChangeArrowheads="1"/>
            </p:cNvSpPr>
            <p:nvPr/>
          </p:nvSpPr>
          <p:spPr bwMode="auto">
            <a:xfrm>
              <a:off x="72" y="1760"/>
              <a:ext cx="108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圆柱表面的积聚性投影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9" name="Line 887"/>
            <p:cNvSpPr>
              <a:spLocks noChangeShapeType="1"/>
            </p:cNvSpPr>
            <p:nvPr/>
          </p:nvSpPr>
          <p:spPr bwMode="auto">
            <a:xfrm flipV="1">
              <a:off x="258" y="2175"/>
              <a:ext cx="2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50" name="组合 4"/>
          <p:cNvGrpSpPr/>
          <p:nvPr/>
        </p:nvGrpSpPr>
        <p:grpSpPr>
          <a:xfrm>
            <a:off x="7704632" y="1871788"/>
            <a:ext cx="1169987" cy="1424541"/>
            <a:chOff x="7732913" y="1881638"/>
            <a:chExt cx="1169987" cy="1424541"/>
          </a:xfrm>
        </p:grpSpPr>
        <p:grpSp>
          <p:nvGrpSpPr>
            <p:cNvPr id="151" name="Group 894"/>
            <p:cNvGrpSpPr/>
            <p:nvPr/>
          </p:nvGrpSpPr>
          <p:grpSpPr bwMode="auto">
            <a:xfrm>
              <a:off x="7732913" y="1881638"/>
              <a:ext cx="1169987" cy="1127123"/>
              <a:chOff x="586" y="1877"/>
              <a:chExt cx="737" cy="710"/>
            </a:xfrm>
          </p:grpSpPr>
          <p:sp>
            <p:nvSpPr>
              <p:cNvPr id="153" name="Text Box 885"/>
              <p:cNvSpPr txBox="1">
                <a:spLocks noChangeArrowheads="1"/>
              </p:cNvSpPr>
              <p:nvPr/>
            </p:nvSpPr>
            <p:spPr bwMode="auto">
              <a:xfrm>
                <a:off x="586" y="1877"/>
                <a:ext cx="737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圆柱面轮廓线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54" name="Line 887"/>
              <p:cNvSpPr>
                <a:spLocks noChangeShapeType="1"/>
              </p:cNvSpPr>
              <p:nvPr/>
            </p:nvSpPr>
            <p:spPr bwMode="auto">
              <a:xfrm flipV="1">
                <a:off x="750" y="2294"/>
                <a:ext cx="228" cy="2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cxnSp>
          <p:nvCxnSpPr>
            <p:cNvPr id="152" name="直接连接符 3"/>
            <p:cNvCxnSpPr>
              <a:endCxn id="154" idx="1"/>
            </p:cNvCxnSpPr>
            <p:nvPr/>
          </p:nvCxnSpPr>
          <p:spPr>
            <a:xfrm flipV="1">
              <a:off x="8174012" y="2543624"/>
              <a:ext cx="181201" cy="7625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5" name="Group 894"/>
          <p:cNvGrpSpPr/>
          <p:nvPr/>
        </p:nvGrpSpPr>
        <p:grpSpPr bwMode="auto">
          <a:xfrm>
            <a:off x="5888238" y="2214991"/>
            <a:ext cx="1154111" cy="862011"/>
            <a:chOff x="258" y="1925"/>
            <a:chExt cx="727" cy="543"/>
          </a:xfrm>
        </p:grpSpPr>
        <p:sp>
          <p:nvSpPr>
            <p:cNvPr id="156" name="Text Box 885"/>
            <p:cNvSpPr txBox="1">
              <a:spLocks noChangeArrowheads="1"/>
            </p:cNvSpPr>
            <p:nvPr/>
          </p:nvSpPr>
          <p:spPr bwMode="auto">
            <a:xfrm>
              <a:off x="419" y="1925"/>
              <a:ext cx="56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轴线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7" name="Line 887"/>
            <p:cNvSpPr>
              <a:spLocks noChangeShapeType="1"/>
            </p:cNvSpPr>
            <p:nvPr/>
          </p:nvSpPr>
          <p:spPr bwMode="auto">
            <a:xfrm flipV="1">
              <a:off x="258" y="2175"/>
              <a:ext cx="2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  <p:bldP spid="130" grpId="0"/>
      <p:bldP spid="131" grpId="0"/>
      <p:bldP spid="132" grpId="0"/>
      <p:bldP spid="1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63"/>
          <p:cNvSpPr/>
          <p:nvPr/>
        </p:nvSpPr>
        <p:spPr>
          <a:xfrm>
            <a:off x="353666" y="669409"/>
            <a:ext cx="77444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利用封闭线框，判断形体表面的相对位置关系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67" name="矩形 2066"/>
          <p:cNvSpPr/>
          <p:nvPr/>
        </p:nvSpPr>
        <p:spPr>
          <a:xfrm>
            <a:off x="600229" y="1317481"/>
            <a:ext cx="8100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一般而言，视图中的一个封闭线框表示一个面的投影。这个面既可以是平面，也可以是曲面，或者是光滑过渡的平面和曲面的组合。</a:t>
            </a:r>
            <a:endParaRPr kumimoji="1"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68" name="矩形 2067"/>
          <p:cNvSpPr/>
          <p:nvPr/>
        </p:nvSpPr>
        <p:spPr>
          <a:xfrm>
            <a:off x="431540" y="2289589"/>
            <a:ext cx="63184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线框套线框：两个面凹凸不平或者是具有打通的孔</a:t>
            </a:r>
          </a:p>
        </p:txBody>
      </p:sp>
      <p:pic>
        <p:nvPicPr>
          <p:cNvPr id="20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679" y="3914638"/>
            <a:ext cx="7123061" cy="98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5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058" y="2757641"/>
            <a:ext cx="1460798" cy="131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6" name="矩形 2075"/>
          <p:cNvSpPr/>
          <p:nvPr/>
        </p:nvSpPr>
        <p:spPr>
          <a:xfrm>
            <a:off x="863588" y="3740318"/>
            <a:ext cx="1872208" cy="1452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/>
          <p:cNvSpPr/>
          <p:nvPr/>
        </p:nvSpPr>
        <p:spPr>
          <a:xfrm>
            <a:off x="2716817" y="3914637"/>
            <a:ext cx="1872208" cy="1452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4705697" y="3931881"/>
            <a:ext cx="1872208" cy="1452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/>
          <p:cNvSpPr/>
          <p:nvPr/>
        </p:nvSpPr>
        <p:spPr>
          <a:xfrm>
            <a:off x="6613909" y="3853410"/>
            <a:ext cx="1872208" cy="1452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3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678" y="2757641"/>
            <a:ext cx="1460798" cy="131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402" y="2757641"/>
            <a:ext cx="1460798" cy="131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614" y="2757641"/>
            <a:ext cx="1460798" cy="131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7" name="Picture 5" descr="E:\1-制图\教材\机类教材\第2版\第10章\抓图\图10-13d实体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000" y="5047961"/>
            <a:ext cx="1384879" cy="123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6" descr="E:\1-制图\教材\机类教材\第2版\第10章\抓图\图10-13a实体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575" y="5047961"/>
            <a:ext cx="1122363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9" name="Picture 7" descr="E:\1-制图\教材\机类教材\第2版\第10章\抓图\图10-13b实体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995" y="5193195"/>
            <a:ext cx="1046163" cy="109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8" descr="E:\1-制图\教材\机类教材\第2版\第10章\抓图\图10-13c实体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676" y="5193195"/>
            <a:ext cx="1238250" cy="109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2067" grpId="0"/>
      <p:bldP spid="2068" grpId="0"/>
      <p:bldP spid="2076" grpId="0" animBg="1"/>
      <p:bldP spid="160" grpId="0" animBg="1"/>
      <p:bldP spid="161" grpId="0" animBg="1"/>
      <p:bldP spid="16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540" y="656692"/>
            <a:ext cx="8388932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线框与线框相邻：两个面</a:t>
            </a:r>
            <a:r>
              <a:rPr kumimoji="1"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高低不平或相交</a:t>
            </a:r>
            <a:endParaRPr kumimoji="1"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60" y="2528900"/>
            <a:ext cx="8576524" cy="88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32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988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032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245424" y="2420888"/>
            <a:ext cx="1872208" cy="1452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046228" y="2417268"/>
            <a:ext cx="1661676" cy="1452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14988" y="2363784"/>
            <a:ext cx="1499235" cy="1216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16116" y="2367029"/>
            <a:ext cx="1548172" cy="1213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560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7418623" y="2374525"/>
            <a:ext cx="1548172" cy="1213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7" name="Picture 5" descr="E:\1-制图\教材\机类教材\第2版\第10章\抓图\图10-14a实体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38" y="4058481"/>
            <a:ext cx="1426780" cy="127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:\1-制图\教材\机类教材\第2版\第10章\抓图\图10-14b实体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130" y="4118409"/>
            <a:ext cx="1392237" cy="115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E:\1-制图\教材\机类教材\第2版\第10章\抓图\图10-14c实体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082" y="4099138"/>
            <a:ext cx="1533847" cy="119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E:\1-制图\教材\机类教材\第2版\第10章\抓图\图10-14d实体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634" y="4104185"/>
            <a:ext cx="1466030" cy="118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540" y="656692"/>
            <a:ext cx="8388932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线框与线框相邻：两个面</a:t>
            </a:r>
            <a:r>
              <a:rPr kumimoji="1"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高低不平或相交</a:t>
            </a:r>
            <a:endParaRPr kumimoji="1"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60" y="2528900"/>
            <a:ext cx="8576524" cy="88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32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988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032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560" y="1304764"/>
            <a:ext cx="1499235" cy="915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E:\1-制图\教材\机类教材\第2版\第10章\抓图\图10-14e实体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421" y="4153202"/>
            <a:ext cx="1303511" cy="108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E:\1-制图\教材\机类教材\第2版\第10章\抓图\图10-14a实体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38" y="4058481"/>
            <a:ext cx="1426780" cy="127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:\1-制图\教材\机类教材\第2版\第10章\抓图\图10-14b实体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130" y="4118409"/>
            <a:ext cx="1392237" cy="115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E:\1-制图\教材\机类教材\第2版\第10章\抓图\图10-14c实体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082" y="4099138"/>
            <a:ext cx="1533847" cy="119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E:\1-制图\教材\机类教材\第2版\第10章\抓图\图10-14d实体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634" y="4104185"/>
            <a:ext cx="1466030" cy="118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55</a:t>
            </a:fld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3"/>
          <p:cNvSpPr/>
          <p:nvPr/>
        </p:nvSpPr>
        <p:spPr>
          <a:xfrm>
            <a:off x="353666" y="529516"/>
            <a:ext cx="77444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几个视图结合起来进行分析，并找出特征视图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0229" y="980728"/>
            <a:ext cx="810090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特征视图：最能够反映形体特征的形状和位置的视图。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00312" y="1628800"/>
            <a:ext cx="1368152" cy="2016224"/>
            <a:chOff x="600312" y="1628800"/>
            <a:chExt cx="1368152" cy="2016224"/>
          </a:xfrm>
        </p:grpSpPr>
        <p:sp>
          <p:nvSpPr>
            <p:cNvPr id="4" name="矩形 3"/>
            <p:cNvSpPr/>
            <p:nvPr/>
          </p:nvSpPr>
          <p:spPr>
            <a:xfrm>
              <a:off x="600312" y="1628800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00312" y="2780928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2575607" y="1628800"/>
            <a:ext cx="864096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931" y="2708920"/>
            <a:ext cx="983356" cy="86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5220072" y="1628800"/>
            <a:ext cx="1368152" cy="2016224"/>
            <a:chOff x="600312" y="1628800"/>
            <a:chExt cx="1368152" cy="2016224"/>
          </a:xfrm>
        </p:grpSpPr>
        <p:sp>
          <p:nvSpPr>
            <p:cNvPr id="10" name="矩形 9"/>
            <p:cNvSpPr/>
            <p:nvPr/>
          </p:nvSpPr>
          <p:spPr>
            <a:xfrm>
              <a:off x="600312" y="1628800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600312" y="2780928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00312" y="4117631"/>
            <a:ext cx="1368152" cy="2016224"/>
            <a:chOff x="600312" y="1628800"/>
            <a:chExt cx="1368152" cy="2016224"/>
          </a:xfrm>
        </p:grpSpPr>
        <p:sp>
          <p:nvSpPr>
            <p:cNvPr id="13" name="矩形 12"/>
            <p:cNvSpPr/>
            <p:nvPr/>
          </p:nvSpPr>
          <p:spPr>
            <a:xfrm>
              <a:off x="600312" y="1628800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00312" y="2780928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0072" y="4117631"/>
            <a:ext cx="1368152" cy="2016224"/>
            <a:chOff x="600312" y="1628800"/>
            <a:chExt cx="1368152" cy="2016224"/>
          </a:xfrm>
        </p:grpSpPr>
        <p:sp>
          <p:nvSpPr>
            <p:cNvPr id="16" name="矩形 15"/>
            <p:cNvSpPr/>
            <p:nvPr/>
          </p:nvSpPr>
          <p:spPr>
            <a:xfrm>
              <a:off x="600312" y="1628800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00312" y="2780928"/>
              <a:ext cx="1368152" cy="8640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等腰三角形 20"/>
          <p:cNvSpPr/>
          <p:nvPr/>
        </p:nvSpPr>
        <p:spPr>
          <a:xfrm>
            <a:off x="7159363" y="1628800"/>
            <a:ext cx="864096" cy="864096"/>
          </a:xfrm>
          <a:prstGeom prst="triangle">
            <a:avLst>
              <a:gd name="adj" fmla="val 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752440" y="4117631"/>
            <a:ext cx="1728192" cy="1728192"/>
            <a:chOff x="6588224" y="3949817"/>
            <a:chExt cx="1728192" cy="1728192"/>
          </a:xfrm>
        </p:grpSpPr>
        <p:sp>
          <p:nvSpPr>
            <p:cNvPr id="22" name="弧形 21"/>
            <p:cNvSpPr/>
            <p:nvPr/>
          </p:nvSpPr>
          <p:spPr>
            <a:xfrm>
              <a:off x="6588224" y="3949817"/>
              <a:ext cx="1728192" cy="1728192"/>
            </a:xfrm>
            <a:prstGeom prst="arc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cxnSp>
          <p:nvCxnSpPr>
            <p:cNvPr id="25" name="直接连接符 24"/>
            <p:cNvCxnSpPr>
              <a:stCxn id="22" idx="0"/>
            </p:cNvCxnSpPr>
            <p:nvPr/>
          </p:nvCxnSpPr>
          <p:spPr>
            <a:xfrm>
              <a:off x="7452320" y="3949817"/>
              <a:ext cx="0" cy="8640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直接连接符 26"/>
            <p:cNvCxnSpPr>
              <a:stCxn id="22" idx="2"/>
            </p:cNvCxnSpPr>
            <p:nvPr/>
          </p:nvCxnSpPr>
          <p:spPr>
            <a:xfrm flipH="1">
              <a:off x="7452320" y="4813913"/>
              <a:ext cx="8640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109" name="组合 4108"/>
          <p:cNvGrpSpPr/>
          <p:nvPr/>
        </p:nvGrpSpPr>
        <p:grpSpPr>
          <a:xfrm>
            <a:off x="7078755" y="4012470"/>
            <a:ext cx="1188132" cy="1132516"/>
            <a:chOff x="7330783" y="3844656"/>
            <a:chExt cx="1188132" cy="1132516"/>
          </a:xfrm>
        </p:grpSpPr>
        <p:grpSp>
          <p:nvGrpSpPr>
            <p:cNvPr id="4102" name="组合 4101"/>
            <p:cNvGrpSpPr/>
            <p:nvPr/>
          </p:nvGrpSpPr>
          <p:grpSpPr>
            <a:xfrm>
              <a:off x="7452320" y="3949817"/>
              <a:ext cx="866237" cy="864096"/>
              <a:chOff x="7452320" y="3949817"/>
              <a:chExt cx="866237" cy="864096"/>
            </a:xfrm>
          </p:grpSpPr>
          <p:sp>
            <p:nvSpPr>
              <p:cNvPr id="30" name="弧形 29"/>
              <p:cNvSpPr/>
              <p:nvPr/>
            </p:nvSpPr>
            <p:spPr>
              <a:xfrm>
                <a:off x="7454460" y="3949817"/>
                <a:ext cx="861955" cy="864096"/>
              </a:xfrm>
              <a:prstGeom prst="arc">
                <a:avLst>
                  <a:gd name="adj1" fmla="val 10750070"/>
                  <a:gd name="adj2" fmla="val 0"/>
                </a:avLst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096" name="直接连接符 4095"/>
              <p:cNvCxnSpPr/>
              <p:nvPr/>
            </p:nvCxnSpPr>
            <p:spPr>
              <a:xfrm flipH="1">
                <a:off x="7452320" y="4381865"/>
                <a:ext cx="2141" cy="4320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099" name="直接连接符 4098"/>
              <p:cNvCxnSpPr/>
              <p:nvPr/>
            </p:nvCxnSpPr>
            <p:spPr>
              <a:xfrm flipH="1">
                <a:off x="8316415" y="4381865"/>
                <a:ext cx="2142" cy="4320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01" name="直接连接符 4100"/>
              <p:cNvCxnSpPr/>
              <p:nvPr/>
            </p:nvCxnSpPr>
            <p:spPr>
              <a:xfrm>
                <a:off x="7454461" y="4813913"/>
                <a:ext cx="86195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4103" name="组合 4102"/>
            <p:cNvGrpSpPr/>
            <p:nvPr/>
          </p:nvGrpSpPr>
          <p:grpSpPr>
            <a:xfrm>
              <a:off x="7839124" y="3844656"/>
              <a:ext cx="90488" cy="1132516"/>
              <a:chOff x="6273163" y="3087759"/>
              <a:chExt cx="90488" cy="1132516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316025" y="3087759"/>
                <a:ext cx="0" cy="11325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组合 39"/>
              <p:cNvGrpSpPr/>
              <p:nvPr/>
            </p:nvGrpSpPr>
            <p:grpSpPr>
              <a:xfrm>
                <a:off x="6273163" y="3411795"/>
                <a:ext cx="90488" cy="106363"/>
                <a:chOff x="6273163" y="3411795"/>
                <a:chExt cx="90488" cy="106363"/>
              </a:xfrm>
            </p:grpSpPr>
            <p:sp>
              <p:nvSpPr>
                <p:cNvPr id="41" name="Line 1062"/>
                <p:cNvSpPr>
                  <a:spLocks noChangeShapeType="1"/>
                </p:cNvSpPr>
                <p:nvPr/>
              </p:nvSpPr>
              <p:spPr bwMode="auto">
                <a:xfrm>
                  <a:off x="6273163" y="3411795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063"/>
                <p:cNvSpPr>
                  <a:spLocks noChangeShapeType="1"/>
                </p:cNvSpPr>
                <p:nvPr/>
              </p:nvSpPr>
              <p:spPr bwMode="auto">
                <a:xfrm>
                  <a:off x="6277926" y="3518158"/>
                  <a:ext cx="85725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107" name="组合 4106"/>
            <p:cNvGrpSpPr/>
            <p:nvPr/>
          </p:nvGrpSpPr>
          <p:grpSpPr>
            <a:xfrm>
              <a:off x="7330783" y="4342147"/>
              <a:ext cx="1188132" cy="90488"/>
              <a:chOff x="7632340" y="3185879"/>
              <a:chExt cx="1188132" cy="90488"/>
            </a:xfrm>
          </p:grpSpPr>
          <p:sp>
            <p:nvSpPr>
              <p:cNvPr id="47" name="Line 14"/>
              <p:cNvSpPr>
                <a:spLocks noChangeShapeType="1"/>
              </p:cNvSpPr>
              <p:nvPr/>
            </p:nvSpPr>
            <p:spPr bwMode="auto">
              <a:xfrm flipV="1">
                <a:off x="7632340" y="3235107"/>
                <a:ext cx="11881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46"/>
              <p:cNvSpPr>
                <a:spLocks noChangeShapeType="1"/>
              </p:cNvSpPr>
              <p:nvPr/>
            </p:nvSpPr>
            <p:spPr bwMode="auto">
              <a:xfrm rot="16200000">
                <a:off x="7924572" y="3233505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47"/>
              <p:cNvSpPr>
                <a:spLocks noChangeShapeType="1"/>
              </p:cNvSpPr>
              <p:nvPr/>
            </p:nvSpPr>
            <p:spPr bwMode="auto">
              <a:xfrm rot="16200000">
                <a:off x="8030935" y="3228742"/>
                <a:ext cx="857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41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859" y="2719397"/>
            <a:ext cx="1032197" cy="873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860" y="5310429"/>
            <a:ext cx="983356" cy="861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788" y="5281343"/>
            <a:ext cx="950341" cy="91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3"/>
          <p:cNvSpPr/>
          <p:nvPr/>
        </p:nvSpPr>
        <p:spPr>
          <a:xfrm>
            <a:off x="353666" y="565520"/>
            <a:ext cx="7383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注意分析反映形体之间连接关系的关键图线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56" y="2242729"/>
            <a:ext cx="3179415" cy="29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52" y="2232826"/>
            <a:ext cx="3063978" cy="292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894"/>
          <p:cNvGrpSpPr/>
          <p:nvPr/>
        </p:nvGrpSpPr>
        <p:grpSpPr bwMode="auto">
          <a:xfrm>
            <a:off x="1583668" y="1557339"/>
            <a:ext cx="1009649" cy="862011"/>
            <a:chOff x="258" y="1925"/>
            <a:chExt cx="636" cy="543"/>
          </a:xfrm>
        </p:grpSpPr>
        <p:sp>
          <p:nvSpPr>
            <p:cNvPr id="7" name="Text Box 885"/>
            <p:cNvSpPr txBox="1">
              <a:spLocks noChangeArrowheads="1"/>
            </p:cNvSpPr>
            <p:nvPr/>
          </p:nvSpPr>
          <p:spPr bwMode="auto">
            <a:xfrm>
              <a:off x="419" y="1925"/>
              <a:ext cx="4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实线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Line 887"/>
            <p:cNvSpPr>
              <a:spLocks noChangeShapeType="1"/>
            </p:cNvSpPr>
            <p:nvPr/>
          </p:nvSpPr>
          <p:spPr bwMode="auto">
            <a:xfrm flipV="1">
              <a:off x="258" y="2175"/>
              <a:ext cx="2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9" name="Group 894"/>
          <p:cNvGrpSpPr/>
          <p:nvPr/>
        </p:nvGrpSpPr>
        <p:grpSpPr bwMode="auto">
          <a:xfrm>
            <a:off x="6061345" y="1557339"/>
            <a:ext cx="1009649" cy="862011"/>
            <a:chOff x="258" y="1925"/>
            <a:chExt cx="636" cy="543"/>
          </a:xfrm>
        </p:grpSpPr>
        <p:sp>
          <p:nvSpPr>
            <p:cNvPr id="10" name="Text Box 885"/>
            <p:cNvSpPr txBox="1">
              <a:spLocks noChangeArrowheads="1"/>
            </p:cNvSpPr>
            <p:nvPr/>
          </p:nvSpPr>
          <p:spPr bwMode="auto">
            <a:xfrm>
              <a:off x="419" y="1925"/>
              <a:ext cx="4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虚线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Line 887"/>
            <p:cNvSpPr>
              <a:spLocks noChangeShapeType="1"/>
            </p:cNvSpPr>
            <p:nvPr/>
          </p:nvSpPr>
          <p:spPr bwMode="auto">
            <a:xfrm flipV="1">
              <a:off x="258" y="2175"/>
              <a:ext cx="2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610" y="4171771"/>
            <a:ext cx="1584448" cy="1525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299" y="4187038"/>
            <a:ext cx="1603270" cy="155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40" y="969593"/>
            <a:ext cx="1872208" cy="3438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944724"/>
            <a:ext cx="1838452" cy="3463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454" y="3663809"/>
            <a:ext cx="1470510" cy="1743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744" y="3718648"/>
            <a:ext cx="1428750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894"/>
          <p:cNvGrpSpPr/>
          <p:nvPr/>
        </p:nvGrpSpPr>
        <p:grpSpPr bwMode="auto">
          <a:xfrm>
            <a:off x="1905930" y="969595"/>
            <a:ext cx="2017711" cy="803274"/>
            <a:chOff x="-175" y="1925"/>
            <a:chExt cx="1271" cy="506"/>
          </a:xfrm>
        </p:grpSpPr>
        <p:sp>
          <p:nvSpPr>
            <p:cNvPr id="8" name="Text Box 885"/>
            <p:cNvSpPr txBox="1">
              <a:spLocks noChangeArrowheads="1"/>
            </p:cNvSpPr>
            <p:nvPr/>
          </p:nvSpPr>
          <p:spPr bwMode="auto">
            <a:xfrm>
              <a:off x="419" y="1925"/>
              <a:ext cx="6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相贯线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Line 887"/>
            <p:cNvSpPr>
              <a:spLocks noChangeShapeType="1"/>
            </p:cNvSpPr>
            <p:nvPr/>
          </p:nvSpPr>
          <p:spPr bwMode="auto">
            <a:xfrm flipV="1">
              <a:off x="-175" y="2175"/>
              <a:ext cx="704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0" name="Group 894"/>
          <p:cNvGrpSpPr/>
          <p:nvPr/>
        </p:nvGrpSpPr>
        <p:grpSpPr bwMode="auto">
          <a:xfrm>
            <a:off x="5989959" y="1138660"/>
            <a:ext cx="1984373" cy="862010"/>
            <a:chOff x="-22" y="1925"/>
            <a:chExt cx="1250" cy="543"/>
          </a:xfrm>
        </p:grpSpPr>
        <p:sp>
          <p:nvSpPr>
            <p:cNvPr id="11" name="Text Box 885"/>
            <p:cNvSpPr txBox="1">
              <a:spLocks noChangeArrowheads="1"/>
            </p:cNvSpPr>
            <p:nvPr/>
          </p:nvSpPr>
          <p:spPr bwMode="auto">
            <a:xfrm>
              <a:off x="476" y="1925"/>
              <a:ext cx="75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相切处不画切线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Line 887"/>
            <p:cNvSpPr>
              <a:spLocks noChangeShapeType="1"/>
            </p:cNvSpPr>
            <p:nvPr/>
          </p:nvSpPr>
          <p:spPr bwMode="auto">
            <a:xfrm flipV="1">
              <a:off x="-22" y="2175"/>
              <a:ext cx="50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58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70675" y="6356350"/>
            <a:ext cx="2133600" cy="365125"/>
          </a:xfrm>
        </p:spPr>
        <p:txBody>
          <a:bodyPr/>
          <a:lstStyle/>
          <a:p>
            <a:pPr>
              <a:defRPr/>
            </a:pPr>
            <a:fld id="{AF58D94A-0A87-4356-B40A-F3E795841877}" type="slidenum"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59</a:t>
            </a:fld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79512" y="678758"/>
            <a:ext cx="8754838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10.3.2 </a:t>
            </a:r>
            <a:r>
              <a:rPr lang="zh-CN" altLang="en-US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组合体读图的方法和步骤</a:t>
            </a:r>
          </a:p>
        </p:txBody>
      </p:sp>
      <p:sp>
        <p:nvSpPr>
          <p:cNvPr id="15" name="Rectangle 63"/>
          <p:cNvSpPr/>
          <p:nvPr/>
        </p:nvSpPr>
        <p:spPr>
          <a:xfrm>
            <a:off x="467544" y="1571249"/>
            <a:ext cx="2334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形体分析法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2670" y="2312876"/>
            <a:ext cx="8035794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* 用“分线框、对投影”的方法分析出组合体由哪几个部分组成；</a:t>
            </a:r>
          </a:p>
        </p:txBody>
      </p:sp>
      <p:sp>
        <p:nvSpPr>
          <p:cNvPr id="6" name="矩形 5"/>
          <p:cNvSpPr/>
          <p:nvPr/>
        </p:nvSpPr>
        <p:spPr>
          <a:xfrm>
            <a:off x="712670" y="3359257"/>
            <a:ext cx="7992888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从特征视图入手，想象出各部分的形状、相对位置关系及组合方式</a:t>
            </a:r>
          </a:p>
        </p:txBody>
      </p:sp>
      <p:sp>
        <p:nvSpPr>
          <p:cNvPr id="7" name="矩形 6"/>
          <p:cNvSpPr/>
          <p:nvPr/>
        </p:nvSpPr>
        <p:spPr>
          <a:xfrm>
            <a:off x="712670" y="4405637"/>
            <a:ext cx="4208203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最后综合想象出整体形状。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6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28" y="1489198"/>
            <a:ext cx="5142890" cy="374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1827" y="871043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读懂三视图所示形体的形状。 </a:t>
            </a:r>
          </a:p>
        </p:txBody>
      </p:sp>
      <p:sp>
        <p:nvSpPr>
          <p:cNvPr id="3" name="矩形 2"/>
          <p:cNvSpPr/>
          <p:nvPr/>
        </p:nvSpPr>
        <p:spPr>
          <a:xfrm>
            <a:off x="213158" y="1555119"/>
            <a:ext cx="3890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初步了解：</a:t>
            </a:r>
          </a:p>
        </p:txBody>
      </p:sp>
      <p:sp>
        <p:nvSpPr>
          <p:cNvPr id="5" name="矩形 4"/>
          <p:cNvSpPr/>
          <p:nvPr/>
        </p:nvSpPr>
        <p:spPr>
          <a:xfrm>
            <a:off x="143508" y="2059175"/>
            <a:ext cx="3674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分清各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视图，了解大致形体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构成方式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叠加式组合体；</a:t>
            </a:r>
          </a:p>
        </p:txBody>
      </p:sp>
      <p:sp>
        <p:nvSpPr>
          <p:cNvPr id="6" name="矩形 5"/>
          <p:cNvSpPr/>
          <p:nvPr/>
        </p:nvSpPr>
        <p:spPr>
          <a:xfrm>
            <a:off x="143508" y="2887267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组成；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553652" y="1965256"/>
            <a:ext cx="1288118" cy="814847"/>
            <a:chOff x="4433959" y="3412878"/>
            <a:chExt cx="1288118" cy="814847"/>
          </a:xfrm>
        </p:grpSpPr>
        <p:sp>
          <p:nvSpPr>
            <p:cNvPr id="8" name="Line 59"/>
            <p:cNvSpPr>
              <a:spLocks noChangeShapeType="1"/>
            </p:cNvSpPr>
            <p:nvPr/>
          </p:nvSpPr>
          <p:spPr bwMode="auto">
            <a:xfrm flipH="1">
              <a:off x="4433959" y="3735864"/>
              <a:ext cx="632628" cy="491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60"/>
            <p:cNvSpPr>
              <a:spLocks noChangeArrowheads="1"/>
            </p:cNvSpPr>
            <p:nvPr/>
          </p:nvSpPr>
          <p:spPr bwMode="auto">
            <a:xfrm>
              <a:off x="4706547" y="3412878"/>
              <a:ext cx="101553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18508" y="1473395"/>
            <a:ext cx="1167572" cy="691917"/>
            <a:chOff x="4706547" y="3412878"/>
            <a:chExt cx="1167572" cy="691917"/>
          </a:xfrm>
        </p:grpSpPr>
        <p:sp>
          <p:nvSpPr>
            <p:cNvPr id="11" name="Line 59"/>
            <p:cNvSpPr>
              <a:spLocks noChangeShapeType="1"/>
            </p:cNvSpPr>
            <p:nvPr/>
          </p:nvSpPr>
          <p:spPr bwMode="auto">
            <a:xfrm>
              <a:off x="5298055" y="3735865"/>
              <a:ext cx="576064" cy="3689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60"/>
            <p:cNvSpPr>
              <a:spLocks noChangeArrowheads="1"/>
            </p:cNvSpPr>
            <p:nvPr/>
          </p:nvSpPr>
          <p:spPr bwMode="auto">
            <a:xfrm>
              <a:off x="4706547" y="3412878"/>
              <a:ext cx="101553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863676" y="3260350"/>
            <a:ext cx="1015531" cy="667141"/>
            <a:chOff x="4706546" y="3145847"/>
            <a:chExt cx="1015531" cy="667141"/>
          </a:xfrm>
        </p:grpSpPr>
        <p:sp>
          <p:nvSpPr>
            <p:cNvPr id="14" name="Line 59"/>
            <p:cNvSpPr>
              <a:spLocks noChangeShapeType="1"/>
            </p:cNvSpPr>
            <p:nvPr/>
          </p:nvSpPr>
          <p:spPr bwMode="auto">
            <a:xfrm flipH="1" flipV="1">
              <a:off x="4706546" y="3145847"/>
              <a:ext cx="360038" cy="4670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60"/>
            <p:cNvSpPr>
              <a:spLocks noChangeArrowheads="1"/>
            </p:cNvSpPr>
            <p:nvPr/>
          </p:nvSpPr>
          <p:spPr bwMode="auto">
            <a:xfrm>
              <a:off x="4706547" y="3412878"/>
              <a:ext cx="101553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272044" y="3350360"/>
            <a:ext cx="3745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详细分析各组成部分形状：</a:t>
            </a:r>
          </a:p>
        </p:txBody>
      </p:sp>
      <p:sp>
        <p:nvSpPr>
          <p:cNvPr id="17" name="矩形 16"/>
          <p:cNvSpPr/>
          <p:nvPr/>
        </p:nvSpPr>
        <p:spPr>
          <a:xfrm>
            <a:off x="143508" y="3927491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寻找特征视图，构想形状；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6" grpId="0"/>
      <p:bldP spid="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28" y="1238843"/>
            <a:ext cx="5142890" cy="374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716" y="4500984"/>
            <a:ext cx="1548172" cy="182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1827" y="6206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读懂三视图所示形体的形状。 </a:t>
            </a:r>
          </a:p>
        </p:txBody>
      </p:sp>
      <p:sp>
        <p:nvSpPr>
          <p:cNvPr id="3" name="矩形 2"/>
          <p:cNvSpPr/>
          <p:nvPr/>
        </p:nvSpPr>
        <p:spPr>
          <a:xfrm>
            <a:off x="213158" y="1304764"/>
            <a:ext cx="3890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初步了解：</a:t>
            </a:r>
          </a:p>
        </p:txBody>
      </p:sp>
      <p:sp>
        <p:nvSpPr>
          <p:cNvPr id="5" name="矩形 4"/>
          <p:cNvSpPr/>
          <p:nvPr/>
        </p:nvSpPr>
        <p:spPr>
          <a:xfrm>
            <a:off x="143508" y="1808820"/>
            <a:ext cx="3674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分清各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视图，了解大致形体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构成方式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叠加式组合体；</a:t>
            </a:r>
          </a:p>
        </p:txBody>
      </p:sp>
      <p:sp>
        <p:nvSpPr>
          <p:cNvPr id="6" name="矩形 5"/>
          <p:cNvSpPr/>
          <p:nvPr/>
        </p:nvSpPr>
        <p:spPr>
          <a:xfrm>
            <a:off x="143508" y="2636912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组成；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218508" y="1223040"/>
            <a:ext cx="1167572" cy="691917"/>
            <a:chOff x="4706547" y="3412878"/>
            <a:chExt cx="1167572" cy="691917"/>
          </a:xfrm>
        </p:grpSpPr>
        <p:sp>
          <p:nvSpPr>
            <p:cNvPr id="11" name="Line 59"/>
            <p:cNvSpPr>
              <a:spLocks noChangeShapeType="1"/>
            </p:cNvSpPr>
            <p:nvPr/>
          </p:nvSpPr>
          <p:spPr bwMode="auto">
            <a:xfrm>
              <a:off x="5298055" y="3735865"/>
              <a:ext cx="576064" cy="3689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60"/>
            <p:cNvSpPr>
              <a:spLocks noChangeArrowheads="1"/>
            </p:cNvSpPr>
            <p:nvPr/>
          </p:nvSpPr>
          <p:spPr bwMode="auto">
            <a:xfrm>
              <a:off x="4706547" y="3412878"/>
              <a:ext cx="101553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213158" y="3100005"/>
            <a:ext cx="3745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详细分析各组成部分形状：</a:t>
            </a:r>
          </a:p>
        </p:txBody>
      </p:sp>
      <p:sp>
        <p:nvSpPr>
          <p:cNvPr id="17" name="矩形 16"/>
          <p:cNvSpPr/>
          <p:nvPr/>
        </p:nvSpPr>
        <p:spPr>
          <a:xfrm>
            <a:off x="143508" y="3677136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寻找特征视图，构想形状；</a:t>
            </a:r>
          </a:p>
        </p:txBody>
      </p:sp>
      <p:sp>
        <p:nvSpPr>
          <p:cNvPr id="18" name="矩形 17"/>
          <p:cNvSpPr/>
          <p:nvPr/>
        </p:nvSpPr>
        <p:spPr>
          <a:xfrm>
            <a:off x="143508" y="4185084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对照投影，印证构想；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5252535" y="1462746"/>
            <a:ext cx="1180472" cy="1318182"/>
            <a:chOff x="5240343" y="1462746"/>
            <a:chExt cx="1180472" cy="1318182"/>
          </a:xfrm>
        </p:grpSpPr>
        <p:sp>
          <p:nvSpPr>
            <p:cNvPr id="19" name="弧形 18"/>
            <p:cNvSpPr/>
            <p:nvPr/>
          </p:nvSpPr>
          <p:spPr>
            <a:xfrm>
              <a:off x="5246649" y="1462746"/>
              <a:ext cx="1174166" cy="1174166"/>
            </a:xfrm>
            <a:prstGeom prst="arc">
              <a:avLst>
                <a:gd name="adj1" fmla="val 10759975"/>
                <a:gd name="adj2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5243318" y="2049829"/>
              <a:ext cx="0" cy="73109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417631" y="2049829"/>
              <a:ext cx="0" cy="73109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5240343" y="2780928"/>
              <a:ext cx="118047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5472101" y="1686723"/>
              <a:ext cx="720080" cy="720080"/>
            </a:xfrm>
            <a:prstGeom prst="ellips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168" name="矩形 7167"/>
          <p:cNvSpPr/>
          <p:nvPr/>
        </p:nvSpPr>
        <p:spPr>
          <a:xfrm>
            <a:off x="8263262" y="1462746"/>
            <a:ext cx="648072" cy="1318182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252535" y="4067819"/>
            <a:ext cx="1180472" cy="65909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7168" grpId="0" animBg="1"/>
      <p:bldP spid="3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28" y="1238843"/>
            <a:ext cx="5142890" cy="374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1827" y="6206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读懂三视图所示形体的形状。 </a:t>
            </a:r>
          </a:p>
        </p:txBody>
      </p:sp>
      <p:sp>
        <p:nvSpPr>
          <p:cNvPr id="3" name="矩形 2"/>
          <p:cNvSpPr/>
          <p:nvPr/>
        </p:nvSpPr>
        <p:spPr>
          <a:xfrm>
            <a:off x="213158" y="1304764"/>
            <a:ext cx="3890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初步了解：</a:t>
            </a:r>
          </a:p>
        </p:txBody>
      </p:sp>
      <p:sp>
        <p:nvSpPr>
          <p:cNvPr id="5" name="矩形 4"/>
          <p:cNvSpPr/>
          <p:nvPr/>
        </p:nvSpPr>
        <p:spPr>
          <a:xfrm>
            <a:off x="143508" y="1808820"/>
            <a:ext cx="3674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分清各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视图，了解大致形体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构成方式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叠加式组合体；</a:t>
            </a:r>
          </a:p>
        </p:txBody>
      </p:sp>
      <p:sp>
        <p:nvSpPr>
          <p:cNvPr id="6" name="矩形 5"/>
          <p:cNvSpPr/>
          <p:nvPr/>
        </p:nvSpPr>
        <p:spPr>
          <a:xfrm>
            <a:off x="143508" y="2636912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组成；</a:t>
            </a:r>
          </a:p>
        </p:txBody>
      </p:sp>
      <p:sp>
        <p:nvSpPr>
          <p:cNvPr id="16" name="矩形 15"/>
          <p:cNvSpPr/>
          <p:nvPr/>
        </p:nvSpPr>
        <p:spPr>
          <a:xfrm>
            <a:off x="213158" y="3100005"/>
            <a:ext cx="3745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详细分析各组成部分形状：</a:t>
            </a:r>
          </a:p>
        </p:txBody>
      </p:sp>
      <p:sp>
        <p:nvSpPr>
          <p:cNvPr id="17" name="矩形 16"/>
          <p:cNvSpPr/>
          <p:nvPr/>
        </p:nvSpPr>
        <p:spPr>
          <a:xfrm>
            <a:off x="143508" y="3677136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寻找特征视图，构想形状；</a:t>
            </a:r>
          </a:p>
        </p:txBody>
      </p:sp>
      <p:sp>
        <p:nvSpPr>
          <p:cNvPr id="18" name="矩形 17"/>
          <p:cNvSpPr/>
          <p:nvPr/>
        </p:nvSpPr>
        <p:spPr>
          <a:xfrm>
            <a:off x="143508" y="4185084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对照投影，印证构想；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863676" y="3009995"/>
            <a:ext cx="1015531" cy="667141"/>
            <a:chOff x="4706546" y="3145847"/>
            <a:chExt cx="1015531" cy="667141"/>
          </a:xfrm>
        </p:grpSpPr>
        <p:sp>
          <p:nvSpPr>
            <p:cNvPr id="24" name="Line 59"/>
            <p:cNvSpPr>
              <a:spLocks noChangeShapeType="1"/>
            </p:cNvSpPr>
            <p:nvPr/>
          </p:nvSpPr>
          <p:spPr bwMode="auto">
            <a:xfrm flipH="1" flipV="1">
              <a:off x="4706546" y="3145847"/>
              <a:ext cx="360038" cy="4670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60"/>
            <p:cNvSpPr>
              <a:spLocks noChangeArrowheads="1"/>
            </p:cNvSpPr>
            <p:nvPr/>
          </p:nvSpPr>
          <p:spPr bwMode="auto">
            <a:xfrm>
              <a:off x="4706547" y="3412878"/>
              <a:ext cx="101553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185" name="组合 7184"/>
          <p:cNvGrpSpPr/>
          <p:nvPr/>
        </p:nvGrpSpPr>
        <p:grpSpPr>
          <a:xfrm>
            <a:off x="8172400" y="2771501"/>
            <a:ext cx="828092" cy="393797"/>
            <a:chOff x="8172400" y="2771501"/>
            <a:chExt cx="828092" cy="393797"/>
          </a:xfrm>
        </p:grpSpPr>
        <p:grpSp>
          <p:nvGrpSpPr>
            <p:cNvPr id="7183" name="组合 7182"/>
            <p:cNvGrpSpPr/>
            <p:nvPr/>
          </p:nvGrpSpPr>
          <p:grpSpPr>
            <a:xfrm>
              <a:off x="8172400" y="2771501"/>
              <a:ext cx="828092" cy="381659"/>
              <a:chOff x="8172400" y="2771501"/>
              <a:chExt cx="828092" cy="381659"/>
            </a:xfrm>
          </p:grpSpPr>
          <p:sp>
            <p:nvSpPr>
              <p:cNvPr id="7168" name="矩形 7167"/>
              <p:cNvSpPr/>
              <p:nvPr/>
            </p:nvSpPr>
            <p:spPr>
              <a:xfrm>
                <a:off x="8172400" y="2771501"/>
                <a:ext cx="828092" cy="381659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8172400" y="2886939"/>
                <a:ext cx="828092" cy="188467"/>
                <a:chOff x="8172400" y="2886939"/>
                <a:chExt cx="828092" cy="188467"/>
              </a:xfrm>
            </p:grpSpPr>
            <p:cxnSp>
              <p:nvCxnSpPr>
                <p:cNvPr id="30" name="直接连接符 29"/>
                <p:cNvCxnSpPr/>
                <p:nvPr/>
              </p:nvCxnSpPr>
              <p:spPr>
                <a:xfrm flipH="1">
                  <a:off x="8172400" y="2978664"/>
                  <a:ext cx="828092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组合 26"/>
                <p:cNvGrpSpPr/>
                <p:nvPr/>
              </p:nvGrpSpPr>
              <p:grpSpPr>
                <a:xfrm>
                  <a:off x="8316416" y="2886939"/>
                  <a:ext cx="540060" cy="188467"/>
                  <a:chOff x="8316416" y="2886939"/>
                  <a:chExt cx="540060" cy="188467"/>
                </a:xfrm>
              </p:grpSpPr>
              <p:cxnSp>
                <p:nvCxnSpPr>
                  <p:cNvPr id="32" name="直接连接符 31"/>
                  <p:cNvCxnSpPr/>
                  <p:nvPr/>
                </p:nvCxnSpPr>
                <p:spPr>
                  <a:xfrm>
                    <a:off x="8496436" y="2886939"/>
                    <a:ext cx="0" cy="175061"/>
                  </a:xfrm>
                  <a:prstGeom prst="line">
                    <a:avLst/>
                  </a:prstGeom>
                  <a:ln w="571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8316416" y="2886939"/>
                    <a:ext cx="0" cy="175061"/>
                  </a:xfrm>
                  <a:prstGeom prst="line">
                    <a:avLst/>
                  </a:prstGeom>
                  <a:ln w="571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8676456" y="2886939"/>
                    <a:ext cx="0" cy="175061"/>
                  </a:xfrm>
                  <a:prstGeom prst="line">
                    <a:avLst/>
                  </a:prstGeom>
                  <a:ln w="571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8856476" y="2900345"/>
                    <a:ext cx="0" cy="175061"/>
                  </a:xfrm>
                  <a:prstGeom prst="line">
                    <a:avLst/>
                  </a:prstGeom>
                  <a:ln w="571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63" name="直接连接符 62"/>
            <p:cNvCxnSpPr/>
            <p:nvPr/>
          </p:nvCxnSpPr>
          <p:spPr>
            <a:xfrm>
              <a:off x="8371470" y="2783639"/>
              <a:ext cx="0" cy="38165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8795898" y="2783638"/>
              <a:ext cx="0" cy="38165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82" name="组合 7181"/>
          <p:cNvGrpSpPr/>
          <p:nvPr/>
        </p:nvGrpSpPr>
        <p:grpSpPr>
          <a:xfrm>
            <a:off x="4067944" y="2771501"/>
            <a:ext cx="3528392" cy="391086"/>
            <a:chOff x="4067944" y="2771501"/>
            <a:chExt cx="3528392" cy="391086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4067944" y="2771501"/>
              <a:ext cx="352839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085660" y="2771501"/>
              <a:ext cx="0" cy="38165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4067944" y="3153160"/>
              <a:ext cx="9482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6648040" y="3153160"/>
              <a:ext cx="9482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5016240" y="2978664"/>
              <a:ext cx="16318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7596336" y="2771501"/>
              <a:ext cx="0" cy="38165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5016240" y="2978664"/>
              <a:ext cx="196" cy="1744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6654136" y="2966096"/>
              <a:ext cx="196" cy="1744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79" name="组合 7178"/>
            <p:cNvGrpSpPr/>
            <p:nvPr/>
          </p:nvGrpSpPr>
          <p:grpSpPr>
            <a:xfrm>
              <a:off x="4466274" y="2776404"/>
              <a:ext cx="144016" cy="381659"/>
              <a:chOff x="4470084" y="2776404"/>
              <a:chExt cx="144016" cy="381659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4530028" y="2776404"/>
                <a:ext cx="0" cy="381659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4470084" y="2952105"/>
                <a:ext cx="144016" cy="1285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68"/>
            <p:cNvGrpSpPr/>
            <p:nvPr/>
          </p:nvGrpSpPr>
          <p:grpSpPr>
            <a:xfrm>
              <a:off x="7096090" y="2780928"/>
              <a:ext cx="144016" cy="381659"/>
              <a:chOff x="4470084" y="2776404"/>
              <a:chExt cx="144016" cy="381659"/>
            </a:xfrm>
          </p:grpSpPr>
          <p:cxnSp>
            <p:nvCxnSpPr>
              <p:cNvPr id="70" name="直接连接符 69"/>
              <p:cNvCxnSpPr/>
              <p:nvPr/>
            </p:nvCxnSpPr>
            <p:spPr>
              <a:xfrm>
                <a:off x="4530028" y="2776404"/>
                <a:ext cx="0" cy="381659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4470084" y="2952105"/>
                <a:ext cx="144016" cy="1285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84" name="组合 7183"/>
          <p:cNvGrpSpPr/>
          <p:nvPr/>
        </p:nvGrpSpPr>
        <p:grpSpPr>
          <a:xfrm>
            <a:off x="4067944" y="3960850"/>
            <a:ext cx="3541490" cy="840112"/>
            <a:chOff x="4067944" y="3960850"/>
            <a:chExt cx="3541490" cy="840112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4067944" y="4797152"/>
              <a:ext cx="352839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4073468" y="3981252"/>
              <a:ext cx="352839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77" name="组合 7176"/>
            <p:cNvGrpSpPr/>
            <p:nvPr/>
          </p:nvGrpSpPr>
          <p:grpSpPr>
            <a:xfrm>
              <a:off x="4084892" y="3981252"/>
              <a:ext cx="964" cy="810270"/>
              <a:chOff x="4084892" y="3981252"/>
              <a:chExt cx="964" cy="810270"/>
            </a:xfrm>
          </p:grpSpPr>
          <p:cxnSp>
            <p:nvCxnSpPr>
              <p:cNvPr id="45" name="直接连接符 44"/>
              <p:cNvCxnSpPr/>
              <p:nvPr/>
            </p:nvCxnSpPr>
            <p:spPr>
              <a:xfrm flipH="1">
                <a:off x="4084892" y="3981252"/>
                <a:ext cx="196" cy="1744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flipH="1">
                <a:off x="4085660" y="4617026"/>
                <a:ext cx="196" cy="1744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76" name="组合 7175"/>
            <p:cNvGrpSpPr/>
            <p:nvPr/>
          </p:nvGrpSpPr>
          <p:grpSpPr>
            <a:xfrm>
              <a:off x="4073664" y="4168388"/>
              <a:ext cx="456364" cy="442800"/>
              <a:chOff x="4073664" y="4168388"/>
              <a:chExt cx="456364" cy="442800"/>
            </a:xfrm>
          </p:grpSpPr>
          <p:cxnSp>
            <p:nvCxnSpPr>
              <p:cNvPr id="47" name="直接连接符 46"/>
              <p:cNvCxnSpPr/>
              <p:nvPr/>
            </p:nvCxnSpPr>
            <p:spPr>
              <a:xfrm flipH="1">
                <a:off x="4073664" y="4171754"/>
                <a:ext cx="23324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73" name="弧形 7172"/>
              <p:cNvSpPr/>
              <p:nvPr/>
            </p:nvSpPr>
            <p:spPr>
              <a:xfrm>
                <a:off x="4087228" y="4168388"/>
                <a:ext cx="442800" cy="442800"/>
              </a:xfrm>
              <a:prstGeom prst="arc">
                <a:avLst>
                  <a:gd name="adj1" fmla="val 16200000"/>
                  <a:gd name="adj2" fmla="val 5361963"/>
                </a:avLst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3" name="直接连接符 52"/>
              <p:cNvCxnSpPr/>
              <p:nvPr/>
            </p:nvCxnSpPr>
            <p:spPr>
              <a:xfrm flipH="1">
                <a:off x="4077468" y="4611188"/>
                <a:ext cx="23324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/>
            <p:cNvGrpSpPr/>
            <p:nvPr/>
          </p:nvGrpSpPr>
          <p:grpSpPr>
            <a:xfrm rot="10800000">
              <a:off x="7153070" y="4167549"/>
              <a:ext cx="456364" cy="442800"/>
              <a:chOff x="4073664" y="4168388"/>
              <a:chExt cx="456364" cy="442800"/>
            </a:xfrm>
          </p:grpSpPr>
          <p:cxnSp>
            <p:nvCxnSpPr>
              <p:cNvPr id="56" name="直接连接符 55"/>
              <p:cNvCxnSpPr/>
              <p:nvPr/>
            </p:nvCxnSpPr>
            <p:spPr>
              <a:xfrm flipH="1">
                <a:off x="4073664" y="4171754"/>
                <a:ext cx="23324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弧形 56"/>
              <p:cNvSpPr/>
              <p:nvPr/>
            </p:nvSpPr>
            <p:spPr>
              <a:xfrm>
                <a:off x="4087228" y="4168388"/>
                <a:ext cx="442800" cy="442800"/>
              </a:xfrm>
              <a:prstGeom prst="arc">
                <a:avLst>
                  <a:gd name="adj1" fmla="val 16200000"/>
                  <a:gd name="adj2" fmla="val 5361963"/>
                </a:avLst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8" name="直接连接符 57"/>
              <p:cNvCxnSpPr/>
              <p:nvPr/>
            </p:nvCxnSpPr>
            <p:spPr>
              <a:xfrm flipH="1">
                <a:off x="4077468" y="4611188"/>
                <a:ext cx="23324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/>
            <p:cNvGrpSpPr/>
            <p:nvPr/>
          </p:nvGrpSpPr>
          <p:grpSpPr>
            <a:xfrm>
              <a:off x="7592632" y="3990692"/>
              <a:ext cx="964" cy="810270"/>
              <a:chOff x="4084892" y="3981252"/>
              <a:chExt cx="964" cy="810270"/>
            </a:xfrm>
          </p:grpSpPr>
          <p:cxnSp>
            <p:nvCxnSpPr>
              <p:cNvPr id="61" name="直接连接符 60"/>
              <p:cNvCxnSpPr/>
              <p:nvPr/>
            </p:nvCxnSpPr>
            <p:spPr>
              <a:xfrm flipH="1">
                <a:off x="4084892" y="3981252"/>
                <a:ext cx="196" cy="1744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085660" y="4617026"/>
                <a:ext cx="196" cy="1744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81" name="组合 7180"/>
            <p:cNvGrpSpPr/>
            <p:nvPr/>
          </p:nvGrpSpPr>
          <p:grpSpPr>
            <a:xfrm>
              <a:off x="6589373" y="3981252"/>
              <a:ext cx="153904" cy="815900"/>
              <a:chOff x="6589373" y="3981252"/>
              <a:chExt cx="153904" cy="815900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6599261" y="3981252"/>
                <a:ext cx="144016" cy="815900"/>
                <a:chOff x="4470084" y="2776404"/>
                <a:chExt cx="144016" cy="381659"/>
              </a:xfrm>
            </p:grpSpPr>
            <p:cxnSp>
              <p:nvCxnSpPr>
                <p:cNvPr id="73" name="直接连接符 72"/>
                <p:cNvCxnSpPr/>
                <p:nvPr/>
              </p:nvCxnSpPr>
              <p:spPr>
                <a:xfrm>
                  <a:off x="4530028" y="2776404"/>
                  <a:ext cx="0" cy="381659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>
                  <a:off x="4470084" y="2954481"/>
                  <a:ext cx="144016" cy="12850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" name="直接连接符 74"/>
              <p:cNvCxnSpPr/>
              <p:nvPr/>
            </p:nvCxnSpPr>
            <p:spPr>
              <a:xfrm>
                <a:off x="6599261" y="414279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6589373" y="462646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组合 78"/>
            <p:cNvGrpSpPr/>
            <p:nvPr/>
          </p:nvGrpSpPr>
          <p:grpSpPr>
            <a:xfrm>
              <a:off x="4944368" y="3960850"/>
              <a:ext cx="153904" cy="815900"/>
              <a:chOff x="6589373" y="3981252"/>
              <a:chExt cx="153904" cy="815900"/>
            </a:xfrm>
          </p:grpSpPr>
          <p:grpSp>
            <p:nvGrpSpPr>
              <p:cNvPr id="80" name="组合 79"/>
              <p:cNvGrpSpPr/>
              <p:nvPr/>
            </p:nvGrpSpPr>
            <p:grpSpPr>
              <a:xfrm>
                <a:off x="6599261" y="3981252"/>
                <a:ext cx="144016" cy="815900"/>
                <a:chOff x="4470084" y="2776404"/>
                <a:chExt cx="144016" cy="381659"/>
              </a:xfrm>
            </p:grpSpPr>
            <p:cxnSp>
              <p:nvCxnSpPr>
                <p:cNvPr id="83" name="直接连接符 82"/>
                <p:cNvCxnSpPr/>
                <p:nvPr/>
              </p:nvCxnSpPr>
              <p:spPr>
                <a:xfrm>
                  <a:off x="4530028" y="2776404"/>
                  <a:ext cx="0" cy="381659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/>
                <p:nvPr/>
              </p:nvCxnSpPr>
              <p:spPr>
                <a:xfrm>
                  <a:off x="4470084" y="2954481"/>
                  <a:ext cx="144016" cy="12850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" name="直接连接符 80"/>
              <p:cNvCxnSpPr/>
              <p:nvPr/>
            </p:nvCxnSpPr>
            <p:spPr>
              <a:xfrm>
                <a:off x="6599261" y="414279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6589373" y="462646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86" y="4776750"/>
            <a:ext cx="3137630" cy="137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28" y="1238843"/>
            <a:ext cx="5142890" cy="374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1827" y="6206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读懂三视图所示形体的形状。 </a:t>
            </a:r>
          </a:p>
        </p:txBody>
      </p:sp>
      <p:sp>
        <p:nvSpPr>
          <p:cNvPr id="3" name="矩形 2"/>
          <p:cNvSpPr/>
          <p:nvPr/>
        </p:nvSpPr>
        <p:spPr>
          <a:xfrm>
            <a:off x="213158" y="1304764"/>
            <a:ext cx="3890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初步了解：</a:t>
            </a:r>
          </a:p>
        </p:txBody>
      </p:sp>
      <p:sp>
        <p:nvSpPr>
          <p:cNvPr id="5" name="矩形 4"/>
          <p:cNvSpPr/>
          <p:nvPr/>
        </p:nvSpPr>
        <p:spPr>
          <a:xfrm>
            <a:off x="143508" y="1808820"/>
            <a:ext cx="3674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分清各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视图，了解大致形体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构成方式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叠加式组合体；</a:t>
            </a:r>
          </a:p>
        </p:txBody>
      </p:sp>
      <p:sp>
        <p:nvSpPr>
          <p:cNvPr id="6" name="矩形 5"/>
          <p:cNvSpPr/>
          <p:nvPr/>
        </p:nvSpPr>
        <p:spPr>
          <a:xfrm>
            <a:off x="143508" y="2636912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组成；</a:t>
            </a:r>
          </a:p>
        </p:txBody>
      </p:sp>
      <p:sp>
        <p:nvSpPr>
          <p:cNvPr id="16" name="矩形 15"/>
          <p:cNvSpPr/>
          <p:nvPr/>
        </p:nvSpPr>
        <p:spPr>
          <a:xfrm>
            <a:off x="213158" y="3100005"/>
            <a:ext cx="3745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详细分析各组成部分形状：</a:t>
            </a:r>
          </a:p>
        </p:txBody>
      </p:sp>
      <p:sp>
        <p:nvSpPr>
          <p:cNvPr id="17" name="矩形 16"/>
          <p:cNvSpPr/>
          <p:nvPr/>
        </p:nvSpPr>
        <p:spPr>
          <a:xfrm>
            <a:off x="143508" y="3677136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寻找特征视图，构想形状；</a:t>
            </a:r>
          </a:p>
        </p:txBody>
      </p:sp>
      <p:sp>
        <p:nvSpPr>
          <p:cNvPr id="18" name="矩形 17"/>
          <p:cNvSpPr/>
          <p:nvPr/>
        </p:nvSpPr>
        <p:spPr>
          <a:xfrm>
            <a:off x="143508" y="4185084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对照投影，印证构想；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589373" y="2029836"/>
            <a:ext cx="1289834" cy="486869"/>
            <a:chOff x="4432243" y="3412878"/>
            <a:chExt cx="1289834" cy="486869"/>
          </a:xfrm>
        </p:grpSpPr>
        <p:sp>
          <p:nvSpPr>
            <p:cNvPr id="24" name="Line 59"/>
            <p:cNvSpPr>
              <a:spLocks noChangeShapeType="1"/>
            </p:cNvSpPr>
            <p:nvPr/>
          </p:nvSpPr>
          <p:spPr bwMode="auto">
            <a:xfrm flipH="1">
              <a:off x="4432243" y="3612932"/>
              <a:ext cx="634341" cy="286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60"/>
            <p:cNvSpPr>
              <a:spLocks noChangeArrowheads="1"/>
            </p:cNvSpPr>
            <p:nvPr/>
          </p:nvSpPr>
          <p:spPr bwMode="auto">
            <a:xfrm>
              <a:off x="4706547" y="3412878"/>
              <a:ext cx="101553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80012" y="2049829"/>
            <a:ext cx="2325020" cy="731426"/>
            <a:chOff x="4680012" y="2049829"/>
            <a:chExt cx="2325020" cy="731426"/>
          </a:xfrm>
        </p:grpSpPr>
        <p:grpSp>
          <p:nvGrpSpPr>
            <p:cNvPr id="10" name="组合 9"/>
            <p:cNvGrpSpPr/>
            <p:nvPr/>
          </p:nvGrpSpPr>
          <p:grpSpPr>
            <a:xfrm>
              <a:off x="4680012" y="2049829"/>
              <a:ext cx="590236" cy="731099"/>
              <a:chOff x="4680012" y="2049829"/>
              <a:chExt cx="590236" cy="731099"/>
            </a:xfrm>
          </p:grpSpPr>
          <p:cxnSp>
            <p:nvCxnSpPr>
              <p:cNvPr id="76" name="直接连接符 75"/>
              <p:cNvCxnSpPr/>
              <p:nvPr/>
            </p:nvCxnSpPr>
            <p:spPr>
              <a:xfrm flipH="1">
                <a:off x="4680012" y="2049829"/>
                <a:ext cx="575498" cy="731099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5255510" y="2049829"/>
                <a:ext cx="0" cy="731099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H="1">
                <a:off x="4680012" y="2780928"/>
                <a:ext cx="590236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6414796" y="2050156"/>
              <a:ext cx="590236" cy="731099"/>
              <a:chOff x="6414796" y="2050156"/>
              <a:chExt cx="590236" cy="731099"/>
            </a:xfrm>
          </p:grpSpPr>
          <p:cxnSp>
            <p:nvCxnSpPr>
              <p:cNvPr id="90" name="直接连接符 89"/>
              <p:cNvCxnSpPr/>
              <p:nvPr/>
            </p:nvCxnSpPr>
            <p:spPr>
              <a:xfrm>
                <a:off x="6428968" y="2050156"/>
                <a:ext cx="576064" cy="73077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6428968" y="2050156"/>
                <a:ext cx="0" cy="731099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flipH="1">
                <a:off x="6414796" y="2781255"/>
                <a:ext cx="590236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组合 19"/>
          <p:cNvGrpSpPr/>
          <p:nvPr/>
        </p:nvGrpSpPr>
        <p:grpSpPr>
          <a:xfrm>
            <a:off x="4679446" y="4244712"/>
            <a:ext cx="2325586" cy="289808"/>
            <a:chOff x="4679446" y="4244712"/>
            <a:chExt cx="2325586" cy="289808"/>
          </a:xfrm>
        </p:grpSpPr>
        <p:sp>
          <p:nvSpPr>
            <p:cNvPr id="14" name="矩形 13"/>
            <p:cNvSpPr/>
            <p:nvPr/>
          </p:nvSpPr>
          <p:spPr>
            <a:xfrm>
              <a:off x="6428968" y="4246488"/>
              <a:ext cx="576064" cy="288032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4679446" y="4244712"/>
              <a:ext cx="576064" cy="289808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矩形 93"/>
          <p:cNvSpPr/>
          <p:nvPr/>
        </p:nvSpPr>
        <p:spPr>
          <a:xfrm>
            <a:off x="8421098" y="2050156"/>
            <a:ext cx="325173" cy="730772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22" y="4761148"/>
            <a:ext cx="2872302" cy="1296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1-制图\教材\机类教材\第2版\第10章\抓图\图10-19b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373" y="4748012"/>
            <a:ext cx="2555135" cy="163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28" y="1238843"/>
            <a:ext cx="5142890" cy="374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21827" y="6206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读懂三视图所示形体的形状。 </a:t>
            </a:r>
          </a:p>
        </p:txBody>
      </p:sp>
      <p:sp>
        <p:nvSpPr>
          <p:cNvPr id="3" name="矩形 2"/>
          <p:cNvSpPr/>
          <p:nvPr/>
        </p:nvSpPr>
        <p:spPr>
          <a:xfrm>
            <a:off x="213158" y="1304764"/>
            <a:ext cx="3890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初步了解：</a:t>
            </a:r>
          </a:p>
        </p:txBody>
      </p:sp>
      <p:sp>
        <p:nvSpPr>
          <p:cNvPr id="5" name="矩形 4"/>
          <p:cNvSpPr/>
          <p:nvPr/>
        </p:nvSpPr>
        <p:spPr>
          <a:xfrm>
            <a:off x="143508" y="1808820"/>
            <a:ext cx="3674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分清各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视图，了解大致形体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构成方式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叠加式组合体；</a:t>
            </a:r>
          </a:p>
        </p:txBody>
      </p:sp>
      <p:sp>
        <p:nvSpPr>
          <p:cNvPr id="6" name="矩形 5"/>
          <p:cNvSpPr/>
          <p:nvPr/>
        </p:nvSpPr>
        <p:spPr>
          <a:xfrm>
            <a:off x="143508" y="2636912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了解大致形体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组成；</a:t>
            </a:r>
          </a:p>
        </p:txBody>
      </p:sp>
      <p:sp>
        <p:nvSpPr>
          <p:cNvPr id="16" name="矩形 15"/>
          <p:cNvSpPr/>
          <p:nvPr/>
        </p:nvSpPr>
        <p:spPr>
          <a:xfrm>
            <a:off x="213158" y="3100005"/>
            <a:ext cx="3745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详细分析各组成部分形状：</a:t>
            </a:r>
          </a:p>
        </p:txBody>
      </p:sp>
      <p:sp>
        <p:nvSpPr>
          <p:cNvPr id="17" name="矩形 16"/>
          <p:cNvSpPr/>
          <p:nvPr/>
        </p:nvSpPr>
        <p:spPr>
          <a:xfrm>
            <a:off x="143508" y="3677136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寻找特征视图，构想形状；</a:t>
            </a:r>
          </a:p>
        </p:txBody>
      </p:sp>
      <p:sp>
        <p:nvSpPr>
          <p:cNvPr id="18" name="矩形 17"/>
          <p:cNvSpPr/>
          <p:nvPr/>
        </p:nvSpPr>
        <p:spPr>
          <a:xfrm>
            <a:off x="143508" y="4185084"/>
            <a:ext cx="3744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对照投影，印证构想；</a:t>
            </a:r>
          </a:p>
        </p:txBody>
      </p:sp>
      <p:sp>
        <p:nvSpPr>
          <p:cNvPr id="27" name="矩形 26"/>
          <p:cNvSpPr/>
          <p:nvPr/>
        </p:nvSpPr>
        <p:spPr>
          <a:xfrm>
            <a:off x="213158" y="4748012"/>
            <a:ext cx="3745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综合起来想象整体形状：</a:t>
            </a:r>
          </a:p>
        </p:txBody>
      </p:sp>
      <p:sp>
        <p:nvSpPr>
          <p:cNvPr id="30" name="矩形 29"/>
          <p:cNvSpPr/>
          <p:nvPr/>
        </p:nvSpPr>
        <p:spPr>
          <a:xfrm>
            <a:off x="143508" y="5209677"/>
            <a:ext cx="43564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各个部分的相对位置、组合方式。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70675" y="6356350"/>
            <a:ext cx="2133600" cy="365125"/>
          </a:xfrm>
        </p:spPr>
        <p:txBody>
          <a:bodyPr/>
          <a:lstStyle/>
          <a:p>
            <a:pPr>
              <a:defRPr/>
            </a:pPr>
            <a:fld id="{AF58D94A-0A87-4356-B40A-F3E795841877}" type="slidenum"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65</a:t>
            </a:fld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 63"/>
          <p:cNvSpPr/>
          <p:nvPr/>
        </p:nvSpPr>
        <p:spPr>
          <a:xfrm>
            <a:off x="467544" y="921866"/>
            <a:ext cx="2334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面形分析法</a:t>
            </a:r>
            <a:endParaRPr lang="en-US" altLang="zh-CN" sz="2800" b="1" dirty="0">
              <a:solidFill>
                <a:srgbClr val="00604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1580" y="1700808"/>
            <a:ext cx="8035794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* 一般而言，视图中的一个封闭线框表示一个面（平面、光滑曲面）的投影</a:t>
            </a:r>
          </a:p>
        </p:txBody>
      </p:sp>
      <p:sp>
        <p:nvSpPr>
          <p:cNvPr id="6" name="矩形 5"/>
          <p:cNvSpPr/>
          <p:nvPr/>
        </p:nvSpPr>
        <p:spPr>
          <a:xfrm>
            <a:off x="791580" y="2747189"/>
            <a:ext cx="7992888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通过划分线框、对照投影的方法，分析形体表面的形状和位置，从而构想出整个形体的形状</a:t>
            </a:r>
          </a:p>
        </p:txBody>
      </p:sp>
      <p:sp>
        <p:nvSpPr>
          <p:cNvPr id="7" name="矩形 6"/>
          <p:cNvSpPr/>
          <p:nvPr/>
        </p:nvSpPr>
        <p:spPr>
          <a:xfrm>
            <a:off x="791580" y="3793569"/>
            <a:ext cx="781286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在形体分析的基础上，利用面形分析法解决读图难点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9" y="2219679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该组合体为切割式组合体；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758014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9" y="2614313"/>
            <a:ext cx="2957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切割前可视为立方体；</a:t>
            </a:r>
          </a:p>
        </p:txBody>
      </p:sp>
      <p:sp>
        <p:nvSpPr>
          <p:cNvPr id="119" name="矩形 118"/>
          <p:cNvSpPr/>
          <p:nvPr/>
        </p:nvSpPr>
        <p:spPr>
          <a:xfrm>
            <a:off x="338189" y="3035825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观察主视图：切去左上角；</a:t>
            </a:r>
          </a:p>
        </p:txBody>
      </p:sp>
      <p:sp>
        <p:nvSpPr>
          <p:cNvPr id="122" name="矩形 121"/>
          <p:cNvSpPr/>
          <p:nvPr/>
        </p:nvSpPr>
        <p:spPr>
          <a:xfrm>
            <a:off x="338189" y="3457337"/>
            <a:ext cx="3474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观察俯视图：切去左前角；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7" y="1102724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读懂视图所表达的形体。 </a:t>
            </a:r>
          </a:p>
        </p:txBody>
      </p:sp>
      <p:sp>
        <p:nvSpPr>
          <p:cNvPr id="166" name="Text Box 22"/>
          <p:cNvSpPr txBox="1">
            <a:spLocks noChangeArrowheads="1"/>
          </p:cNvSpPr>
          <p:nvPr/>
        </p:nvSpPr>
        <p:spPr bwMode="auto">
          <a:xfrm>
            <a:off x="338188" y="3909625"/>
            <a:ext cx="3990195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* </a:t>
            </a:r>
            <a:r>
              <a:rPr lang="zh-CN" altLang="en-US" dirty="0"/>
              <a:t>观察左视图：切去上前方部分；</a:t>
            </a:r>
          </a:p>
        </p:txBody>
      </p:sp>
      <p:sp>
        <p:nvSpPr>
          <p:cNvPr id="13" name="矩形 12"/>
          <p:cNvSpPr/>
          <p:nvPr/>
        </p:nvSpPr>
        <p:spPr>
          <a:xfrm>
            <a:off x="5256076" y="1974624"/>
            <a:ext cx="1939080" cy="126125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/>
          <p:cNvSpPr/>
          <p:nvPr/>
        </p:nvSpPr>
        <p:spPr>
          <a:xfrm>
            <a:off x="5256076" y="3742370"/>
            <a:ext cx="1939080" cy="101877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/>
          <p:cNvSpPr/>
          <p:nvPr/>
        </p:nvSpPr>
        <p:spPr>
          <a:xfrm>
            <a:off x="7668344" y="1974624"/>
            <a:ext cx="1008112" cy="12612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195156" y="1974624"/>
            <a:ext cx="0" cy="1261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5245916" y="3235880"/>
            <a:ext cx="1959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13" idx="1"/>
          </p:cNvCxnSpPr>
          <p:nvPr/>
        </p:nvCxnSpPr>
        <p:spPr>
          <a:xfrm flipV="1">
            <a:off x="5256076" y="2605252"/>
            <a:ext cx="0" cy="6306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6408204" y="1974624"/>
            <a:ext cx="8073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>
            <a:endCxn id="13" idx="1"/>
          </p:cNvCxnSpPr>
          <p:nvPr/>
        </p:nvCxnSpPr>
        <p:spPr>
          <a:xfrm flipH="1">
            <a:off x="5256076" y="1974624"/>
            <a:ext cx="1152128" cy="630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5616116" y="2419734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5976156" y="2419734"/>
            <a:ext cx="0" cy="8161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7668344" y="1974624"/>
            <a:ext cx="0" cy="1261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647580" y="3235882"/>
            <a:ext cx="104411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2419734"/>
            <a:ext cx="0" cy="7950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7920566" y="2419734"/>
            <a:ext cx="7660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7657740" y="1974624"/>
            <a:ext cx="2882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7935806" y="1959384"/>
            <a:ext cx="0" cy="4708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 flipH="1">
            <a:off x="5616116" y="3987425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直接连接符 5123"/>
          <p:cNvCxnSpPr/>
          <p:nvPr/>
        </p:nvCxnSpPr>
        <p:spPr>
          <a:xfrm>
            <a:off x="5616116" y="3987425"/>
            <a:ext cx="0" cy="5634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直接连接符 5125"/>
          <p:cNvCxnSpPr/>
          <p:nvPr/>
        </p:nvCxnSpPr>
        <p:spPr>
          <a:xfrm>
            <a:off x="6405636" y="3742370"/>
            <a:ext cx="0" cy="245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直接连接符 5130"/>
          <p:cNvCxnSpPr/>
          <p:nvPr/>
        </p:nvCxnSpPr>
        <p:spPr>
          <a:xfrm flipH="1" flipV="1">
            <a:off x="5256076" y="4340513"/>
            <a:ext cx="720080" cy="420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直接连接符 5132"/>
          <p:cNvCxnSpPr/>
          <p:nvPr/>
        </p:nvCxnSpPr>
        <p:spPr>
          <a:xfrm flipV="1">
            <a:off x="5256076" y="3742370"/>
            <a:ext cx="0" cy="6060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直接连接符 5134"/>
          <p:cNvCxnSpPr/>
          <p:nvPr/>
        </p:nvCxnSpPr>
        <p:spPr>
          <a:xfrm>
            <a:off x="5235312" y="3741449"/>
            <a:ext cx="19802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直接连接符 5136"/>
          <p:cNvCxnSpPr/>
          <p:nvPr/>
        </p:nvCxnSpPr>
        <p:spPr>
          <a:xfrm>
            <a:off x="7195156" y="3742370"/>
            <a:ext cx="0" cy="1018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直接连接符 5138"/>
          <p:cNvCxnSpPr/>
          <p:nvPr/>
        </p:nvCxnSpPr>
        <p:spPr>
          <a:xfrm flipH="1">
            <a:off x="5976156" y="4761148"/>
            <a:ext cx="123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2" name="直接连接符 5161"/>
          <p:cNvCxnSpPr/>
          <p:nvPr/>
        </p:nvCxnSpPr>
        <p:spPr>
          <a:xfrm>
            <a:off x="7657911" y="2619789"/>
            <a:ext cx="5969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4" name="直接连接符 5163"/>
          <p:cNvCxnSpPr/>
          <p:nvPr/>
        </p:nvCxnSpPr>
        <p:spPr>
          <a:xfrm flipV="1">
            <a:off x="8254841" y="2614313"/>
            <a:ext cx="0" cy="621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6" name="直接连接符 5165"/>
          <p:cNvCxnSpPr/>
          <p:nvPr/>
        </p:nvCxnSpPr>
        <p:spPr>
          <a:xfrm flipV="1">
            <a:off x="8254841" y="2419734"/>
            <a:ext cx="213079" cy="200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/>
      <p:bldP spid="118" grpId="0"/>
      <p:bldP spid="119" grpId="0"/>
      <p:bldP spid="122" grpId="0"/>
      <p:bldP spid="166" grpId="0"/>
      <p:bldP spid="13" grpId="0" animBg="1"/>
      <p:bldP spid="171" grpId="0" animBg="1"/>
      <p:bldP spid="17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5248656" y="3521805"/>
            <a:ext cx="1152144" cy="786384"/>
          </a:xfrm>
          <a:custGeom>
            <a:avLst/>
            <a:gdLst>
              <a:gd name="connsiteX0" fmla="*/ 6096 w 1152144"/>
              <a:gd name="connsiteY0" fmla="*/ 0 h 786384"/>
              <a:gd name="connsiteX1" fmla="*/ 1152144 w 1152144"/>
              <a:gd name="connsiteY1" fmla="*/ 0 h 786384"/>
              <a:gd name="connsiteX2" fmla="*/ 1152144 w 1152144"/>
              <a:gd name="connsiteY2" fmla="*/ 213360 h 786384"/>
              <a:gd name="connsiteX3" fmla="*/ 359664 w 1152144"/>
              <a:gd name="connsiteY3" fmla="*/ 225552 h 786384"/>
              <a:gd name="connsiteX4" fmla="*/ 365760 w 1152144"/>
              <a:gd name="connsiteY4" fmla="*/ 786384 h 786384"/>
              <a:gd name="connsiteX5" fmla="*/ 0 w 1152144"/>
              <a:gd name="connsiteY5" fmla="*/ 585216 h 786384"/>
              <a:gd name="connsiteX6" fmla="*/ 6096 w 1152144"/>
              <a:gd name="connsiteY6" fmla="*/ 0 h 786384"/>
              <a:gd name="connsiteX0-1" fmla="*/ 6096 w 1152144"/>
              <a:gd name="connsiteY0-2" fmla="*/ 0 h 786384"/>
              <a:gd name="connsiteX1-3" fmla="*/ 1152144 w 1152144"/>
              <a:gd name="connsiteY1-4" fmla="*/ 0 h 786384"/>
              <a:gd name="connsiteX2-5" fmla="*/ 1152144 w 1152144"/>
              <a:gd name="connsiteY2-6" fmla="*/ 231648 h 786384"/>
              <a:gd name="connsiteX3-7" fmla="*/ 359664 w 1152144"/>
              <a:gd name="connsiteY3-8" fmla="*/ 225552 h 786384"/>
              <a:gd name="connsiteX4-9" fmla="*/ 365760 w 1152144"/>
              <a:gd name="connsiteY4-10" fmla="*/ 786384 h 786384"/>
              <a:gd name="connsiteX5-11" fmla="*/ 0 w 1152144"/>
              <a:gd name="connsiteY5-12" fmla="*/ 585216 h 786384"/>
              <a:gd name="connsiteX6-13" fmla="*/ 6096 w 1152144"/>
              <a:gd name="connsiteY6-14" fmla="*/ 0 h 786384"/>
              <a:gd name="connsiteX0-15" fmla="*/ 6096 w 1152144"/>
              <a:gd name="connsiteY0-16" fmla="*/ 0 h 786384"/>
              <a:gd name="connsiteX1-17" fmla="*/ 1152144 w 1152144"/>
              <a:gd name="connsiteY1-18" fmla="*/ 0 h 786384"/>
              <a:gd name="connsiteX2-19" fmla="*/ 1152144 w 1152144"/>
              <a:gd name="connsiteY2-20" fmla="*/ 231648 h 786384"/>
              <a:gd name="connsiteX3-21" fmla="*/ 377952 w 1152144"/>
              <a:gd name="connsiteY3-22" fmla="*/ 231648 h 786384"/>
              <a:gd name="connsiteX4-23" fmla="*/ 365760 w 1152144"/>
              <a:gd name="connsiteY4-24" fmla="*/ 786384 h 786384"/>
              <a:gd name="connsiteX5-25" fmla="*/ 0 w 1152144"/>
              <a:gd name="connsiteY5-26" fmla="*/ 585216 h 786384"/>
              <a:gd name="connsiteX6-27" fmla="*/ 6096 w 1152144"/>
              <a:gd name="connsiteY6-28" fmla="*/ 0 h 7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52144" h="786384">
                <a:moveTo>
                  <a:pt x="6096" y="0"/>
                </a:moveTo>
                <a:lnTo>
                  <a:pt x="1152144" y="0"/>
                </a:lnTo>
                <a:lnTo>
                  <a:pt x="1152144" y="231648"/>
                </a:lnTo>
                <a:lnTo>
                  <a:pt x="377952" y="231648"/>
                </a:lnTo>
                <a:lnTo>
                  <a:pt x="365760" y="786384"/>
                </a:lnTo>
                <a:lnTo>
                  <a:pt x="0" y="585216"/>
                </a:lnTo>
                <a:lnTo>
                  <a:pt x="609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7662672" y="1753965"/>
            <a:ext cx="792480" cy="633984"/>
          </a:xfrm>
          <a:custGeom>
            <a:avLst/>
            <a:gdLst>
              <a:gd name="connsiteX0" fmla="*/ 6096 w 792480"/>
              <a:gd name="connsiteY0" fmla="*/ 0 h 633984"/>
              <a:gd name="connsiteX1" fmla="*/ 274320 w 792480"/>
              <a:gd name="connsiteY1" fmla="*/ 0 h 633984"/>
              <a:gd name="connsiteX2" fmla="*/ 268224 w 792480"/>
              <a:gd name="connsiteY2" fmla="*/ 438912 h 633984"/>
              <a:gd name="connsiteX3" fmla="*/ 792480 w 792480"/>
              <a:gd name="connsiteY3" fmla="*/ 445008 h 633984"/>
              <a:gd name="connsiteX4" fmla="*/ 585216 w 792480"/>
              <a:gd name="connsiteY4" fmla="*/ 633984 h 633984"/>
              <a:gd name="connsiteX5" fmla="*/ 0 w 792480"/>
              <a:gd name="connsiteY5" fmla="*/ 633984 h 633984"/>
              <a:gd name="connsiteX6" fmla="*/ 6096 w 792480"/>
              <a:gd name="connsiteY6" fmla="*/ 0 h 63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2480" h="633984">
                <a:moveTo>
                  <a:pt x="6096" y="0"/>
                </a:moveTo>
                <a:lnTo>
                  <a:pt x="274320" y="0"/>
                </a:lnTo>
                <a:lnTo>
                  <a:pt x="268224" y="438912"/>
                </a:lnTo>
                <a:lnTo>
                  <a:pt x="792480" y="445008"/>
                </a:lnTo>
                <a:lnTo>
                  <a:pt x="585216" y="633984"/>
                </a:lnTo>
                <a:lnTo>
                  <a:pt x="0" y="633984"/>
                </a:lnTo>
                <a:lnTo>
                  <a:pt x="609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991992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该组合体为切割式组合体；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530327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386626"/>
            <a:ext cx="2957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切割前可视为立方体；</a:t>
            </a:r>
          </a:p>
        </p:txBody>
      </p:sp>
      <p:sp>
        <p:nvSpPr>
          <p:cNvPr id="119" name="矩形 118"/>
          <p:cNvSpPr/>
          <p:nvPr/>
        </p:nvSpPr>
        <p:spPr>
          <a:xfrm>
            <a:off x="338188" y="2808138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观察主视图：切去左上角；</a:t>
            </a:r>
          </a:p>
        </p:txBody>
      </p:sp>
      <p:sp>
        <p:nvSpPr>
          <p:cNvPr id="122" name="矩形 121"/>
          <p:cNvSpPr/>
          <p:nvPr/>
        </p:nvSpPr>
        <p:spPr>
          <a:xfrm>
            <a:off x="338188" y="3229650"/>
            <a:ext cx="3474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观察俯视图：切去左前角；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7" y="875037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读懂视图所表达的形体。 </a:t>
            </a:r>
          </a:p>
        </p:txBody>
      </p:sp>
      <p:sp>
        <p:nvSpPr>
          <p:cNvPr id="166" name="Text Box 22"/>
          <p:cNvSpPr txBox="1">
            <a:spLocks noChangeArrowheads="1"/>
          </p:cNvSpPr>
          <p:nvPr/>
        </p:nvSpPr>
        <p:spPr bwMode="auto">
          <a:xfrm>
            <a:off x="338188" y="3681938"/>
            <a:ext cx="3990195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* </a:t>
            </a:r>
            <a:r>
              <a:rPr lang="zh-CN" altLang="en-US" dirty="0"/>
              <a:t>观察左视图：切去上前方部分；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4649070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 正垂面切去左上角；</a:t>
            </a:r>
          </a:p>
        </p:txBody>
      </p:sp>
      <p:sp>
        <p:nvSpPr>
          <p:cNvPr id="168" name="Text Box 84"/>
          <p:cNvSpPr txBox="1">
            <a:spLocks noChangeArrowheads="1"/>
          </p:cNvSpPr>
          <p:nvPr/>
        </p:nvSpPr>
        <p:spPr bwMode="auto">
          <a:xfrm>
            <a:off x="123876" y="4187405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面形分析：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195156" y="1746937"/>
            <a:ext cx="0" cy="1261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5245916" y="3008193"/>
            <a:ext cx="1959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5256076" y="2377565"/>
            <a:ext cx="0" cy="6306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6408204" y="1746937"/>
            <a:ext cx="8073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H="1">
            <a:off x="5256076" y="1746937"/>
            <a:ext cx="1152128" cy="630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5616116" y="2192047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5976156" y="2192047"/>
            <a:ext cx="0" cy="8161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7668344" y="1746937"/>
            <a:ext cx="0" cy="1261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647580" y="3008195"/>
            <a:ext cx="104411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2192047"/>
            <a:ext cx="0" cy="7950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7920566" y="2192047"/>
            <a:ext cx="7660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7657740" y="1746937"/>
            <a:ext cx="2882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7935806" y="1731697"/>
            <a:ext cx="0" cy="4708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 flipH="1">
            <a:off x="5616116" y="3759738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直接连接符 5123"/>
          <p:cNvCxnSpPr/>
          <p:nvPr/>
        </p:nvCxnSpPr>
        <p:spPr>
          <a:xfrm>
            <a:off x="5616116" y="3759738"/>
            <a:ext cx="0" cy="5634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直接连接符 5125"/>
          <p:cNvCxnSpPr/>
          <p:nvPr/>
        </p:nvCxnSpPr>
        <p:spPr>
          <a:xfrm>
            <a:off x="6405636" y="3514683"/>
            <a:ext cx="0" cy="245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直接连接符 5130"/>
          <p:cNvCxnSpPr/>
          <p:nvPr/>
        </p:nvCxnSpPr>
        <p:spPr>
          <a:xfrm flipH="1" flipV="1">
            <a:off x="5256076" y="4112826"/>
            <a:ext cx="720080" cy="420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直接连接符 5132"/>
          <p:cNvCxnSpPr/>
          <p:nvPr/>
        </p:nvCxnSpPr>
        <p:spPr>
          <a:xfrm flipV="1">
            <a:off x="5256076" y="3514683"/>
            <a:ext cx="0" cy="6060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直接连接符 5134"/>
          <p:cNvCxnSpPr/>
          <p:nvPr/>
        </p:nvCxnSpPr>
        <p:spPr>
          <a:xfrm>
            <a:off x="5235312" y="3513762"/>
            <a:ext cx="19802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直接连接符 5136"/>
          <p:cNvCxnSpPr/>
          <p:nvPr/>
        </p:nvCxnSpPr>
        <p:spPr>
          <a:xfrm>
            <a:off x="7195156" y="3514683"/>
            <a:ext cx="0" cy="1018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直接连接符 5138"/>
          <p:cNvCxnSpPr/>
          <p:nvPr/>
        </p:nvCxnSpPr>
        <p:spPr>
          <a:xfrm flipH="1">
            <a:off x="5976156" y="4533461"/>
            <a:ext cx="123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657911" y="2392102"/>
            <a:ext cx="5969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8254841" y="2386626"/>
            <a:ext cx="0" cy="621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254841" y="2192047"/>
            <a:ext cx="213079" cy="200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167" grpId="0"/>
      <p:bldP spid="16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8247888" y="2119828"/>
            <a:ext cx="426720" cy="810768"/>
          </a:xfrm>
          <a:custGeom>
            <a:avLst/>
            <a:gdLst>
              <a:gd name="connsiteX0" fmla="*/ 0 w 426720"/>
              <a:gd name="connsiteY0" fmla="*/ 810768 h 810768"/>
              <a:gd name="connsiteX1" fmla="*/ 0 w 426720"/>
              <a:gd name="connsiteY1" fmla="*/ 201168 h 810768"/>
              <a:gd name="connsiteX2" fmla="*/ 213360 w 426720"/>
              <a:gd name="connsiteY2" fmla="*/ 0 h 810768"/>
              <a:gd name="connsiteX3" fmla="*/ 426720 w 426720"/>
              <a:gd name="connsiteY3" fmla="*/ 6096 h 810768"/>
              <a:gd name="connsiteX4" fmla="*/ 426720 w 426720"/>
              <a:gd name="connsiteY4" fmla="*/ 804672 h 810768"/>
              <a:gd name="connsiteX5" fmla="*/ 0 w 426720"/>
              <a:gd name="connsiteY5" fmla="*/ 810768 h 81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6720" h="810768">
                <a:moveTo>
                  <a:pt x="0" y="810768"/>
                </a:moveTo>
                <a:lnTo>
                  <a:pt x="0" y="201168"/>
                </a:lnTo>
                <a:lnTo>
                  <a:pt x="213360" y="0"/>
                </a:lnTo>
                <a:lnTo>
                  <a:pt x="426720" y="6096"/>
                </a:lnTo>
                <a:lnTo>
                  <a:pt x="426720" y="804672"/>
                </a:lnTo>
                <a:lnTo>
                  <a:pt x="0" y="81076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5254752" y="2107636"/>
            <a:ext cx="719328" cy="822960"/>
          </a:xfrm>
          <a:custGeom>
            <a:avLst/>
            <a:gdLst>
              <a:gd name="connsiteX0" fmla="*/ 713232 w 719328"/>
              <a:gd name="connsiteY0" fmla="*/ 18288 h 822960"/>
              <a:gd name="connsiteX1" fmla="*/ 719328 w 719328"/>
              <a:gd name="connsiteY1" fmla="*/ 810768 h 822960"/>
              <a:gd name="connsiteX2" fmla="*/ 0 w 719328"/>
              <a:gd name="connsiteY2" fmla="*/ 822960 h 822960"/>
              <a:gd name="connsiteX3" fmla="*/ 0 w 719328"/>
              <a:gd name="connsiteY3" fmla="*/ 201168 h 822960"/>
              <a:gd name="connsiteX4" fmla="*/ 371856 w 719328"/>
              <a:gd name="connsiteY4" fmla="*/ 0 h 822960"/>
              <a:gd name="connsiteX5" fmla="*/ 713232 w 719328"/>
              <a:gd name="connsiteY5" fmla="*/ 18288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9328" h="822960">
                <a:moveTo>
                  <a:pt x="713232" y="18288"/>
                </a:moveTo>
                <a:lnTo>
                  <a:pt x="719328" y="810768"/>
                </a:lnTo>
                <a:lnTo>
                  <a:pt x="0" y="822960"/>
                </a:lnTo>
                <a:lnTo>
                  <a:pt x="0" y="201168"/>
                </a:lnTo>
                <a:lnTo>
                  <a:pt x="371856" y="0"/>
                </a:lnTo>
                <a:lnTo>
                  <a:pt x="713232" y="1828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9189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该组合体为切割式组合体；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4572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313577"/>
            <a:ext cx="2957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切割前可视为立方体；</a:t>
            </a:r>
          </a:p>
        </p:txBody>
      </p:sp>
      <p:sp>
        <p:nvSpPr>
          <p:cNvPr id="119" name="矩形 118"/>
          <p:cNvSpPr/>
          <p:nvPr/>
        </p:nvSpPr>
        <p:spPr>
          <a:xfrm>
            <a:off x="338188" y="27350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观察主视图：切去左上角；</a:t>
            </a:r>
          </a:p>
        </p:txBody>
      </p:sp>
      <p:sp>
        <p:nvSpPr>
          <p:cNvPr id="122" name="矩形 121"/>
          <p:cNvSpPr/>
          <p:nvPr/>
        </p:nvSpPr>
        <p:spPr>
          <a:xfrm>
            <a:off x="338188" y="3156601"/>
            <a:ext cx="3474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观察俯视图：切去左前角；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7" y="8019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读懂视图所表达的形体。 </a:t>
            </a:r>
          </a:p>
        </p:txBody>
      </p:sp>
      <p:sp>
        <p:nvSpPr>
          <p:cNvPr id="166" name="Text Box 22"/>
          <p:cNvSpPr txBox="1">
            <a:spLocks noChangeArrowheads="1"/>
          </p:cNvSpPr>
          <p:nvPr/>
        </p:nvSpPr>
        <p:spPr bwMode="auto">
          <a:xfrm>
            <a:off x="338188" y="3608889"/>
            <a:ext cx="3990195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* </a:t>
            </a:r>
            <a:r>
              <a:rPr lang="zh-CN" altLang="en-US" dirty="0"/>
              <a:t>观察左视图：切去上前方部分；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4576021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 正垂面切去左上角；</a:t>
            </a:r>
          </a:p>
        </p:txBody>
      </p:sp>
      <p:sp>
        <p:nvSpPr>
          <p:cNvPr id="168" name="Text Box 84"/>
          <p:cNvSpPr txBox="1">
            <a:spLocks noChangeArrowheads="1"/>
          </p:cNvSpPr>
          <p:nvPr/>
        </p:nvSpPr>
        <p:spPr bwMode="auto">
          <a:xfrm>
            <a:off x="123876" y="4114356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面形分析：</a:t>
            </a:r>
          </a:p>
        </p:txBody>
      </p:sp>
      <p:sp>
        <p:nvSpPr>
          <p:cNvPr id="169" name="矩形 168"/>
          <p:cNvSpPr/>
          <p:nvPr/>
        </p:nvSpPr>
        <p:spPr>
          <a:xfrm>
            <a:off x="338188" y="5081118"/>
            <a:ext cx="4009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铅垂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面切去左前角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195156" y="1673888"/>
            <a:ext cx="0" cy="1261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5245916" y="2935144"/>
            <a:ext cx="1959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5256076" y="2304516"/>
            <a:ext cx="0" cy="6306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6408204" y="1673888"/>
            <a:ext cx="8073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H="1">
            <a:off x="5256076" y="1673888"/>
            <a:ext cx="1152128" cy="630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5616116" y="2118998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5976156" y="2118998"/>
            <a:ext cx="0" cy="8161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7668344" y="1673888"/>
            <a:ext cx="0" cy="1261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647580" y="2935146"/>
            <a:ext cx="104411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2118998"/>
            <a:ext cx="0" cy="7950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7920566" y="2118998"/>
            <a:ext cx="7660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7657740" y="1673888"/>
            <a:ext cx="2882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7935806" y="1658648"/>
            <a:ext cx="0" cy="4708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 flipH="1">
            <a:off x="5616116" y="3686689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直接连接符 5123"/>
          <p:cNvCxnSpPr/>
          <p:nvPr/>
        </p:nvCxnSpPr>
        <p:spPr>
          <a:xfrm>
            <a:off x="5616116" y="3686689"/>
            <a:ext cx="0" cy="5634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直接连接符 5125"/>
          <p:cNvCxnSpPr/>
          <p:nvPr/>
        </p:nvCxnSpPr>
        <p:spPr>
          <a:xfrm>
            <a:off x="6405636" y="3441634"/>
            <a:ext cx="0" cy="245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直接连接符 5130"/>
          <p:cNvCxnSpPr/>
          <p:nvPr/>
        </p:nvCxnSpPr>
        <p:spPr>
          <a:xfrm flipH="1" flipV="1">
            <a:off x="5256076" y="4039777"/>
            <a:ext cx="720080" cy="420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直接连接符 5132"/>
          <p:cNvCxnSpPr/>
          <p:nvPr/>
        </p:nvCxnSpPr>
        <p:spPr>
          <a:xfrm flipV="1">
            <a:off x="5256076" y="3441634"/>
            <a:ext cx="0" cy="6060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直接连接符 5134"/>
          <p:cNvCxnSpPr/>
          <p:nvPr/>
        </p:nvCxnSpPr>
        <p:spPr>
          <a:xfrm>
            <a:off x="5235312" y="3440713"/>
            <a:ext cx="19802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直接连接符 5136"/>
          <p:cNvCxnSpPr/>
          <p:nvPr/>
        </p:nvCxnSpPr>
        <p:spPr>
          <a:xfrm>
            <a:off x="7195156" y="3441634"/>
            <a:ext cx="0" cy="1018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直接连接符 5138"/>
          <p:cNvCxnSpPr/>
          <p:nvPr/>
        </p:nvCxnSpPr>
        <p:spPr>
          <a:xfrm flipH="1">
            <a:off x="5976156" y="4460412"/>
            <a:ext cx="123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657911" y="2319053"/>
            <a:ext cx="5969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8254841" y="2313577"/>
            <a:ext cx="0" cy="621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254841" y="2118998"/>
            <a:ext cx="213079" cy="200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16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5614416" y="3505200"/>
            <a:ext cx="1584960" cy="774192"/>
          </a:xfrm>
          <a:custGeom>
            <a:avLst/>
            <a:gdLst>
              <a:gd name="connsiteX0" fmla="*/ 1572768 w 1584960"/>
              <a:gd name="connsiteY0" fmla="*/ 0 h 774192"/>
              <a:gd name="connsiteX1" fmla="*/ 1584960 w 1584960"/>
              <a:gd name="connsiteY1" fmla="*/ 774192 h 774192"/>
              <a:gd name="connsiteX2" fmla="*/ 353568 w 1584960"/>
              <a:gd name="connsiteY2" fmla="*/ 768096 h 774192"/>
              <a:gd name="connsiteX3" fmla="*/ 0 w 1584960"/>
              <a:gd name="connsiteY3" fmla="*/ 548640 h 774192"/>
              <a:gd name="connsiteX4" fmla="*/ 0 w 1584960"/>
              <a:gd name="connsiteY4" fmla="*/ 0 h 774192"/>
              <a:gd name="connsiteX5" fmla="*/ 1572768 w 1584960"/>
              <a:gd name="connsiteY5" fmla="*/ 0 h 77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4960" h="774192">
                <a:moveTo>
                  <a:pt x="1572768" y="0"/>
                </a:moveTo>
                <a:lnTo>
                  <a:pt x="1584960" y="774192"/>
                </a:lnTo>
                <a:lnTo>
                  <a:pt x="353568" y="768096"/>
                </a:lnTo>
                <a:lnTo>
                  <a:pt x="0" y="548640"/>
                </a:lnTo>
                <a:lnTo>
                  <a:pt x="0" y="0"/>
                </a:lnTo>
                <a:lnTo>
                  <a:pt x="1572768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5620512" y="1487424"/>
            <a:ext cx="1572768" cy="451104"/>
          </a:xfrm>
          <a:custGeom>
            <a:avLst/>
            <a:gdLst>
              <a:gd name="connsiteX0" fmla="*/ 1566672 w 1572768"/>
              <a:gd name="connsiteY0" fmla="*/ 6096 h 451104"/>
              <a:gd name="connsiteX1" fmla="*/ 1572768 w 1572768"/>
              <a:gd name="connsiteY1" fmla="*/ 451104 h 451104"/>
              <a:gd name="connsiteX2" fmla="*/ 0 w 1572768"/>
              <a:gd name="connsiteY2" fmla="*/ 438912 h 451104"/>
              <a:gd name="connsiteX3" fmla="*/ 798576 w 1572768"/>
              <a:gd name="connsiteY3" fmla="*/ 0 h 451104"/>
              <a:gd name="connsiteX4" fmla="*/ 1566672 w 1572768"/>
              <a:gd name="connsiteY4" fmla="*/ 6096 h 451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2768" h="451104">
                <a:moveTo>
                  <a:pt x="1566672" y="6096"/>
                </a:moveTo>
                <a:lnTo>
                  <a:pt x="1572768" y="451104"/>
                </a:lnTo>
                <a:lnTo>
                  <a:pt x="0" y="438912"/>
                </a:lnTo>
                <a:lnTo>
                  <a:pt x="798576" y="0"/>
                </a:lnTo>
                <a:lnTo>
                  <a:pt x="1566672" y="609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该组合体为切割式组合体；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32277"/>
            <a:ext cx="2957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切割前可视为立方体；</a:t>
            </a:r>
          </a:p>
        </p:txBody>
      </p:sp>
      <p:sp>
        <p:nvSpPr>
          <p:cNvPr id="119" name="矩形 118"/>
          <p:cNvSpPr/>
          <p:nvPr/>
        </p:nvSpPr>
        <p:spPr>
          <a:xfrm>
            <a:off x="338188" y="25537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观察主视图：切去左上角；</a:t>
            </a:r>
          </a:p>
        </p:txBody>
      </p:sp>
      <p:sp>
        <p:nvSpPr>
          <p:cNvPr id="122" name="矩形 121"/>
          <p:cNvSpPr/>
          <p:nvPr/>
        </p:nvSpPr>
        <p:spPr>
          <a:xfrm>
            <a:off x="338188" y="2975301"/>
            <a:ext cx="3474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观察俯视图：切去左前角；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7" y="6206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读懂视图所表达的形体。 </a:t>
            </a:r>
          </a:p>
        </p:txBody>
      </p:sp>
      <p:sp>
        <p:nvSpPr>
          <p:cNvPr id="166" name="Text Box 22"/>
          <p:cNvSpPr txBox="1">
            <a:spLocks noChangeArrowheads="1"/>
          </p:cNvSpPr>
          <p:nvPr/>
        </p:nvSpPr>
        <p:spPr bwMode="auto">
          <a:xfrm>
            <a:off x="338188" y="3427589"/>
            <a:ext cx="3990195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* </a:t>
            </a:r>
            <a:r>
              <a:rPr lang="zh-CN" altLang="en-US" dirty="0"/>
              <a:t>观察左视图：切去上前方部分；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4394721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 正垂面切去左上角；</a:t>
            </a:r>
          </a:p>
        </p:txBody>
      </p:sp>
      <p:sp>
        <p:nvSpPr>
          <p:cNvPr id="168" name="Text Box 84"/>
          <p:cNvSpPr txBox="1">
            <a:spLocks noChangeArrowheads="1"/>
          </p:cNvSpPr>
          <p:nvPr/>
        </p:nvSpPr>
        <p:spPr bwMode="auto">
          <a:xfrm>
            <a:off x="123876" y="3933056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面形分析：</a:t>
            </a:r>
          </a:p>
        </p:txBody>
      </p:sp>
      <p:sp>
        <p:nvSpPr>
          <p:cNvPr id="169" name="矩形 168"/>
          <p:cNvSpPr/>
          <p:nvPr/>
        </p:nvSpPr>
        <p:spPr>
          <a:xfrm>
            <a:off x="338188" y="4899818"/>
            <a:ext cx="4009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铅垂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面切去左前角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70" name="矩形 169"/>
          <p:cNvSpPr/>
          <p:nvPr/>
        </p:nvSpPr>
        <p:spPr>
          <a:xfrm>
            <a:off x="338186" y="5404916"/>
            <a:ext cx="48098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正平面和水平面共同切去上前方部分。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195156" y="1492588"/>
            <a:ext cx="0" cy="1261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5245916" y="2753844"/>
            <a:ext cx="1959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5256076" y="2123216"/>
            <a:ext cx="0" cy="6306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6408204" y="1492588"/>
            <a:ext cx="8073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H="1">
            <a:off x="5256076" y="1492588"/>
            <a:ext cx="1152128" cy="630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5616116" y="1937698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5976156" y="1937698"/>
            <a:ext cx="0" cy="8161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7668344" y="1492588"/>
            <a:ext cx="0" cy="1261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647580" y="2753846"/>
            <a:ext cx="104411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1937698"/>
            <a:ext cx="0" cy="7950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7920566" y="1937698"/>
            <a:ext cx="7660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7657740" y="1492588"/>
            <a:ext cx="2882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7935806" y="1477348"/>
            <a:ext cx="0" cy="4708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 flipH="1">
            <a:off x="5616116" y="3505389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直接连接符 5123"/>
          <p:cNvCxnSpPr/>
          <p:nvPr/>
        </p:nvCxnSpPr>
        <p:spPr>
          <a:xfrm>
            <a:off x="5616116" y="3505389"/>
            <a:ext cx="0" cy="5634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直接连接符 5125"/>
          <p:cNvCxnSpPr/>
          <p:nvPr/>
        </p:nvCxnSpPr>
        <p:spPr>
          <a:xfrm>
            <a:off x="6405636" y="3260334"/>
            <a:ext cx="0" cy="245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直接连接符 5130"/>
          <p:cNvCxnSpPr/>
          <p:nvPr/>
        </p:nvCxnSpPr>
        <p:spPr>
          <a:xfrm flipH="1" flipV="1">
            <a:off x="5256076" y="3858477"/>
            <a:ext cx="720080" cy="420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直接连接符 5132"/>
          <p:cNvCxnSpPr/>
          <p:nvPr/>
        </p:nvCxnSpPr>
        <p:spPr>
          <a:xfrm flipV="1">
            <a:off x="5256076" y="3260334"/>
            <a:ext cx="0" cy="6060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直接连接符 5134"/>
          <p:cNvCxnSpPr/>
          <p:nvPr/>
        </p:nvCxnSpPr>
        <p:spPr>
          <a:xfrm>
            <a:off x="5235312" y="3259413"/>
            <a:ext cx="19802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直接连接符 5136"/>
          <p:cNvCxnSpPr/>
          <p:nvPr/>
        </p:nvCxnSpPr>
        <p:spPr>
          <a:xfrm>
            <a:off x="7195156" y="3260334"/>
            <a:ext cx="0" cy="1018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直接连接符 5138"/>
          <p:cNvCxnSpPr/>
          <p:nvPr/>
        </p:nvCxnSpPr>
        <p:spPr>
          <a:xfrm flipH="1">
            <a:off x="5976156" y="4279112"/>
            <a:ext cx="123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657911" y="2137753"/>
            <a:ext cx="5969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8254841" y="2132277"/>
            <a:ext cx="0" cy="621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254841" y="1937698"/>
            <a:ext cx="213079" cy="200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69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7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974" y="4163888"/>
            <a:ext cx="2207531" cy="187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该组合体为切割式组合体；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60130"/>
            <a:ext cx="29578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切割前可视为立方体；</a:t>
            </a:r>
          </a:p>
        </p:txBody>
      </p:sp>
      <p:sp>
        <p:nvSpPr>
          <p:cNvPr id="119" name="矩形 118"/>
          <p:cNvSpPr/>
          <p:nvPr/>
        </p:nvSpPr>
        <p:spPr>
          <a:xfrm>
            <a:off x="338188" y="2582617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观察主视图：切去左上角；</a:t>
            </a:r>
          </a:p>
        </p:txBody>
      </p:sp>
      <p:sp>
        <p:nvSpPr>
          <p:cNvPr id="122" name="矩形 121"/>
          <p:cNvSpPr/>
          <p:nvPr/>
        </p:nvSpPr>
        <p:spPr>
          <a:xfrm>
            <a:off x="338188" y="3005104"/>
            <a:ext cx="3474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观察俯视图：切去左前角；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7" y="620688"/>
            <a:ext cx="652145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读懂视图所表达的形体。 </a:t>
            </a:r>
          </a:p>
        </p:txBody>
      </p:sp>
      <p:sp>
        <p:nvSpPr>
          <p:cNvPr id="166" name="Text Box 22"/>
          <p:cNvSpPr txBox="1">
            <a:spLocks noChangeArrowheads="1"/>
          </p:cNvSpPr>
          <p:nvPr/>
        </p:nvSpPr>
        <p:spPr bwMode="auto">
          <a:xfrm>
            <a:off x="338188" y="3427589"/>
            <a:ext cx="3990195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* </a:t>
            </a:r>
            <a:r>
              <a:rPr lang="zh-CN" altLang="en-US" dirty="0"/>
              <a:t>观察左视图：切去上前方部分；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4394721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 正垂面切去左上角；</a:t>
            </a:r>
          </a:p>
        </p:txBody>
      </p:sp>
      <p:sp>
        <p:nvSpPr>
          <p:cNvPr id="168" name="Text Box 84"/>
          <p:cNvSpPr txBox="1">
            <a:spLocks noChangeArrowheads="1"/>
          </p:cNvSpPr>
          <p:nvPr/>
        </p:nvSpPr>
        <p:spPr bwMode="auto">
          <a:xfrm>
            <a:off x="123876" y="3933056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面形分析：</a:t>
            </a:r>
          </a:p>
        </p:txBody>
      </p:sp>
      <p:sp>
        <p:nvSpPr>
          <p:cNvPr id="169" name="矩形 168"/>
          <p:cNvSpPr/>
          <p:nvPr/>
        </p:nvSpPr>
        <p:spPr>
          <a:xfrm>
            <a:off x="338188" y="4899819"/>
            <a:ext cx="4009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铅垂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面切去左前角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70" name="矩形 169"/>
          <p:cNvSpPr/>
          <p:nvPr/>
        </p:nvSpPr>
        <p:spPr>
          <a:xfrm>
            <a:off x="338187" y="5404916"/>
            <a:ext cx="48458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正平面和水平面共同切去上前方部分。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195156" y="1492588"/>
            <a:ext cx="0" cy="1261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5245916" y="2753844"/>
            <a:ext cx="1959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5256076" y="2123216"/>
            <a:ext cx="0" cy="6306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6408204" y="1492588"/>
            <a:ext cx="8073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H="1">
            <a:off x="5256076" y="1492588"/>
            <a:ext cx="1152128" cy="630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5616116" y="1937698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5976156" y="1937698"/>
            <a:ext cx="0" cy="8161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7668344" y="1492588"/>
            <a:ext cx="0" cy="1261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647580" y="2753846"/>
            <a:ext cx="104411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1937698"/>
            <a:ext cx="0" cy="7950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7920566" y="1937698"/>
            <a:ext cx="7660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7657740" y="1492588"/>
            <a:ext cx="2882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7935806" y="1477348"/>
            <a:ext cx="0" cy="4708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 flipH="1">
            <a:off x="5616116" y="3505389"/>
            <a:ext cx="157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4" name="直接连接符 5123"/>
          <p:cNvCxnSpPr/>
          <p:nvPr/>
        </p:nvCxnSpPr>
        <p:spPr>
          <a:xfrm>
            <a:off x="5616116" y="3505389"/>
            <a:ext cx="0" cy="5634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6" name="直接连接符 5125"/>
          <p:cNvCxnSpPr/>
          <p:nvPr/>
        </p:nvCxnSpPr>
        <p:spPr>
          <a:xfrm>
            <a:off x="6405636" y="3260334"/>
            <a:ext cx="0" cy="245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1" name="直接连接符 5130"/>
          <p:cNvCxnSpPr/>
          <p:nvPr/>
        </p:nvCxnSpPr>
        <p:spPr>
          <a:xfrm flipH="1" flipV="1">
            <a:off x="5256076" y="3858477"/>
            <a:ext cx="720080" cy="420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直接连接符 5132"/>
          <p:cNvCxnSpPr/>
          <p:nvPr/>
        </p:nvCxnSpPr>
        <p:spPr>
          <a:xfrm flipV="1">
            <a:off x="5256076" y="3260334"/>
            <a:ext cx="0" cy="6060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直接连接符 5134"/>
          <p:cNvCxnSpPr/>
          <p:nvPr/>
        </p:nvCxnSpPr>
        <p:spPr>
          <a:xfrm>
            <a:off x="5235312" y="3259413"/>
            <a:ext cx="19802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直接连接符 5136"/>
          <p:cNvCxnSpPr/>
          <p:nvPr/>
        </p:nvCxnSpPr>
        <p:spPr>
          <a:xfrm>
            <a:off x="7195156" y="3260334"/>
            <a:ext cx="0" cy="1018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直接连接符 5138"/>
          <p:cNvCxnSpPr/>
          <p:nvPr/>
        </p:nvCxnSpPr>
        <p:spPr>
          <a:xfrm flipH="1">
            <a:off x="5976156" y="4279112"/>
            <a:ext cx="123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657911" y="2137753"/>
            <a:ext cx="5969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8254841" y="2132277"/>
            <a:ext cx="0" cy="6215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254841" y="1937698"/>
            <a:ext cx="213079" cy="200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84"/>
          <p:cNvSpPr txBox="1">
            <a:spLocks noChangeArrowheads="1"/>
          </p:cNvSpPr>
          <p:nvPr/>
        </p:nvSpPr>
        <p:spPr bwMode="auto">
          <a:xfrm>
            <a:off x="123876" y="5805026"/>
            <a:ext cx="26119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综合构想形体：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Q图片20140708114759.jpg">
            <a:extLst>
              <a:ext uri="{FF2B5EF4-FFF2-40B4-BE49-F238E27FC236}">
                <a16:creationId xmlns:a16="http://schemas.microsoft.com/office/drawing/2014/main" id="{A6F7E903-A809-4373-8128-20C432994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667" y="2168860"/>
            <a:ext cx="35052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B7A0BA-CB48-45BE-BD6D-C2CC3DEBC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56" y="1736812"/>
            <a:ext cx="350043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ea typeface="楷体_GB2312" pitchFamily="49" charset="-122"/>
              </a:rPr>
              <a:t>       </a:t>
            </a:r>
            <a:r>
              <a:rPr lang="en-US" altLang="zh-CN" b="1" dirty="0">
                <a:solidFill>
                  <a:srgbClr val="7030A0"/>
                </a:solidFill>
                <a:ea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7030A0"/>
                </a:solidFill>
                <a:ea typeface="楷体_GB2312" pitchFamily="49" charset="-122"/>
              </a:rPr>
              <a:t>】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</a:rPr>
              <a:t>根据图所示左视图和俯视图，想象物体的形状，并补画主视图。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7" name="动作按钮: 前进或下一项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0F2AEB3-37C4-4859-96A9-77259D36D372}"/>
              </a:ext>
            </a:extLst>
          </p:cNvPr>
          <p:cNvSpPr/>
          <p:nvPr/>
        </p:nvSpPr>
        <p:spPr bwMode="auto">
          <a:xfrm>
            <a:off x="8143900" y="6572272"/>
            <a:ext cx="357190" cy="285752"/>
          </a:xfrm>
          <a:prstGeom prst="actionButtonForwardNex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动作按钮: 自定义 7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4595FF03-F895-4425-921E-5E154298DFE0}"/>
              </a:ext>
            </a:extLst>
          </p:cNvPr>
          <p:cNvSpPr/>
          <p:nvPr/>
        </p:nvSpPr>
        <p:spPr bwMode="auto">
          <a:xfrm>
            <a:off x="7715272" y="6572272"/>
            <a:ext cx="357190" cy="285752"/>
          </a:xfrm>
          <a:prstGeom prst="actionButtonBlank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动作按钮: 后退或前一项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C3DE6A1-58F3-410E-9818-6245BE714480}"/>
              </a:ext>
            </a:extLst>
          </p:cNvPr>
          <p:cNvSpPr/>
          <p:nvPr/>
        </p:nvSpPr>
        <p:spPr bwMode="auto">
          <a:xfrm>
            <a:off x="7286644" y="6572272"/>
            <a:ext cx="357190" cy="285752"/>
          </a:xfrm>
          <a:prstGeom prst="actionButtonBackPrevious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动作按钮: 第一张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1F466ED-2904-4457-ABFE-B7C53A354B64}"/>
              </a:ext>
            </a:extLst>
          </p:cNvPr>
          <p:cNvSpPr/>
          <p:nvPr/>
        </p:nvSpPr>
        <p:spPr bwMode="auto">
          <a:xfrm>
            <a:off x="8572528" y="6572272"/>
            <a:ext cx="357190" cy="285752"/>
          </a:xfrm>
          <a:prstGeom prst="actionButtonHom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0C866B-4084-4E57-A6D7-A6B7F0C8814E}"/>
              </a:ext>
            </a:extLst>
          </p:cNvPr>
          <p:cNvSpPr txBox="1"/>
          <p:nvPr/>
        </p:nvSpPr>
        <p:spPr>
          <a:xfrm>
            <a:off x="1714500" y="558800"/>
            <a:ext cx="7072313" cy="9239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ea typeface="楷体_GB2312" pitchFamily="49" charset="-122"/>
              </a:rPr>
              <a:t>        形体分析。结合俯视图观察左视图，左视图由一个三角形和长方形组成，俯视图的外轮廓是一个矩形。初步确定该组合体为两个长方体中间夹一个三棱柱。此时，左视图正确，而俯视图不对。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E9027-8BD9-4C6C-9483-537E4293B12A}"/>
              </a:ext>
            </a:extLst>
          </p:cNvPr>
          <p:cNvSpPr txBox="1"/>
          <p:nvPr/>
        </p:nvSpPr>
        <p:spPr>
          <a:xfrm>
            <a:off x="1357313" y="2065338"/>
            <a:ext cx="7572375" cy="9223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逐个线框分析。俯视图上的线框</a:t>
            </a:r>
            <a:r>
              <a:rPr lang="en-US" altLang="zh-CN" sz="1800" b="1" i="1">
                <a:ea typeface="楷体_GB2312" pitchFamily="49" charset="-122"/>
              </a:rPr>
              <a:t>p</a:t>
            </a:r>
            <a:r>
              <a:rPr lang="zh-CN" altLang="en-US" sz="1800" b="1">
                <a:ea typeface="楷体_GB2312" pitchFamily="49" charset="-122"/>
              </a:rPr>
              <a:t>，对应左视图上的斜线</a:t>
            </a:r>
            <a:r>
              <a:rPr lang="en-US" altLang="zh-CN" sz="1800" b="1" i="1">
                <a:ea typeface="楷体_GB2312" pitchFamily="49" charset="-122"/>
              </a:rPr>
              <a:t>p″</a:t>
            </a:r>
            <a:r>
              <a:rPr lang="zh-CN" altLang="en-US" sz="1800" b="1">
                <a:ea typeface="楷体_GB2312" pitchFamily="49" charset="-122"/>
              </a:rPr>
              <a:t>，应为侧垂面；俯视图上的左右小三角形</a:t>
            </a:r>
            <a:r>
              <a:rPr lang="en-US" altLang="zh-CN" sz="1800" b="1" i="1">
                <a:ea typeface="楷体_GB2312" pitchFamily="49" charset="-122"/>
              </a:rPr>
              <a:t>r</a:t>
            </a:r>
            <a:r>
              <a:rPr lang="zh-CN" altLang="en-US" sz="1800" b="1">
                <a:ea typeface="楷体_GB2312" pitchFamily="49" charset="-122"/>
              </a:rPr>
              <a:t>，只能和左视图上的三角形</a:t>
            </a:r>
            <a:r>
              <a:rPr lang="en-US" altLang="zh-CN" sz="1800" b="1" i="1">
                <a:ea typeface="楷体_GB2312" pitchFamily="49" charset="-122"/>
              </a:rPr>
              <a:t>r″</a:t>
            </a:r>
            <a:r>
              <a:rPr lang="zh-CN" altLang="en-US" sz="1800" b="1">
                <a:ea typeface="楷体_GB2312" pitchFamily="49" charset="-122"/>
              </a:rPr>
              <a:t>对应，应为两个小斜面。此时，左视图正确，而俯视图仍不对。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6E2C0-6E71-4E4A-952A-F612864886C1}"/>
              </a:ext>
            </a:extLst>
          </p:cNvPr>
          <p:cNvSpPr txBox="1"/>
          <p:nvPr/>
        </p:nvSpPr>
        <p:spPr>
          <a:xfrm>
            <a:off x="1928813" y="3636963"/>
            <a:ext cx="6357937" cy="9223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继续分析。进一步分析已知条件，平面三角形</a:t>
            </a:r>
            <a:r>
              <a:rPr lang="en-US" altLang="zh-CN" sz="1800" b="1" i="1">
                <a:ea typeface="楷体_GB2312" pitchFamily="49" charset="-122"/>
              </a:rPr>
              <a:t>R</a:t>
            </a:r>
            <a:r>
              <a:rPr lang="zh-CN" altLang="en-US" sz="1800" b="1">
                <a:ea typeface="楷体_GB2312" pitchFamily="49" charset="-122"/>
              </a:rPr>
              <a:t>上有一条正垂线，所以应为正垂面。如果</a:t>
            </a:r>
            <a:r>
              <a:rPr lang="en-US" altLang="zh-CN" sz="1800" b="1" i="1">
                <a:ea typeface="楷体_GB2312" pitchFamily="49" charset="-122"/>
              </a:rPr>
              <a:t>A</a:t>
            </a:r>
            <a:r>
              <a:rPr lang="zh-CN" altLang="en-US" sz="1800" b="1">
                <a:ea typeface="楷体_GB2312" pitchFamily="49" charset="-122"/>
              </a:rPr>
              <a:t>点移动到</a:t>
            </a:r>
            <a:r>
              <a:rPr lang="en-US" altLang="zh-CN" sz="1800" b="1" i="1">
                <a:ea typeface="楷体_GB2312" pitchFamily="49" charset="-122"/>
              </a:rPr>
              <a:t>B</a:t>
            </a:r>
            <a:r>
              <a:rPr lang="zh-CN" altLang="en-US" sz="1800" b="1">
                <a:ea typeface="楷体_GB2312" pitchFamily="49" charset="-122"/>
              </a:rPr>
              <a:t>点，其他结构不动，则左视图和俯视图的投影均正确，此时立体图如图所示。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2B341A-3C05-47CF-B4D0-4389678C942D}"/>
              </a:ext>
            </a:extLst>
          </p:cNvPr>
          <p:cNvSpPr txBox="1"/>
          <p:nvPr/>
        </p:nvSpPr>
        <p:spPr>
          <a:xfrm>
            <a:off x="2143125" y="5345113"/>
            <a:ext cx="6000750" cy="3698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ea typeface="楷体_GB2312" pitchFamily="49" charset="-122"/>
              </a:rPr>
              <a:t>补画主视图。根据立体图及其他两个视图即可画出主视图。</a:t>
            </a:r>
          </a:p>
        </p:txBody>
      </p:sp>
      <p:sp>
        <p:nvSpPr>
          <p:cNvPr id="8" name="下箭头 7">
            <a:extLst>
              <a:ext uri="{FF2B5EF4-FFF2-40B4-BE49-F238E27FC236}">
                <a16:creationId xmlns:a16="http://schemas.microsoft.com/office/drawing/2014/main" id="{A768A614-CE0E-471E-9C9B-9898BC7E3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571625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EDCD70F0-CA9B-4FD7-A848-45B1AC6E8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071813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30F5FF04-78E1-46F4-8684-217D350CC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714875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动作按钮: 前进或下一项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7659D73-D552-4F18-ABF0-992A0FC8B1C4}"/>
              </a:ext>
            </a:extLst>
          </p:cNvPr>
          <p:cNvSpPr/>
          <p:nvPr/>
        </p:nvSpPr>
        <p:spPr bwMode="auto">
          <a:xfrm>
            <a:off x="8143900" y="6572272"/>
            <a:ext cx="357190" cy="285752"/>
          </a:xfrm>
          <a:prstGeom prst="actionButtonForwardNex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动作按钮: 自定义 1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5A038C33-A503-4A9F-82C6-12D87B579880}"/>
              </a:ext>
            </a:extLst>
          </p:cNvPr>
          <p:cNvSpPr/>
          <p:nvPr/>
        </p:nvSpPr>
        <p:spPr bwMode="auto">
          <a:xfrm>
            <a:off x="7715272" y="6572272"/>
            <a:ext cx="357190" cy="285752"/>
          </a:xfrm>
          <a:prstGeom prst="actionButtonBlank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动作按钮: 后退或前一项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00B018A-AFBF-4EFB-B4A2-3215DB9E6BF6}"/>
              </a:ext>
            </a:extLst>
          </p:cNvPr>
          <p:cNvSpPr/>
          <p:nvPr/>
        </p:nvSpPr>
        <p:spPr bwMode="auto">
          <a:xfrm>
            <a:off x="7286644" y="6572272"/>
            <a:ext cx="357190" cy="285752"/>
          </a:xfrm>
          <a:prstGeom prst="actionButtonBackPrevious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动作按钮: 第一张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ECAED5E-D76E-4C8F-B4CD-442C2A5E6085}"/>
              </a:ext>
            </a:extLst>
          </p:cNvPr>
          <p:cNvSpPr/>
          <p:nvPr/>
        </p:nvSpPr>
        <p:spPr bwMode="auto">
          <a:xfrm>
            <a:off x="8572528" y="6572272"/>
            <a:ext cx="357190" cy="285752"/>
          </a:xfrm>
          <a:prstGeom prst="actionButtonHom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4F464-595D-4507-9299-085E93D61873}"/>
              </a:ext>
            </a:extLst>
          </p:cNvPr>
          <p:cNvSpPr txBox="1"/>
          <p:nvPr/>
        </p:nvSpPr>
        <p:spPr>
          <a:xfrm>
            <a:off x="1500188" y="657225"/>
            <a:ext cx="7286625" cy="12001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solidFill>
                  <a:srgbClr val="7030A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7030A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7030A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b="1" dirty="0">
                <a:solidFill>
                  <a:srgbClr val="7030A0"/>
                </a:solidFill>
                <a:latin typeface="楷体_GB2312" pitchFamily="49" charset="-122"/>
                <a:ea typeface="楷体_GB2312" pitchFamily="49" charset="-122"/>
              </a:rPr>
              <a:t>已知图所示的主视图和俯视图，想象出物体的形状，并补画左视图。</a:t>
            </a:r>
          </a:p>
          <a:p>
            <a:pPr eaLnBrk="1" hangingPunct="1"/>
            <a:endParaRPr lang="zh-CN" altLang="en-US" dirty="0"/>
          </a:p>
        </p:txBody>
      </p:sp>
      <p:pic>
        <p:nvPicPr>
          <p:cNvPr id="3" name="图片 2" descr="4-19.tif">
            <a:extLst>
              <a:ext uri="{FF2B5EF4-FFF2-40B4-BE49-F238E27FC236}">
                <a16:creationId xmlns:a16="http://schemas.microsoft.com/office/drawing/2014/main" id="{4FBFAF30-32D1-412C-9A96-09F797839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928813"/>
            <a:ext cx="385762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动作按钮: 前进或下一项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6E7E3DD-06AF-4EAE-B003-0BF284A995C2}"/>
              </a:ext>
            </a:extLst>
          </p:cNvPr>
          <p:cNvSpPr/>
          <p:nvPr/>
        </p:nvSpPr>
        <p:spPr bwMode="auto">
          <a:xfrm>
            <a:off x="8143900" y="6572272"/>
            <a:ext cx="357190" cy="285752"/>
          </a:xfrm>
          <a:prstGeom prst="actionButtonForwardNex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动作按钮: 自定义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733E6C00-E5B5-4710-8936-12A77147E1EA}"/>
              </a:ext>
            </a:extLst>
          </p:cNvPr>
          <p:cNvSpPr/>
          <p:nvPr/>
        </p:nvSpPr>
        <p:spPr bwMode="auto">
          <a:xfrm>
            <a:off x="7715272" y="6572272"/>
            <a:ext cx="357190" cy="285752"/>
          </a:xfrm>
          <a:prstGeom prst="actionButtonBlank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动作按钮: 后退或前一项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8D7758F-D43E-4441-96B4-7C1EFB51F085}"/>
              </a:ext>
            </a:extLst>
          </p:cNvPr>
          <p:cNvSpPr/>
          <p:nvPr/>
        </p:nvSpPr>
        <p:spPr bwMode="auto">
          <a:xfrm>
            <a:off x="7286644" y="6572272"/>
            <a:ext cx="357190" cy="285752"/>
          </a:xfrm>
          <a:prstGeom prst="actionButtonBackPrevious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动作按钮: 第一张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F421CA9-A71A-41CD-998D-E9524F344E3A}"/>
              </a:ext>
            </a:extLst>
          </p:cNvPr>
          <p:cNvSpPr/>
          <p:nvPr/>
        </p:nvSpPr>
        <p:spPr bwMode="auto">
          <a:xfrm>
            <a:off x="8572528" y="6572272"/>
            <a:ext cx="357190" cy="285752"/>
          </a:xfrm>
          <a:prstGeom prst="actionButtonHom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61D63-C468-407A-A969-6F8B18A911F5}"/>
              </a:ext>
            </a:extLst>
          </p:cNvPr>
          <p:cNvSpPr txBox="1"/>
          <p:nvPr/>
        </p:nvSpPr>
        <p:spPr>
          <a:xfrm>
            <a:off x="3071813" y="576263"/>
            <a:ext cx="4214812" cy="647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形体分析。由主视图和俯视图可以看出，该案例的基础形体是一个长方体。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86B48-377D-44A0-B3B1-A0FFA74E6066}"/>
              </a:ext>
            </a:extLst>
          </p:cNvPr>
          <p:cNvSpPr txBox="1"/>
          <p:nvPr/>
        </p:nvSpPr>
        <p:spPr>
          <a:xfrm>
            <a:off x="2000250" y="1647825"/>
            <a:ext cx="6357938" cy="647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分析线框</a:t>
            </a:r>
            <a:r>
              <a:rPr lang="en-US" altLang="zh-CN" sz="1800" b="1">
                <a:ea typeface="楷体_GB2312" pitchFamily="49" charset="-122"/>
              </a:rPr>
              <a:t>1</a:t>
            </a:r>
            <a:r>
              <a:rPr lang="zh-CN" altLang="en-US" sz="1800" b="1">
                <a:ea typeface="楷体_GB2312" pitchFamily="49" charset="-122"/>
              </a:rPr>
              <a:t>和线框</a:t>
            </a:r>
            <a:r>
              <a:rPr lang="en-US" altLang="zh-CN" sz="1800" b="1">
                <a:ea typeface="楷体_GB2312" pitchFamily="49" charset="-122"/>
              </a:rPr>
              <a:t>2</a:t>
            </a:r>
            <a:r>
              <a:rPr lang="zh-CN" altLang="en-US" sz="1800" b="1">
                <a:ea typeface="楷体_GB2312" pitchFamily="49" charset="-122"/>
              </a:rPr>
              <a:t>。俯视图中所示的线框</a:t>
            </a:r>
            <a:r>
              <a:rPr lang="en-US" altLang="zh-CN" sz="1800" b="1">
                <a:ea typeface="楷体_GB2312" pitchFamily="49" charset="-122"/>
              </a:rPr>
              <a:t>1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2</a:t>
            </a:r>
            <a:r>
              <a:rPr lang="zh-CN" altLang="en-US" sz="1800" b="1">
                <a:ea typeface="楷体_GB2312" pitchFamily="49" charset="-122"/>
              </a:rPr>
              <a:t>对应主视图上的两段线段</a:t>
            </a:r>
            <a:r>
              <a:rPr lang="en-US" altLang="zh-CN" sz="1800" b="1">
                <a:ea typeface="楷体_GB2312" pitchFamily="49" charset="-122"/>
              </a:rPr>
              <a:t>1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2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，由此可知这两个平面应为水平面。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07B1C-0536-492A-9DF4-1FCAA09C93E2}"/>
              </a:ext>
            </a:extLst>
          </p:cNvPr>
          <p:cNvSpPr txBox="1"/>
          <p:nvPr/>
        </p:nvSpPr>
        <p:spPr>
          <a:xfrm>
            <a:off x="1500188" y="2719388"/>
            <a:ext cx="7429500" cy="647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分析倾斜直线</a:t>
            </a:r>
            <a:r>
              <a:rPr lang="en-US" altLang="zh-CN" sz="1800" b="1">
                <a:ea typeface="楷体_GB2312" pitchFamily="49" charset="-122"/>
              </a:rPr>
              <a:t>3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4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。主视图中的斜线</a:t>
            </a:r>
            <a:r>
              <a:rPr lang="en-US" altLang="zh-CN" sz="1800" b="1">
                <a:ea typeface="楷体_GB2312" pitchFamily="49" charset="-122"/>
              </a:rPr>
              <a:t>3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4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对应俯视图中的两个矩形线框</a:t>
            </a:r>
            <a:r>
              <a:rPr lang="en-US" altLang="zh-CN" sz="1800" b="1">
                <a:ea typeface="楷体_GB2312" pitchFamily="49" charset="-122"/>
              </a:rPr>
              <a:t>3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4</a:t>
            </a:r>
            <a:r>
              <a:rPr lang="zh-CN" altLang="en-US" sz="1800" b="1">
                <a:ea typeface="楷体_GB2312" pitchFamily="49" charset="-122"/>
              </a:rPr>
              <a:t>，由此可知这两个平面应为正垂面，侧面投影为类似形。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81DC2C-34DF-4A4E-B076-1154905B0A05}"/>
              </a:ext>
            </a:extLst>
          </p:cNvPr>
          <p:cNvSpPr txBox="1"/>
          <p:nvPr/>
        </p:nvSpPr>
        <p:spPr>
          <a:xfrm>
            <a:off x="2357438" y="3790950"/>
            <a:ext cx="5715000" cy="647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分析线框</a:t>
            </a:r>
            <a:r>
              <a:rPr lang="en-US" altLang="zh-CN" sz="1800" b="1">
                <a:ea typeface="楷体_GB2312" pitchFamily="49" charset="-122"/>
              </a:rPr>
              <a:t>5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6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。主视图中的线框</a:t>
            </a:r>
            <a:r>
              <a:rPr lang="en-US" altLang="zh-CN" sz="1800" b="1">
                <a:ea typeface="楷体_GB2312" pitchFamily="49" charset="-122"/>
              </a:rPr>
              <a:t>5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6</a:t>
            </a:r>
            <a:r>
              <a:rPr lang="en-US" altLang="zh-CN" sz="1800" b="1" i="1">
                <a:ea typeface="楷体_GB2312" pitchFamily="49" charset="-122"/>
              </a:rPr>
              <a:t>'</a:t>
            </a:r>
            <a:r>
              <a:rPr lang="zh-CN" altLang="en-US" sz="1800" b="1">
                <a:ea typeface="楷体_GB2312" pitchFamily="49" charset="-122"/>
              </a:rPr>
              <a:t>对应俯视图中的线段</a:t>
            </a:r>
            <a:r>
              <a:rPr lang="en-US" altLang="zh-CN" sz="1800" b="1">
                <a:ea typeface="楷体_GB2312" pitchFamily="49" charset="-122"/>
              </a:rPr>
              <a:t>5</a:t>
            </a:r>
            <a:r>
              <a:rPr lang="zh-CN" altLang="en-US" sz="1800" b="1">
                <a:ea typeface="楷体_GB2312" pitchFamily="49" charset="-122"/>
              </a:rPr>
              <a:t>和</a:t>
            </a:r>
            <a:r>
              <a:rPr lang="en-US" altLang="zh-CN" sz="1800" b="1">
                <a:ea typeface="楷体_GB2312" pitchFamily="49" charset="-122"/>
              </a:rPr>
              <a:t>6</a:t>
            </a:r>
            <a:r>
              <a:rPr lang="zh-CN" altLang="en-US" sz="1800" b="1">
                <a:ea typeface="楷体_GB2312" pitchFamily="49" charset="-122"/>
              </a:rPr>
              <a:t>，由此可知这两个平面应为正平面。</a:t>
            </a: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D905FAEB-E834-47E8-854F-13101C9DB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19200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57088D15-174E-4EDA-8399-7001F440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290763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下箭头 7">
            <a:extLst>
              <a:ext uri="{FF2B5EF4-FFF2-40B4-BE49-F238E27FC236}">
                <a16:creationId xmlns:a16="http://schemas.microsoft.com/office/drawing/2014/main" id="{79E39F9A-9DC3-4C01-A77A-81E4D6037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362325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87A38C5A-DC3F-49E1-94E2-AFB4393A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433888"/>
            <a:ext cx="1071562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DF094-11FB-4C07-BDDD-04E030D65ABB}"/>
              </a:ext>
            </a:extLst>
          </p:cNvPr>
          <p:cNvSpPr txBox="1"/>
          <p:nvPr/>
        </p:nvSpPr>
        <p:spPr>
          <a:xfrm>
            <a:off x="2214563" y="4862513"/>
            <a:ext cx="6000750" cy="9239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1800" b="1">
                <a:ea typeface="楷体_GB2312" pitchFamily="49" charset="-122"/>
              </a:rPr>
              <a:t>综合想象，并补画左视图。综上分析可知，其形状是一个长方体被六个平面切割，是楼梯的一个简化模型。得知其立体形状后，根据其分析过程，逐步画出其左视图。</a:t>
            </a:r>
          </a:p>
        </p:txBody>
      </p:sp>
      <p:sp>
        <p:nvSpPr>
          <p:cNvPr id="11" name="动作按钮: 前进或下一项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FFD9F8A-A90A-4830-9727-6688298DE836}"/>
              </a:ext>
            </a:extLst>
          </p:cNvPr>
          <p:cNvSpPr/>
          <p:nvPr/>
        </p:nvSpPr>
        <p:spPr bwMode="auto">
          <a:xfrm>
            <a:off x="8143900" y="6572272"/>
            <a:ext cx="357190" cy="285752"/>
          </a:xfrm>
          <a:prstGeom prst="actionButtonForwardNex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动作按钮: 自定义 1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6C77D681-E29D-4AB5-AB4B-69609D1C7073}"/>
              </a:ext>
            </a:extLst>
          </p:cNvPr>
          <p:cNvSpPr/>
          <p:nvPr/>
        </p:nvSpPr>
        <p:spPr bwMode="auto">
          <a:xfrm>
            <a:off x="7715272" y="6572272"/>
            <a:ext cx="357190" cy="285752"/>
          </a:xfrm>
          <a:prstGeom prst="actionButtonBlank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动作按钮: 后退或前一项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B43916A-F629-4AD1-87E5-E433D36F96BE}"/>
              </a:ext>
            </a:extLst>
          </p:cNvPr>
          <p:cNvSpPr/>
          <p:nvPr/>
        </p:nvSpPr>
        <p:spPr bwMode="auto">
          <a:xfrm>
            <a:off x="7286644" y="6572272"/>
            <a:ext cx="357190" cy="285752"/>
          </a:xfrm>
          <a:prstGeom prst="actionButtonBackPrevious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动作按钮: 第一张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559E69D-2D55-4788-9DBC-63FA6BAE05F4}"/>
              </a:ext>
            </a:extLst>
          </p:cNvPr>
          <p:cNvSpPr/>
          <p:nvPr/>
        </p:nvSpPr>
        <p:spPr bwMode="auto">
          <a:xfrm>
            <a:off x="8572528" y="6572272"/>
            <a:ext cx="357190" cy="285752"/>
          </a:xfrm>
          <a:prstGeom prst="actionButtonHom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3" name="组合 6152"/>
          <p:cNvGrpSpPr/>
          <p:nvPr/>
        </p:nvGrpSpPr>
        <p:grpSpPr>
          <a:xfrm>
            <a:off x="6624228" y="1610174"/>
            <a:ext cx="170656" cy="1096994"/>
            <a:chOff x="6624228" y="1286138"/>
            <a:chExt cx="170656" cy="1096994"/>
          </a:xfrm>
        </p:grpSpPr>
        <p:cxnSp>
          <p:nvCxnSpPr>
            <p:cNvPr id="89" name="直接连接符 88"/>
            <p:cNvCxnSpPr/>
            <p:nvPr/>
          </p:nvCxnSpPr>
          <p:spPr>
            <a:xfrm flipV="1">
              <a:off x="6709596" y="1286138"/>
              <a:ext cx="0" cy="109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 rot="5400000">
              <a:off x="6696236" y="1458323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 rot="5400000">
              <a:off x="6696236" y="1644040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rot="5400000">
              <a:off x="6722876" y="182341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5400000">
              <a:off x="6722876" y="20091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5400000">
              <a:off x="6696236" y="129460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5400000">
              <a:off x="6722876" y="219349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2061679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分为上、下两个部分；</a:t>
            </a:r>
          </a:p>
        </p:txBody>
      </p:sp>
      <p:sp>
        <p:nvSpPr>
          <p:cNvPr id="6168" name="矩形 6167"/>
          <p:cNvSpPr/>
          <p:nvPr/>
        </p:nvSpPr>
        <p:spPr>
          <a:xfrm>
            <a:off x="6522223" y="1610174"/>
            <a:ext cx="590828" cy="693214"/>
          </a:xfrm>
          <a:prstGeom prst="rect">
            <a:avLst/>
          </a:prstGeom>
          <a:solidFill>
            <a:srgbClr val="FFC000">
              <a:alpha val="6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600014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456313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上部为半个圆筒；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6" y="944724"/>
            <a:ext cx="846986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主视图和俯视图，构想出形体，并做出其左视图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4826548" y="2642392"/>
            <a:ext cx="1987860" cy="140151"/>
            <a:chOff x="4826548" y="2318356"/>
            <a:chExt cx="1987860" cy="14015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4826548" y="2386948"/>
              <a:ext cx="19878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5004048" y="2318356"/>
              <a:ext cx="1620180" cy="140151"/>
              <a:chOff x="5004048" y="2318356"/>
              <a:chExt cx="1620180" cy="140151"/>
            </a:xfrm>
          </p:grpSpPr>
          <p:cxnSp>
            <p:nvCxnSpPr>
              <p:cNvPr id="178" name="直接连接符 177"/>
              <p:cNvCxnSpPr/>
              <p:nvPr/>
            </p:nvCxnSpPr>
            <p:spPr>
              <a:xfrm>
                <a:off x="5004048" y="234706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5184068" y="234788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5379960" y="2318356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>
                <a:off x="5562982" y="2332332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5775822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>
                <a:off x="5996920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6202784" y="234243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>
                <a:off x="6408204" y="234788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6624228" y="234927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组合 49"/>
          <p:cNvGrpSpPr/>
          <p:nvPr/>
        </p:nvGrpSpPr>
        <p:grpSpPr>
          <a:xfrm>
            <a:off x="4906196" y="4345793"/>
            <a:ext cx="1908212" cy="140151"/>
            <a:chOff x="4906196" y="4021757"/>
            <a:chExt cx="1908212" cy="140151"/>
          </a:xfrm>
        </p:grpSpPr>
        <p:cxnSp>
          <p:nvCxnSpPr>
            <p:cNvPr id="143" name="直接连接符 142"/>
            <p:cNvCxnSpPr/>
            <p:nvPr/>
          </p:nvCxnSpPr>
          <p:spPr>
            <a:xfrm>
              <a:off x="4906196" y="4113076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5106980" y="405046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5287000" y="405128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5482892" y="4021757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5665914" y="403573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585843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05324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6243868" y="404583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6423888" y="405128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6655152" y="405267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4896036" y="3782354"/>
            <a:ext cx="1908212" cy="140151"/>
            <a:chOff x="4896036" y="3458318"/>
            <a:chExt cx="1908212" cy="140151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4896036" y="3537012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5076056" y="348702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256076" y="348784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5451968" y="3458318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5634990" y="347229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582751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02232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212944" y="348239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392964" y="348784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6624228" y="348923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4716016" y="4039992"/>
            <a:ext cx="2520280" cy="198392"/>
            <a:chOff x="4716016" y="3715956"/>
            <a:chExt cx="2520280" cy="19839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4716016" y="3827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4986821" y="3753036"/>
              <a:ext cx="161243" cy="161312"/>
              <a:chOff x="4986821" y="3753036"/>
              <a:chExt cx="161243" cy="161312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/>
            <p:cNvGrpSpPr/>
            <p:nvPr/>
          </p:nvGrpSpPr>
          <p:grpSpPr>
            <a:xfrm>
              <a:off x="5598889" y="3735740"/>
              <a:ext cx="161243" cy="161312"/>
              <a:chOff x="4986821" y="3753036"/>
              <a:chExt cx="161243" cy="161312"/>
            </a:xfrm>
          </p:grpSpPr>
          <p:cxnSp>
            <p:nvCxnSpPr>
              <p:cNvPr id="58" name="直接连接符 5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/>
            <p:cNvGrpSpPr/>
            <p:nvPr/>
          </p:nvGrpSpPr>
          <p:grpSpPr>
            <a:xfrm>
              <a:off x="6192180" y="3735740"/>
              <a:ext cx="161243" cy="161312"/>
              <a:chOff x="4986821" y="3753036"/>
              <a:chExt cx="161243" cy="161312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/>
            <p:cNvGrpSpPr/>
            <p:nvPr/>
          </p:nvGrpSpPr>
          <p:grpSpPr>
            <a:xfrm>
              <a:off x="6876256" y="3715956"/>
              <a:ext cx="161243" cy="161312"/>
              <a:chOff x="4986821" y="3753036"/>
              <a:chExt cx="161243" cy="161312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11"/>
          <p:cNvGrpSpPr/>
          <p:nvPr/>
        </p:nvGrpSpPr>
        <p:grpSpPr>
          <a:xfrm>
            <a:off x="5467470" y="2168860"/>
            <a:ext cx="161312" cy="708965"/>
            <a:chOff x="5467470" y="1844824"/>
            <a:chExt cx="161312" cy="708965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544108" y="1844824"/>
              <a:ext cx="0" cy="7089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/>
            <p:cNvGrpSpPr/>
            <p:nvPr/>
          </p:nvGrpSpPr>
          <p:grpSpPr>
            <a:xfrm rot="5400000">
              <a:off x="5467504" y="2137719"/>
              <a:ext cx="161243" cy="161312"/>
              <a:chOff x="4986821" y="3753036"/>
              <a:chExt cx="161243" cy="161312"/>
            </a:xfrm>
          </p:grpSpPr>
          <p:cxnSp>
            <p:nvCxnSpPr>
              <p:cNvPr id="68" name="直接连接符 6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5451968" y="3751625"/>
            <a:ext cx="161312" cy="829503"/>
            <a:chOff x="5451968" y="3427589"/>
            <a:chExt cx="161312" cy="829503"/>
          </a:xfrm>
        </p:grpSpPr>
        <p:cxnSp>
          <p:nvCxnSpPr>
            <p:cNvPr id="43" name="直接连接符 42"/>
            <p:cNvCxnSpPr/>
            <p:nvPr/>
          </p:nvCxnSpPr>
          <p:spPr>
            <a:xfrm flipH="1">
              <a:off x="5544108" y="3427589"/>
              <a:ext cx="558" cy="829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5400000">
              <a:off x="5541272" y="35467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5400000">
              <a:off x="5523976" y="367749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椭圆 17"/>
          <p:cNvSpPr/>
          <p:nvPr/>
        </p:nvSpPr>
        <p:spPr>
          <a:xfrm>
            <a:off x="5256076" y="3865678"/>
            <a:ext cx="571434" cy="5714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826548" y="2312876"/>
            <a:ext cx="23017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512063" y="1600014"/>
            <a:ext cx="626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H="1">
            <a:off x="5171488" y="4745132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" name="弧形 7168"/>
          <p:cNvSpPr/>
          <p:nvPr/>
        </p:nvSpPr>
        <p:spPr>
          <a:xfrm>
            <a:off x="4838323" y="3421654"/>
            <a:ext cx="1420260" cy="1420260"/>
          </a:xfrm>
          <a:prstGeom prst="arc">
            <a:avLst>
              <a:gd name="adj1" fmla="val 7283898"/>
              <a:gd name="adj2" fmla="val 1430545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73" name="直接连接符 7172"/>
          <p:cNvCxnSpPr/>
          <p:nvPr/>
        </p:nvCxnSpPr>
        <p:spPr>
          <a:xfrm>
            <a:off x="5186728" y="2312876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H="1">
            <a:off x="5168484" y="3525300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1" name="直接连接符 7190"/>
          <p:cNvCxnSpPr/>
          <p:nvPr/>
        </p:nvCxnSpPr>
        <p:spPr>
          <a:xfrm flipV="1">
            <a:off x="7128284" y="1579694"/>
            <a:ext cx="2" cy="14778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4906196" y="3038036"/>
            <a:ext cx="222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522223" y="1584774"/>
            <a:ext cx="0" cy="718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826548" y="2303388"/>
            <a:ext cx="0" cy="405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4896036" y="2708921"/>
            <a:ext cx="0" cy="348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803264" y="2708920"/>
            <a:ext cx="108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8" name="组合 6147"/>
          <p:cNvGrpSpPr/>
          <p:nvPr/>
        </p:nvGrpSpPr>
        <p:grpSpPr>
          <a:xfrm>
            <a:off x="5220072" y="2420888"/>
            <a:ext cx="690638" cy="614132"/>
            <a:chOff x="5220072" y="2096852"/>
            <a:chExt cx="690638" cy="614132"/>
          </a:xfrm>
        </p:grpSpPr>
        <p:grpSp>
          <p:nvGrpSpPr>
            <p:cNvPr id="6147" name="组合 6146"/>
            <p:cNvGrpSpPr/>
            <p:nvPr/>
          </p:nvGrpSpPr>
          <p:grpSpPr>
            <a:xfrm>
              <a:off x="5256076" y="2312877"/>
              <a:ext cx="571434" cy="398107"/>
              <a:chOff x="5256076" y="3485288"/>
              <a:chExt cx="571434" cy="1838519"/>
            </a:xfrm>
          </p:grpSpPr>
          <p:cxnSp>
            <p:nvCxnSpPr>
              <p:cNvPr id="95" name="直接连接符 94"/>
              <p:cNvCxnSpPr>
                <a:stCxn id="18" idx="2"/>
              </p:cNvCxnSpPr>
              <p:nvPr/>
            </p:nvCxnSpPr>
            <p:spPr>
              <a:xfrm flipV="1">
                <a:off x="5256076" y="3485288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5" name="直接连接符 6144"/>
              <p:cNvCxnSpPr>
                <a:stCxn id="18" idx="6"/>
              </p:cNvCxnSpPr>
              <p:nvPr/>
            </p:nvCxnSpPr>
            <p:spPr>
              <a:xfrm flipV="1">
                <a:off x="5827510" y="3491039"/>
                <a:ext cx="0" cy="18327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8" name="直接连接符 197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59" name="组合 6158"/>
          <p:cNvGrpSpPr/>
          <p:nvPr/>
        </p:nvGrpSpPr>
        <p:grpSpPr>
          <a:xfrm>
            <a:off x="6768244" y="2702088"/>
            <a:ext cx="144016" cy="335948"/>
            <a:chOff x="6768244" y="2378052"/>
            <a:chExt cx="144016" cy="335948"/>
          </a:xfrm>
        </p:grpSpPr>
        <p:cxnSp>
          <p:nvCxnSpPr>
            <p:cNvPr id="6155" name="直接箭头连接符 6154"/>
            <p:cNvCxnSpPr/>
            <p:nvPr/>
          </p:nvCxnSpPr>
          <p:spPr>
            <a:xfrm flipV="1">
              <a:off x="6814408" y="2378052"/>
              <a:ext cx="0" cy="3359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5400000">
              <a:off x="6840252" y="2471956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71" name="空心弧 6170"/>
          <p:cNvSpPr/>
          <p:nvPr/>
        </p:nvSpPr>
        <p:spPr>
          <a:xfrm rot="16200000">
            <a:off x="6538548" y="3529921"/>
            <a:ext cx="1181744" cy="1226408"/>
          </a:xfrm>
          <a:prstGeom prst="blockArc">
            <a:avLst>
              <a:gd name="adj1" fmla="val 10686929"/>
              <a:gd name="adj2" fmla="val 61903"/>
              <a:gd name="adj3" fmla="val 15742"/>
            </a:avLst>
          </a:prstGeom>
          <a:solidFill>
            <a:srgbClr val="FFC000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弧形 19"/>
          <p:cNvSpPr/>
          <p:nvPr/>
        </p:nvSpPr>
        <p:spPr>
          <a:xfrm rot="16200000">
            <a:off x="6522223" y="3528885"/>
            <a:ext cx="1216248" cy="1216248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弧形 84"/>
          <p:cNvSpPr/>
          <p:nvPr/>
        </p:nvSpPr>
        <p:spPr>
          <a:xfrm rot="16200000">
            <a:off x="6709596" y="3716258"/>
            <a:ext cx="841502" cy="841502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020272" y="3392996"/>
            <a:ext cx="182083" cy="1476164"/>
            <a:chOff x="7020272" y="3068960"/>
            <a:chExt cx="182083" cy="1476164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128284" y="3068960"/>
              <a:ext cx="0" cy="1476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 rot="5400000">
              <a:off x="7020306" y="3487811"/>
              <a:ext cx="161243" cy="161312"/>
              <a:chOff x="4986821" y="3753036"/>
              <a:chExt cx="161243" cy="161312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 rot="5400000">
              <a:off x="7041077" y="3990417"/>
              <a:ext cx="161243" cy="161312"/>
              <a:chOff x="4986821" y="3753036"/>
              <a:chExt cx="161243" cy="161312"/>
            </a:xfrm>
          </p:grpSpPr>
          <p:cxnSp>
            <p:nvCxnSpPr>
              <p:cNvPr id="74" name="直接连接符 7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188" name="直接连接符 7187"/>
          <p:cNvCxnSpPr>
            <a:stCxn id="85" idx="2"/>
          </p:cNvCxnSpPr>
          <p:nvPr/>
        </p:nvCxnSpPr>
        <p:spPr>
          <a:xfrm flipV="1">
            <a:off x="7130347" y="3509817"/>
            <a:ext cx="0" cy="2064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flipV="1">
            <a:off x="7133454" y="4532228"/>
            <a:ext cx="0" cy="2289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84" y="2960948"/>
            <a:ext cx="1125972" cy="146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6168" grpId="0" animBg="1"/>
      <p:bldP spid="117" grpId="0"/>
      <p:bldP spid="118" grpId="0"/>
      <p:bldP spid="617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29" y="4042462"/>
            <a:ext cx="2486683" cy="219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任意多边形 3"/>
          <p:cNvSpPr/>
          <p:nvPr/>
        </p:nvSpPr>
        <p:spPr>
          <a:xfrm>
            <a:off x="4838698" y="3200400"/>
            <a:ext cx="2293621" cy="1219200"/>
          </a:xfrm>
          <a:custGeom>
            <a:avLst/>
            <a:gdLst>
              <a:gd name="connsiteX0" fmla="*/ 342900 w 2293620"/>
              <a:gd name="connsiteY0" fmla="*/ 3810 h 1219200"/>
              <a:gd name="connsiteX1" fmla="*/ 2293620 w 2293620"/>
              <a:gd name="connsiteY1" fmla="*/ 0 h 1219200"/>
              <a:gd name="connsiteX2" fmla="*/ 2286000 w 2293620"/>
              <a:gd name="connsiteY2" fmla="*/ 186690 h 1219200"/>
              <a:gd name="connsiteX3" fmla="*/ 1874520 w 2293620"/>
              <a:gd name="connsiteY3" fmla="*/ 628650 h 1219200"/>
              <a:gd name="connsiteX4" fmla="*/ 2289810 w 2293620"/>
              <a:gd name="connsiteY4" fmla="*/ 1032510 h 1219200"/>
              <a:gd name="connsiteX5" fmla="*/ 2289810 w 2293620"/>
              <a:gd name="connsiteY5" fmla="*/ 1219200 h 1219200"/>
              <a:gd name="connsiteX6" fmla="*/ 342900 w 2293620"/>
              <a:gd name="connsiteY6" fmla="*/ 1219200 h 1219200"/>
              <a:gd name="connsiteX7" fmla="*/ 0 w 2293620"/>
              <a:gd name="connsiteY7" fmla="*/ 624840 h 1219200"/>
              <a:gd name="connsiteX8" fmla="*/ 342900 w 2293620"/>
              <a:gd name="connsiteY8" fmla="*/ 3810 h 1219200"/>
              <a:gd name="connsiteX0-1" fmla="*/ 344048 w 2294768"/>
              <a:gd name="connsiteY0-2" fmla="*/ 3810 h 1219200"/>
              <a:gd name="connsiteX1-3" fmla="*/ 2294768 w 2294768"/>
              <a:gd name="connsiteY1-4" fmla="*/ 0 h 1219200"/>
              <a:gd name="connsiteX2-5" fmla="*/ 2287148 w 2294768"/>
              <a:gd name="connsiteY2-6" fmla="*/ 186690 h 1219200"/>
              <a:gd name="connsiteX3-7" fmla="*/ 1875668 w 2294768"/>
              <a:gd name="connsiteY3-8" fmla="*/ 628650 h 1219200"/>
              <a:gd name="connsiteX4-9" fmla="*/ 2290958 w 2294768"/>
              <a:gd name="connsiteY4-10" fmla="*/ 1032510 h 1219200"/>
              <a:gd name="connsiteX5-11" fmla="*/ 2290958 w 2294768"/>
              <a:gd name="connsiteY5-12" fmla="*/ 1219200 h 1219200"/>
              <a:gd name="connsiteX6-13" fmla="*/ 344048 w 2294768"/>
              <a:gd name="connsiteY6-14" fmla="*/ 1219200 h 1219200"/>
              <a:gd name="connsiteX7-15" fmla="*/ 1148 w 2294768"/>
              <a:gd name="connsiteY7-16" fmla="*/ 624840 h 1219200"/>
              <a:gd name="connsiteX8-17" fmla="*/ 344048 w 2294768"/>
              <a:gd name="connsiteY8-18" fmla="*/ 3810 h 1219200"/>
              <a:gd name="connsiteX0-19" fmla="*/ 345428 w 2296148"/>
              <a:gd name="connsiteY0-20" fmla="*/ 3810 h 1219200"/>
              <a:gd name="connsiteX1-21" fmla="*/ 2296148 w 2296148"/>
              <a:gd name="connsiteY1-22" fmla="*/ 0 h 1219200"/>
              <a:gd name="connsiteX2-23" fmla="*/ 2288528 w 2296148"/>
              <a:gd name="connsiteY2-24" fmla="*/ 186690 h 1219200"/>
              <a:gd name="connsiteX3-25" fmla="*/ 1877048 w 2296148"/>
              <a:gd name="connsiteY3-26" fmla="*/ 628650 h 1219200"/>
              <a:gd name="connsiteX4-27" fmla="*/ 2292338 w 2296148"/>
              <a:gd name="connsiteY4-28" fmla="*/ 1032510 h 1219200"/>
              <a:gd name="connsiteX5-29" fmla="*/ 2292338 w 2296148"/>
              <a:gd name="connsiteY5-30" fmla="*/ 1219200 h 1219200"/>
              <a:gd name="connsiteX6-31" fmla="*/ 345428 w 2296148"/>
              <a:gd name="connsiteY6-32" fmla="*/ 1219200 h 1219200"/>
              <a:gd name="connsiteX7-33" fmla="*/ 2528 w 2296148"/>
              <a:gd name="connsiteY7-34" fmla="*/ 624840 h 1219200"/>
              <a:gd name="connsiteX8-35" fmla="*/ 345428 w 2296148"/>
              <a:gd name="connsiteY8-36" fmla="*/ 3810 h 1219200"/>
              <a:gd name="connsiteX0-37" fmla="*/ 346863 w 2297583"/>
              <a:gd name="connsiteY0-38" fmla="*/ 3810 h 1219200"/>
              <a:gd name="connsiteX1-39" fmla="*/ 2297583 w 2297583"/>
              <a:gd name="connsiteY1-40" fmla="*/ 0 h 1219200"/>
              <a:gd name="connsiteX2-41" fmla="*/ 2289963 w 2297583"/>
              <a:gd name="connsiteY2-42" fmla="*/ 186690 h 1219200"/>
              <a:gd name="connsiteX3-43" fmla="*/ 1878483 w 2297583"/>
              <a:gd name="connsiteY3-44" fmla="*/ 628650 h 1219200"/>
              <a:gd name="connsiteX4-45" fmla="*/ 2293773 w 2297583"/>
              <a:gd name="connsiteY4-46" fmla="*/ 1032510 h 1219200"/>
              <a:gd name="connsiteX5-47" fmla="*/ 2293773 w 2297583"/>
              <a:gd name="connsiteY5-48" fmla="*/ 1219200 h 1219200"/>
              <a:gd name="connsiteX6-49" fmla="*/ 346863 w 2297583"/>
              <a:gd name="connsiteY6-50" fmla="*/ 1219200 h 1219200"/>
              <a:gd name="connsiteX7-51" fmla="*/ 3963 w 2297583"/>
              <a:gd name="connsiteY7-52" fmla="*/ 624840 h 1219200"/>
              <a:gd name="connsiteX8-53" fmla="*/ 346863 w 2297583"/>
              <a:gd name="connsiteY8-54" fmla="*/ 3810 h 1219200"/>
              <a:gd name="connsiteX0-55" fmla="*/ 344049 w 2294769"/>
              <a:gd name="connsiteY0-56" fmla="*/ 3810 h 1219200"/>
              <a:gd name="connsiteX1-57" fmla="*/ 2294769 w 2294769"/>
              <a:gd name="connsiteY1-58" fmla="*/ 0 h 1219200"/>
              <a:gd name="connsiteX2-59" fmla="*/ 2287149 w 2294769"/>
              <a:gd name="connsiteY2-60" fmla="*/ 186690 h 1219200"/>
              <a:gd name="connsiteX3-61" fmla="*/ 1875669 w 2294769"/>
              <a:gd name="connsiteY3-62" fmla="*/ 628650 h 1219200"/>
              <a:gd name="connsiteX4-63" fmla="*/ 2290959 w 2294769"/>
              <a:gd name="connsiteY4-64" fmla="*/ 1032510 h 1219200"/>
              <a:gd name="connsiteX5-65" fmla="*/ 2290959 w 2294769"/>
              <a:gd name="connsiteY5-66" fmla="*/ 1219200 h 1219200"/>
              <a:gd name="connsiteX6-67" fmla="*/ 344049 w 2294769"/>
              <a:gd name="connsiteY6-68" fmla="*/ 1219200 h 1219200"/>
              <a:gd name="connsiteX7-69" fmla="*/ 1149 w 2294769"/>
              <a:gd name="connsiteY7-70" fmla="*/ 624840 h 1219200"/>
              <a:gd name="connsiteX8-71" fmla="*/ 344049 w 2294769"/>
              <a:gd name="connsiteY8-72" fmla="*/ 3810 h 1219200"/>
              <a:gd name="connsiteX0-73" fmla="*/ 344049 w 2294769"/>
              <a:gd name="connsiteY0-74" fmla="*/ 3810 h 1219200"/>
              <a:gd name="connsiteX1-75" fmla="*/ 2294769 w 2294769"/>
              <a:gd name="connsiteY1-76" fmla="*/ 0 h 1219200"/>
              <a:gd name="connsiteX2-77" fmla="*/ 2287149 w 2294769"/>
              <a:gd name="connsiteY2-78" fmla="*/ 186690 h 1219200"/>
              <a:gd name="connsiteX3-79" fmla="*/ 1875669 w 2294769"/>
              <a:gd name="connsiteY3-80" fmla="*/ 628650 h 1219200"/>
              <a:gd name="connsiteX4-81" fmla="*/ 2290959 w 2294769"/>
              <a:gd name="connsiteY4-82" fmla="*/ 1032510 h 1219200"/>
              <a:gd name="connsiteX5-83" fmla="*/ 2290959 w 2294769"/>
              <a:gd name="connsiteY5-84" fmla="*/ 1219200 h 1219200"/>
              <a:gd name="connsiteX6-85" fmla="*/ 344049 w 2294769"/>
              <a:gd name="connsiteY6-86" fmla="*/ 1219200 h 1219200"/>
              <a:gd name="connsiteX7-87" fmla="*/ 1149 w 2294769"/>
              <a:gd name="connsiteY7-88" fmla="*/ 624840 h 1219200"/>
              <a:gd name="connsiteX8-89" fmla="*/ 344049 w 2294769"/>
              <a:gd name="connsiteY8-90" fmla="*/ 3810 h 1219200"/>
              <a:gd name="connsiteX0-91" fmla="*/ 344049 w 2294769"/>
              <a:gd name="connsiteY0-92" fmla="*/ 3810 h 1219200"/>
              <a:gd name="connsiteX1-93" fmla="*/ 2294769 w 2294769"/>
              <a:gd name="connsiteY1-94" fmla="*/ 0 h 1219200"/>
              <a:gd name="connsiteX2-95" fmla="*/ 2287149 w 2294769"/>
              <a:gd name="connsiteY2-96" fmla="*/ 186690 h 1219200"/>
              <a:gd name="connsiteX3-97" fmla="*/ 1875669 w 2294769"/>
              <a:gd name="connsiteY3-98" fmla="*/ 628650 h 1219200"/>
              <a:gd name="connsiteX4-99" fmla="*/ 2290959 w 2294769"/>
              <a:gd name="connsiteY4-100" fmla="*/ 1032510 h 1219200"/>
              <a:gd name="connsiteX5-101" fmla="*/ 2290959 w 2294769"/>
              <a:gd name="connsiteY5-102" fmla="*/ 1219200 h 1219200"/>
              <a:gd name="connsiteX6-103" fmla="*/ 344049 w 2294769"/>
              <a:gd name="connsiteY6-104" fmla="*/ 1219200 h 1219200"/>
              <a:gd name="connsiteX7-105" fmla="*/ 1149 w 2294769"/>
              <a:gd name="connsiteY7-106" fmla="*/ 624840 h 1219200"/>
              <a:gd name="connsiteX8-107" fmla="*/ 344049 w 2294769"/>
              <a:gd name="connsiteY8-108" fmla="*/ 3810 h 1219200"/>
              <a:gd name="connsiteX0-109" fmla="*/ 342901 w 2293621"/>
              <a:gd name="connsiteY0-110" fmla="*/ 3810 h 1219200"/>
              <a:gd name="connsiteX1-111" fmla="*/ 2293621 w 2293621"/>
              <a:gd name="connsiteY1-112" fmla="*/ 0 h 1219200"/>
              <a:gd name="connsiteX2-113" fmla="*/ 2286001 w 2293621"/>
              <a:gd name="connsiteY2-114" fmla="*/ 186690 h 1219200"/>
              <a:gd name="connsiteX3-115" fmla="*/ 1874521 w 2293621"/>
              <a:gd name="connsiteY3-116" fmla="*/ 628650 h 1219200"/>
              <a:gd name="connsiteX4-117" fmla="*/ 2289811 w 2293621"/>
              <a:gd name="connsiteY4-118" fmla="*/ 1032510 h 1219200"/>
              <a:gd name="connsiteX5-119" fmla="*/ 2289811 w 2293621"/>
              <a:gd name="connsiteY5-120" fmla="*/ 1219200 h 1219200"/>
              <a:gd name="connsiteX6-121" fmla="*/ 342901 w 2293621"/>
              <a:gd name="connsiteY6-122" fmla="*/ 1219200 h 1219200"/>
              <a:gd name="connsiteX7-123" fmla="*/ 1 w 2293621"/>
              <a:gd name="connsiteY7-124" fmla="*/ 624840 h 1219200"/>
              <a:gd name="connsiteX8-125" fmla="*/ 342901 w 2293621"/>
              <a:gd name="connsiteY8-126" fmla="*/ 3810 h 1219200"/>
              <a:gd name="connsiteX0-127" fmla="*/ 342901 w 2293621"/>
              <a:gd name="connsiteY0-128" fmla="*/ 3810 h 1219200"/>
              <a:gd name="connsiteX1-129" fmla="*/ 2293621 w 2293621"/>
              <a:gd name="connsiteY1-130" fmla="*/ 0 h 1219200"/>
              <a:gd name="connsiteX2-131" fmla="*/ 2286001 w 2293621"/>
              <a:gd name="connsiteY2-132" fmla="*/ 186690 h 1219200"/>
              <a:gd name="connsiteX3-133" fmla="*/ 1874521 w 2293621"/>
              <a:gd name="connsiteY3-134" fmla="*/ 628650 h 1219200"/>
              <a:gd name="connsiteX4-135" fmla="*/ 2289811 w 2293621"/>
              <a:gd name="connsiteY4-136" fmla="*/ 1032510 h 1219200"/>
              <a:gd name="connsiteX5-137" fmla="*/ 2289811 w 2293621"/>
              <a:gd name="connsiteY5-138" fmla="*/ 1219200 h 1219200"/>
              <a:gd name="connsiteX6-139" fmla="*/ 342901 w 2293621"/>
              <a:gd name="connsiteY6-140" fmla="*/ 1219200 h 1219200"/>
              <a:gd name="connsiteX7-141" fmla="*/ 1 w 2293621"/>
              <a:gd name="connsiteY7-142" fmla="*/ 624840 h 1219200"/>
              <a:gd name="connsiteX8-143" fmla="*/ 342901 w 2293621"/>
              <a:gd name="connsiteY8-144" fmla="*/ 3810 h 1219200"/>
              <a:gd name="connsiteX0-145" fmla="*/ 342901 w 2293621"/>
              <a:gd name="connsiteY0-146" fmla="*/ 3810 h 1219200"/>
              <a:gd name="connsiteX1-147" fmla="*/ 2293621 w 2293621"/>
              <a:gd name="connsiteY1-148" fmla="*/ 0 h 1219200"/>
              <a:gd name="connsiteX2-149" fmla="*/ 2286001 w 2293621"/>
              <a:gd name="connsiteY2-150" fmla="*/ 186690 h 1219200"/>
              <a:gd name="connsiteX3-151" fmla="*/ 1874521 w 2293621"/>
              <a:gd name="connsiteY3-152" fmla="*/ 628650 h 1219200"/>
              <a:gd name="connsiteX4-153" fmla="*/ 2289811 w 2293621"/>
              <a:gd name="connsiteY4-154" fmla="*/ 1032510 h 1219200"/>
              <a:gd name="connsiteX5-155" fmla="*/ 2289811 w 2293621"/>
              <a:gd name="connsiteY5-156" fmla="*/ 1219200 h 1219200"/>
              <a:gd name="connsiteX6-157" fmla="*/ 342901 w 2293621"/>
              <a:gd name="connsiteY6-158" fmla="*/ 1219200 h 1219200"/>
              <a:gd name="connsiteX7-159" fmla="*/ 1 w 2293621"/>
              <a:gd name="connsiteY7-160" fmla="*/ 624840 h 1219200"/>
              <a:gd name="connsiteX8-161" fmla="*/ 342901 w 2293621"/>
              <a:gd name="connsiteY8-162" fmla="*/ 3810 h 1219200"/>
              <a:gd name="connsiteX0-163" fmla="*/ 342901 w 2293621"/>
              <a:gd name="connsiteY0-164" fmla="*/ 3810 h 1219200"/>
              <a:gd name="connsiteX1-165" fmla="*/ 2293621 w 2293621"/>
              <a:gd name="connsiteY1-166" fmla="*/ 0 h 1219200"/>
              <a:gd name="connsiteX2-167" fmla="*/ 2286001 w 2293621"/>
              <a:gd name="connsiteY2-168" fmla="*/ 186690 h 1219200"/>
              <a:gd name="connsiteX3-169" fmla="*/ 1874521 w 2293621"/>
              <a:gd name="connsiteY3-170" fmla="*/ 628650 h 1219200"/>
              <a:gd name="connsiteX4-171" fmla="*/ 2289811 w 2293621"/>
              <a:gd name="connsiteY4-172" fmla="*/ 1032510 h 1219200"/>
              <a:gd name="connsiteX5-173" fmla="*/ 2289811 w 2293621"/>
              <a:gd name="connsiteY5-174" fmla="*/ 1219200 h 1219200"/>
              <a:gd name="connsiteX6-175" fmla="*/ 342901 w 2293621"/>
              <a:gd name="connsiteY6-176" fmla="*/ 1219200 h 1219200"/>
              <a:gd name="connsiteX7-177" fmla="*/ 1 w 2293621"/>
              <a:gd name="connsiteY7-178" fmla="*/ 624840 h 1219200"/>
              <a:gd name="connsiteX8-179" fmla="*/ 342901 w 2293621"/>
              <a:gd name="connsiteY8-180" fmla="*/ 3810 h 1219200"/>
              <a:gd name="connsiteX0-181" fmla="*/ 342901 w 2293621"/>
              <a:gd name="connsiteY0-182" fmla="*/ 3810 h 1219200"/>
              <a:gd name="connsiteX1-183" fmla="*/ 2293621 w 2293621"/>
              <a:gd name="connsiteY1-184" fmla="*/ 0 h 1219200"/>
              <a:gd name="connsiteX2-185" fmla="*/ 2286001 w 2293621"/>
              <a:gd name="connsiteY2-186" fmla="*/ 186690 h 1219200"/>
              <a:gd name="connsiteX3-187" fmla="*/ 1874521 w 2293621"/>
              <a:gd name="connsiteY3-188" fmla="*/ 628650 h 1219200"/>
              <a:gd name="connsiteX4-189" fmla="*/ 2289811 w 2293621"/>
              <a:gd name="connsiteY4-190" fmla="*/ 1032510 h 1219200"/>
              <a:gd name="connsiteX5-191" fmla="*/ 2289811 w 2293621"/>
              <a:gd name="connsiteY5-192" fmla="*/ 1219200 h 1219200"/>
              <a:gd name="connsiteX6-193" fmla="*/ 342901 w 2293621"/>
              <a:gd name="connsiteY6-194" fmla="*/ 1219200 h 1219200"/>
              <a:gd name="connsiteX7-195" fmla="*/ 1 w 2293621"/>
              <a:gd name="connsiteY7-196" fmla="*/ 624840 h 1219200"/>
              <a:gd name="connsiteX8-197" fmla="*/ 342901 w 2293621"/>
              <a:gd name="connsiteY8-198" fmla="*/ 3810 h 1219200"/>
              <a:gd name="connsiteX0-199" fmla="*/ 342901 w 2293621"/>
              <a:gd name="connsiteY0-200" fmla="*/ 3810 h 1219200"/>
              <a:gd name="connsiteX1-201" fmla="*/ 2293621 w 2293621"/>
              <a:gd name="connsiteY1-202" fmla="*/ 0 h 1219200"/>
              <a:gd name="connsiteX2-203" fmla="*/ 2286001 w 2293621"/>
              <a:gd name="connsiteY2-204" fmla="*/ 186690 h 1219200"/>
              <a:gd name="connsiteX3-205" fmla="*/ 1874521 w 2293621"/>
              <a:gd name="connsiteY3-206" fmla="*/ 628650 h 1219200"/>
              <a:gd name="connsiteX4-207" fmla="*/ 2289811 w 2293621"/>
              <a:gd name="connsiteY4-208" fmla="*/ 1032510 h 1219200"/>
              <a:gd name="connsiteX5-209" fmla="*/ 2289811 w 2293621"/>
              <a:gd name="connsiteY5-210" fmla="*/ 1219200 h 1219200"/>
              <a:gd name="connsiteX6-211" fmla="*/ 342901 w 2293621"/>
              <a:gd name="connsiteY6-212" fmla="*/ 1219200 h 1219200"/>
              <a:gd name="connsiteX7-213" fmla="*/ 1 w 2293621"/>
              <a:gd name="connsiteY7-214" fmla="*/ 624840 h 1219200"/>
              <a:gd name="connsiteX8-215" fmla="*/ 342901 w 2293621"/>
              <a:gd name="connsiteY8-216" fmla="*/ 3810 h 1219200"/>
              <a:gd name="connsiteX0-217" fmla="*/ 342901 w 2293621"/>
              <a:gd name="connsiteY0-218" fmla="*/ 3810 h 1219200"/>
              <a:gd name="connsiteX1-219" fmla="*/ 2293621 w 2293621"/>
              <a:gd name="connsiteY1-220" fmla="*/ 0 h 1219200"/>
              <a:gd name="connsiteX2-221" fmla="*/ 2286001 w 2293621"/>
              <a:gd name="connsiteY2-222" fmla="*/ 186690 h 1219200"/>
              <a:gd name="connsiteX3-223" fmla="*/ 1874521 w 2293621"/>
              <a:gd name="connsiteY3-224" fmla="*/ 628650 h 1219200"/>
              <a:gd name="connsiteX4-225" fmla="*/ 2293621 w 2293621"/>
              <a:gd name="connsiteY4-226" fmla="*/ 1024890 h 1219200"/>
              <a:gd name="connsiteX5-227" fmla="*/ 2289811 w 2293621"/>
              <a:gd name="connsiteY5-228" fmla="*/ 1219200 h 1219200"/>
              <a:gd name="connsiteX6-229" fmla="*/ 342901 w 2293621"/>
              <a:gd name="connsiteY6-230" fmla="*/ 1219200 h 1219200"/>
              <a:gd name="connsiteX7-231" fmla="*/ 1 w 2293621"/>
              <a:gd name="connsiteY7-232" fmla="*/ 624840 h 1219200"/>
              <a:gd name="connsiteX8-233" fmla="*/ 342901 w 2293621"/>
              <a:gd name="connsiteY8-234" fmla="*/ 3810 h 1219200"/>
              <a:gd name="connsiteX0-235" fmla="*/ 342901 w 2293621"/>
              <a:gd name="connsiteY0-236" fmla="*/ 3810 h 1219200"/>
              <a:gd name="connsiteX1-237" fmla="*/ 2293621 w 2293621"/>
              <a:gd name="connsiteY1-238" fmla="*/ 0 h 1219200"/>
              <a:gd name="connsiteX2-239" fmla="*/ 2286001 w 2293621"/>
              <a:gd name="connsiteY2-240" fmla="*/ 186690 h 1219200"/>
              <a:gd name="connsiteX3-241" fmla="*/ 1874521 w 2293621"/>
              <a:gd name="connsiteY3-242" fmla="*/ 628650 h 1219200"/>
              <a:gd name="connsiteX4-243" fmla="*/ 2293621 w 2293621"/>
              <a:gd name="connsiteY4-244" fmla="*/ 1024890 h 1219200"/>
              <a:gd name="connsiteX5-245" fmla="*/ 2289811 w 2293621"/>
              <a:gd name="connsiteY5-246" fmla="*/ 1219200 h 1219200"/>
              <a:gd name="connsiteX6-247" fmla="*/ 342901 w 2293621"/>
              <a:gd name="connsiteY6-248" fmla="*/ 1219200 h 1219200"/>
              <a:gd name="connsiteX7-249" fmla="*/ 1 w 2293621"/>
              <a:gd name="connsiteY7-250" fmla="*/ 624840 h 1219200"/>
              <a:gd name="connsiteX8-251" fmla="*/ 342901 w 2293621"/>
              <a:gd name="connsiteY8-252" fmla="*/ 3810 h 1219200"/>
              <a:gd name="connsiteX0-253" fmla="*/ 342901 w 2293621"/>
              <a:gd name="connsiteY0-254" fmla="*/ 3810 h 1219200"/>
              <a:gd name="connsiteX1-255" fmla="*/ 2293621 w 2293621"/>
              <a:gd name="connsiteY1-256" fmla="*/ 0 h 1219200"/>
              <a:gd name="connsiteX2-257" fmla="*/ 2286001 w 2293621"/>
              <a:gd name="connsiteY2-258" fmla="*/ 186690 h 1219200"/>
              <a:gd name="connsiteX3-259" fmla="*/ 1874521 w 2293621"/>
              <a:gd name="connsiteY3-260" fmla="*/ 628650 h 1219200"/>
              <a:gd name="connsiteX4-261" fmla="*/ 2293621 w 2293621"/>
              <a:gd name="connsiteY4-262" fmla="*/ 1024890 h 1219200"/>
              <a:gd name="connsiteX5-263" fmla="*/ 2289811 w 2293621"/>
              <a:gd name="connsiteY5-264" fmla="*/ 1219200 h 1219200"/>
              <a:gd name="connsiteX6-265" fmla="*/ 342901 w 2293621"/>
              <a:gd name="connsiteY6-266" fmla="*/ 1219200 h 1219200"/>
              <a:gd name="connsiteX7-267" fmla="*/ 1 w 2293621"/>
              <a:gd name="connsiteY7-268" fmla="*/ 624840 h 1219200"/>
              <a:gd name="connsiteX8-269" fmla="*/ 342901 w 2293621"/>
              <a:gd name="connsiteY8-270" fmla="*/ 3810 h 1219200"/>
              <a:gd name="connsiteX0-271" fmla="*/ 342901 w 2293621"/>
              <a:gd name="connsiteY0-272" fmla="*/ 3810 h 1219200"/>
              <a:gd name="connsiteX1-273" fmla="*/ 2293621 w 2293621"/>
              <a:gd name="connsiteY1-274" fmla="*/ 0 h 1219200"/>
              <a:gd name="connsiteX2-275" fmla="*/ 2286001 w 2293621"/>
              <a:gd name="connsiteY2-276" fmla="*/ 186690 h 1219200"/>
              <a:gd name="connsiteX3-277" fmla="*/ 1874521 w 2293621"/>
              <a:gd name="connsiteY3-278" fmla="*/ 628650 h 1219200"/>
              <a:gd name="connsiteX4-279" fmla="*/ 2293621 w 2293621"/>
              <a:gd name="connsiteY4-280" fmla="*/ 1024890 h 1219200"/>
              <a:gd name="connsiteX5-281" fmla="*/ 2289811 w 2293621"/>
              <a:gd name="connsiteY5-282" fmla="*/ 1219200 h 1219200"/>
              <a:gd name="connsiteX6-283" fmla="*/ 342901 w 2293621"/>
              <a:gd name="connsiteY6-284" fmla="*/ 1219200 h 1219200"/>
              <a:gd name="connsiteX7-285" fmla="*/ 1 w 2293621"/>
              <a:gd name="connsiteY7-286" fmla="*/ 624840 h 1219200"/>
              <a:gd name="connsiteX8-287" fmla="*/ 342901 w 2293621"/>
              <a:gd name="connsiteY8-288" fmla="*/ 3810 h 1219200"/>
              <a:gd name="connsiteX0-289" fmla="*/ 342901 w 2293621"/>
              <a:gd name="connsiteY0-290" fmla="*/ 3810 h 1219200"/>
              <a:gd name="connsiteX1-291" fmla="*/ 2293621 w 2293621"/>
              <a:gd name="connsiteY1-292" fmla="*/ 0 h 1219200"/>
              <a:gd name="connsiteX2-293" fmla="*/ 2286001 w 2293621"/>
              <a:gd name="connsiteY2-294" fmla="*/ 186690 h 1219200"/>
              <a:gd name="connsiteX3-295" fmla="*/ 1874521 w 2293621"/>
              <a:gd name="connsiteY3-296" fmla="*/ 628650 h 1219200"/>
              <a:gd name="connsiteX4-297" fmla="*/ 2293621 w 2293621"/>
              <a:gd name="connsiteY4-298" fmla="*/ 1024890 h 1219200"/>
              <a:gd name="connsiteX5-299" fmla="*/ 2289811 w 2293621"/>
              <a:gd name="connsiteY5-300" fmla="*/ 1219200 h 1219200"/>
              <a:gd name="connsiteX6-301" fmla="*/ 342901 w 2293621"/>
              <a:gd name="connsiteY6-302" fmla="*/ 1219200 h 1219200"/>
              <a:gd name="connsiteX7-303" fmla="*/ 1 w 2293621"/>
              <a:gd name="connsiteY7-304" fmla="*/ 624840 h 1219200"/>
              <a:gd name="connsiteX8-305" fmla="*/ 342901 w 2293621"/>
              <a:gd name="connsiteY8-306" fmla="*/ 3810 h 1219200"/>
              <a:gd name="connsiteX0-307" fmla="*/ 342901 w 2293621"/>
              <a:gd name="connsiteY0-308" fmla="*/ 3810 h 1219200"/>
              <a:gd name="connsiteX1-309" fmla="*/ 2293621 w 2293621"/>
              <a:gd name="connsiteY1-310" fmla="*/ 0 h 1219200"/>
              <a:gd name="connsiteX2-311" fmla="*/ 2286001 w 2293621"/>
              <a:gd name="connsiteY2-312" fmla="*/ 186690 h 1219200"/>
              <a:gd name="connsiteX3-313" fmla="*/ 1874521 w 2293621"/>
              <a:gd name="connsiteY3-314" fmla="*/ 628650 h 1219200"/>
              <a:gd name="connsiteX4-315" fmla="*/ 2293621 w 2293621"/>
              <a:gd name="connsiteY4-316" fmla="*/ 1024890 h 1219200"/>
              <a:gd name="connsiteX5-317" fmla="*/ 2289811 w 2293621"/>
              <a:gd name="connsiteY5-318" fmla="*/ 1219200 h 1219200"/>
              <a:gd name="connsiteX6-319" fmla="*/ 342901 w 2293621"/>
              <a:gd name="connsiteY6-320" fmla="*/ 1219200 h 1219200"/>
              <a:gd name="connsiteX7-321" fmla="*/ 1 w 2293621"/>
              <a:gd name="connsiteY7-322" fmla="*/ 624840 h 1219200"/>
              <a:gd name="connsiteX8-323" fmla="*/ 342901 w 2293621"/>
              <a:gd name="connsiteY8-324" fmla="*/ 3810 h 1219200"/>
              <a:gd name="connsiteX0-325" fmla="*/ 342901 w 2293621"/>
              <a:gd name="connsiteY0-326" fmla="*/ 3810 h 1219200"/>
              <a:gd name="connsiteX1-327" fmla="*/ 2293621 w 2293621"/>
              <a:gd name="connsiteY1-328" fmla="*/ 0 h 1219200"/>
              <a:gd name="connsiteX2-329" fmla="*/ 2286001 w 2293621"/>
              <a:gd name="connsiteY2-330" fmla="*/ 186690 h 1219200"/>
              <a:gd name="connsiteX3-331" fmla="*/ 1874521 w 2293621"/>
              <a:gd name="connsiteY3-332" fmla="*/ 628650 h 1219200"/>
              <a:gd name="connsiteX4-333" fmla="*/ 2293621 w 2293621"/>
              <a:gd name="connsiteY4-334" fmla="*/ 1024890 h 1219200"/>
              <a:gd name="connsiteX5-335" fmla="*/ 2289811 w 2293621"/>
              <a:gd name="connsiteY5-336" fmla="*/ 1219200 h 1219200"/>
              <a:gd name="connsiteX6-337" fmla="*/ 342901 w 2293621"/>
              <a:gd name="connsiteY6-338" fmla="*/ 1219200 h 1219200"/>
              <a:gd name="connsiteX7-339" fmla="*/ 1 w 2293621"/>
              <a:gd name="connsiteY7-340" fmla="*/ 624840 h 1219200"/>
              <a:gd name="connsiteX8-341" fmla="*/ 342901 w 2293621"/>
              <a:gd name="connsiteY8-342" fmla="*/ 3810 h 1219200"/>
              <a:gd name="connsiteX0-343" fmla="*/ 342901 w 2293621"/>
              <a:gd name="connsiteY0-344" fmla="*/ 3810 h 1219200"/>
              <a:gd name="connsiteX1-345" fmla="*/ 2293621 w 2293621"/>
              <a:gd name="connsiteY1-346" fmla="*/ 0 h 1219200"/>
              <a:gd name="connsiteX2-347" fmla="*/ 2286001 w 2293621"/>
              <a:gd name="connsiteY2-348" fmla="*/ 186690 h 1219200"/>
              <a:gd name="connsiteX3-349" fmla="*/ 1874521 w 2293621"/>
              <a:gd name="connsiteY3-350" fmla="*/ 628650 h 1219200"/>
              <a:gd name="connsiteX4-351" fmla="*/ 2293621 w 2293621"/>
              <a:gd name="connsiteY4-352" fmla="*/ 1024890 h 1219200"/>
              <a:gd name="connsiteX5-353" fmla="*/ 2289811 w 2293621"/>
              <a:gd name="connsiteY5-354" fmla="*/ 1219200 h 1219200"/>
              <a:gd name="connsiteX6-355" fmla="*/ 342901 w 2293621"/>
              <a:gd name="connsiteY6-356" fmla="*/ 1219200 h 1219200"/>
              <a:gd name="connsiteX7-357" fmla="*/ 1 w 2293621"/>
              <a:gd name="connsiteY7-358" fmla="*/ 624840 h 1219200"/>
              <a:gd name="connsiteX8-359" fmla="*/ 342901 w 2293621"/>
              <a:gd name="connsiteY8-360" fmla="*/ 3810 h 1219200"/>
              <a:gd name="connsiteX0-361" fmla="*/ 342901 w 2293621"/>
              <a:gd name="connsiteY0-362" fmla="*/ 3810 h 1219200"/>
              <a:gd name="connsiteX1-363" fmla="*/ 2293621 w 2293621"/>
              <a:gd name="connsiteY1-364" fmla="*/ 0 h 1219200"/>
              <a:gd name="connsiteX2-365" fmla="*/ 2286001 w 2293621"/>
              <a:gd name="connsiteY2-366" fmla="*/ 186690 h 1219200"/>
              <a:gd name="connsiteX3-367" fmla="*/ 1874521 w 2293621"/>
              <a:gd name="connsiteY3-368" fmla="*/ 628650 h 1219200"/>
              <a:gd name="connsiteX4-369" fmla="*/ 2293621 w 2293621"/>
              <a:gd name="connsiteY4-370" fmla="*/ 1024890 h 1219200"/>
              <a:gd name="connsiteX5-371" fmla="*/ 2289811 w 2293621"/>
              <a:gd name="connsiteY5-372" fmla="*/ 1219200 h 1219200"/>
              <a:gd name="connsiteX6-373" fmla="*/ 342901 w 2293621"/>
              <a:gd name="connsiteY6-374" fmla="*/ 1219200 h 1219200"/>
              <a:gd name="connsiteX7-375" fmla="*/ 1 w 2293621"/>
              <a:gd name="connsiteY7-376" fmla="*/ 624840 h 1219200"/>
              <a:gd name="connsiteX8-377" fmla="*/ 342901 w 2293621"/>
              <a:gd name="connsiteY8-378" fmla="*/ 3810 h 1219200"/>
              <a:gd name="connsiteX0-379" fmla="*/ 342901 w 2293621"/>
              <a:gd name="connsiteY0-380" fmla="*/ 3810 h 1219200"/>
              <a:gd name="connsiteX1-381" fmla="*/ 2293621 w 2293621"/>
              <a:gd name="connsiteY1-382" fmla="*/ 0 h 1219200"/>
              <a:gd name="connsiteX2-383" fmla="*/ 2286001 w 2293621"/>
              <a:gd name="connsiteY2-384" fmla="*/ 186690 h 1219200"/>
              <a:gd name="connsiteX3-385" fmla="*/ 1874521 w 2293621"/>
              <a:gd name="connsiteY3-386" fmla="*/ 628650 h 1219200"/>
              <a:gd name="connsiteX4-387" fmla="*/ 2293621 w 2293621"/>
              <a:gd name="connsiteY4-388" fmla="*/ 1024890 h 1219200"/>
              <a:gd name="connsiteX5-389" fmla="*/ 2289811 w 2293621"/>
              <a:gd name="connsiteY5-390" fmla="*/ 1219200 h 1219200"/>
              <a:gd name="connsiteX6-391" fmla="*/ 342901 w 2293621"/>
              <a:gd name="connsiteY6-392" fmla="*/ 1219200 h 1219200"/>
              <a:gd name="connsiteX7-393" fmla="*/ 1 w 2293621"/>
              <a:gd name="connsiteY7-394" fmla="*/ 624840 h 1219200"/>
              <a:gd name="connsiteX8-395" fmla="*/ 342901 w 2293621"/>
              <a:gd name="connsiteY8-396" fmla="*/ 3810 h 1219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293621" h="1219200">
                <a:moveTo>
                  <a:pt x="342901" y="3810"/>
                </a:moveTo>
                <a:lnTo>
                  <a:pt x="2293621" y="0"/>
                </a:lnTo>
                <a:lnTo>
                  <a:pt x="2286001" y="186690"/>
                </a:lnTo>
                <a:cubicBezTo>
                  <a:pt x="2040891" y="200025"/>
                  <a:pt x="1865631" y="393700"/>
                  <a:pt x="1874521" y="628650"/>
                </a:cubicBezTo>
                <a:cubicBezTo>
                  <a:pt x="1883411" y="863600"/>
                  <a:pt x="2011046" y="1029335"/>
                  <a:pt x="2293621" y="1024890"/>
                </a:cubicBezTo>
                <a:lnTo>
                  <a:pt x="2289811" y="1219200"/>
                </a:lnTo>
                <a:lnTo>
                  <a:pt x="342901" y="1219200"/>
                </a:lnTo>
                <a:cubicBezTo>
                  <a:pt x="14606" y="1021080"/>
                  <a:pt x="1" y="625475"/>
                  <a:pt x="1" y="624840"/>
                </a:cubicBezTo>
                <a:cubicBezTo>
                  <a:pt x="1" y="624205"/>
                  <a:pt x="-1269" y="168910"/>
                  <a:pt x="342901" y="3810"/>
                </a:cubicBezTo>
                <a:close/>
              </a:path>
            </a:pathLst>
          </a:cu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5258949" y="3543852"/>
            <a:ext cx="571434" cy="5714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4827270" y="1988820"/>
            <a:ext cx="2297430" cy="716280"/>
          </a:xfrm>
          <a:custGeom>
            <a:avLst/>
            <a:gdLst>
              <a:gd name="connsiteX0" fmla="*/ 0 w 2297430"/>
              <a:gd name="connsiteY0" fmla="*/ 0 h 716280"/>
              <a:gd name="connsiteX1" fmla="*/ 2293620 w 2297430"/>
              <a:gd name="connsiteY1" fmla="*/ 3810 h 716280"/>
              <a:gd name="connsiteX2" fmla="*/ 2297430 w 2297430"/>
              <a:gd name="connsiteY2" fmla="*/ 716280 h 716280"/>
              <a:gd name="connsiteX3" fmla="*/ 64770 w 2297430"/>
              <a:gd name="connsiteY3" fmla="*/ 716280 h 716280"/>
              <a:gd name="connsiteX4" fmla="*/ 64770 w 2297430"/>
              <a:gd name="connsiteY4" fmla="*/ 392430 h 716280"/>
              <a:gd name="connsiteX5" fmla="*/ 0 w 2297430"/>
              <a:gd name="connsiteY5" fmla="*/ 392430 h 716280"/>
              <a:gd name="connsiteX6" fmla="*/ 0 w 2297430"/>
              <a:gd name="connsiteY6" fmla="*/ 0 h 7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7430" h="716280">
                <a:moveTo>
                  <a:pt x="0" y="0"/>
                </a:moveTo>
                <a:lnTo>
                  <a:pt x="2293620" y="3810"/>
                </a:lnTo>
                <a:lnTo>
                  <a:pt x="2297430" y="716280"/>
                </a:lnTo>
                <a:lnTo>
                  <a:pt x="64770" y="716280"/>
                </a:lnTo>
                <a:lnTo>
                  <a:pt x="64770" y="392430"/>
                </a:lnTo>
                <a:lnTo>
                  <a:pt x="0" y="392430"/>
                </a:lnTo>
                <a:lnTo>
                  <a:pt x="0" y="0"/>
                </a:lnTo>
                <a:close/>
              </a:path>
            </a:pathLst>
          </a:cu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53" name="组合 6152"/>
          <p:cNvGrpSpPr/>
          <p:nvPr/>
        </p:nvGrpSpPr>
        <p:grpSpPr>
          <a:xfrm>
            <a:off x="6624228" y="1286138"/>
            <a:ext cx="170656" cy="1096994"/>
            <a:chOff x="6624228" y="1286138"/>
            <a:chExt cx="170656" cy="1096994"/>
          </a:xfrm>
        </p:grpSpPr>
        <p:cxnSp>
          <p:nvCxnSpPr>
            <p:cNvPr id="89" name="直接连接符 88"/>
            <p:cNvCxnSpPr/>
            <p:nvPr/>
          </p:nvCxnSpPr>
          <p:spPr>
            <a:xfrm flipV="1">
              <a:off x="6709596" y="1286138"/>
              <a:ext cx="0" cy="109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 rot="5400000">
              <a:off x="6696236" y="1458323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 rot="5400000">
              <a:off x="6696236" y="1644040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rot="5400000">
              <a:off x="6722876" y="182341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5400000">
              <a:off x="6722876" y="2009128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5400000">
              <a:off x="6696236" y="129460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5400000">
              <a:off x="6722876" y="2193498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分为上、下两个部分；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32277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上部为半个圆筒；</a:t>
            </a:r>
          </a:p>
        </p:txBody>
      </p:sp>
      <p:sp>
        <p:nvSpPr>
          <p:cNvPr id="119" name="矩形 118"/>
          <p:cNvSpPr/>
          <p:nvPr/>
        </p:nvSpPr>
        <p:spPr>
          <a:xfrm>
            <a:off x="338188" y="25537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下部为平板上开槽、打孔；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6" y="620688"/>
            <a:ext cx="846986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主视图和俯视图，构想出形体，并做出其左视图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4826548" y="2318356"/>
            <a:ext cx="1987860" cy="140151"/>
            <a:chOff x="4826548" y="2318356"/>
            <a:chExt cx="1987860" cy="14015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4826548" y="2386948"/>
              <a:ext cx="19878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5004048" y="2318356"/>
              <a:ext cx="1620180" cy="140151"/>
              <a:chOff x="5004048" y="2318356"/>
              <a:chExt cx="1620180" cy="140151"/>
            </a:xfrm>
          </p:grpSpPr>
          <p:cxnSp>
            <p:nvCxnSpPr>
              <p:cNvPr id="178" name="直接连接符 177"/>
              <p:cNvCxnSpPr/>
              <p:nvPr/>
            </p:nvCxnSpPr>
            <p:spPr>
              <a:xfrm>
                <a:off x="5004048" y="2347063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5184068" y="2347884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5379960" y="2318356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>
                <a:off x="5562982" y="2332332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5775822" y="2339061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>
                <a:off x="5996920" y="2339061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6202784" y="2342433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>
                <a:off x="6408204" y="2347883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6624228" y="2349274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组合 49"/>
          <p:cNvGrpSpPr/>
          <p:nvPr/>
        </p:nvGrpSpPr>
        <p:grpSpPr>
          <a:xfrm>
            <a:off x="4906196" y="4042462"/>
            <a:ext cx="1908212" cy="165482"/>
            <a:chOff x="4906196" y="4042462"/>
            <a:chExt cx="1908212" cy="165482"/>
          </a:xfrm>
        </p:grpSpPr>
        <p:cxnSp>
          <p:nvCxnSpPr>
            <p:cNvPr id="143" name="直接连接符 142"/>
            <p:cNvCxnSpPr/>
            <p:nvPr/>
          </p:nvCxnSpPr>
          <p:spPr>
            <a:xfrm>
              <a:off x="4906196" y="4113076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5106980" y="405046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5287000" y="405128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5482892" y="4098711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5665914" y="4084692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5858434" y="4042462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053244" y="4042462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6243868" y="404583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6423888" y="405128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6655152" y="405267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4896036" y="3458318"/>
            <a:ext cx="1908212" cy="140151"/>
            <a:chOff x="4896036" y="3458318"/>
            <a:chExt cx="1908212" cy="140151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4896036" y="3537012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5076056" y="348702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256076" y="3487846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5451968" y="3458318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5634990" y="347229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5827510" y="3479023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022320" y="3479023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212944" y="348239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392964" y="348784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6624228" y="3489236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4716016" y="3715956"/>
            <a:ext cx="2520280" cy="198392"/>
            <a:chOff x="4716016" y="3715956"/>
            <a:chExt cx="2520280" cy="19839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4716016" y="3827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4986821" y="3753036"/>
              <a:ext cx="161243" cy="161312"/>
              <a:chOff x="4986821" y="3753036"/>
              <a:chExt cx="161243" cy="161312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/>
            <p:cNvGrpSpPr/>
            <p:nvPr/>
          </p:nvGrpSpPr>
          <p:grpSpPr>
            <a:xfrm>
              <a:off x="5598889" y="3735740"/>
              <a:ext cx="161243" cy="161312"/>
              <a:chOff x="4986821" y="3753036"/>
              <a:chExt cx="161243" cy="161312"/>
            </a:xfrm>
          </p:grpSpPr>
          <p:cxnSp>
            <p:nvCxnSpPr>
              <p:cNvPr id="58" name="直接连接符 5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/>
            <p:cNvGrpSpPr/>
            <p:nvPr/>
          </p:nvGrpSpPr>
          <p:grpSpPr>
            <a:xfrm>
              <a:off x="6192180" y="3735740"/>
              <a:ext cx="161243" cy="161312"/>
              <a:chOff x="4986821" y="3753036"/>
              <a:chExt cx="161243" cy="161312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/>
            <p:cNvGrpSpPr/>
            <p:nvPr/>
          </p:nvGrpSpPr>
          <p:grpSpPr>
            <a:xfrm>
              <a:off x="6876256" y="3715956"/>
              <a:ext cx="161243" cy="161312"/>
              <a:chOff x="4986821" y="3753036"/>
              <a:chExt cx="161243" cy="161312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11"/>
          <p:cNvGrpSpPr/>
          <p:nvPr/>
        </p:nvGrpSpPr>
        <p:grpSpPr>
          <a:xfrm>
            <a:off x="5467470" y="1844824"/>
            <a:ext cx="161312" cy="708965"/>
            <a:chOff x="5467470" y="1844824"/>
            <a:chExt cx="161312" cy="708965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544108" y="1844824"/>
              <a:ext cx="0" cy="7089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/>
            <p:cNvGrpSpPr/>
            <p:nvPr/>
          </p:nvGrpSpPr>
          <p:grpSpPr>
            <a:xfrm rot="5400000">
              <a:off x="5467504" y="2137719"/>
              <a:ext cx="161243" cy="161312"/>
              <a:chOff x="4986821" y="3753036"/>
              <a:chExt cx="161243" cy="161312"/>
            </a:xfrm>
          </p:grpSpPr>
          <p:cxnSp>
            <p:nvCxnSpPr>
              <p:cNvPr id="68" name="直接连接符 6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5451968" y="3427589"/>
            <a:ext cx="161312" cy="829503"/>
            <a:chOff x="5451968" y="3427589"/>
            <a:chExt cx="161312" cy="829503"/>
          </a:xfrm>
        </p:grpSpPr>
        <p:cxnSp>
          <p:nvCxnSpPr>
            <p:cNvPr id="43" name="直接连接符 42"/>
            <p:cNvCxnSpPr/>
            <p:nvPr/>
          </p:nvCxnSpPr>
          <p:spPr>
            <a:xfrm flipH="1">
              <a:off x="5544108" y="3427589"/>
              <a:ext cx="558" cy="829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5400000">
              <a:off x="5541272" y="355434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5400000">
              <a:off x="5523976" y="367749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椭圆 17"/>
          <p:cNvSpPr/>
          <p:nvPr/>
        </p:nvSpPr>
        <p:spPr>
          <a:xfrm>
            <a:off x="5256076" y="3541642"/>
            <a:ext cx="571434" cy="5714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826548" y="1988840"/>
            <a:ext cx="23017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512063" y="1275978"/>
            <a:ext cx="626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H="1">
            <a:off x="5171488" y="4421096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" name="弧形 7168"/>
          <p:cNvSpPr/>
          <p:nvPr/>
        </p:nvSpPr>
        <p:spPr>
          <a:xfrm>
            <a:off x="4838323" y="3097618"/>
            <a:ext cx="1420260" cy="1420260"/>
          </a:xfrm>
          <a:prstGeom prst="arc">
            <a:avLst>
              <a:gd name="adj1" fmla="val 7283898"/>
              <a:gd name="adj2" fmla="val 1430545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73" name="直接连接符 7172"/>
          <p:cNvCxnSpPr/>
          <p:nvPr/>
        </p:nvCxnSpPr>
        <p:spPr>
          <a:xfrm>
            <a:off x="5184068" y="1988840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H="1">
            <a:off x="5168484" y="3201264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1" name="直接连接符 7190"/>
          <p:cNvCxnSpPr/>
          <p:nvPr/>
        </p:nvCxnSpPr>
        <p:spPr>
          <a:xfrm flipV="1">
            <a:off x="7128284" y="1255658"/>
            <a:ext cx="2" cy="14778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4906196" y="2714000"/>
            <a:ext cx="222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522223" y="1260738"/>
            <a:ext cx="0" cy="718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826548" y="1979352"/>
            <a:ext cx="0" cy="405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4896036" y="2384885"/>
            <a:ext cx="0" cy="348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803264" y="2384884"/>
            <a:ext cx="108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8" name="组合 6147"/>
          <p:cNvGrpSpPr/>
          <p:nvPr/>
        </p:nvGrpSpPr>
        <p:grpSpPr>
          <a:xfrm>
            <a:off x="5220072" y="1988841"/>
            <a:ext cx="690638" cy="398107"/>
            <a:chOff x="5220072" y="1988841"/>
            <a:chExt cx="690638" cy="398107"/>
          </a:xfrm>
        </p:grpSpPr>
        <p:grpSp>
          <p:nvGrpSpPr>
            <p:cNvPr id="6147" name="组合 6146"/>
            <p:cNvGrpSpPr/>
            <p:nvPr/>
          </p:nvGrpSpPr>
          <p:grpSpPr>
            <a:xfrm>
              <a:off x="5256076" y="1988841"/>
              <a:ext cx="571434" cy="398107"/>
              <a:chOff x="5256076" y="1988840"/>
              <a:chExt cx="571434" cy="1838519"/>
            </a:xfrm>
          </p:grpSpPr>
          <p:cxnSp>
            <p:nvCxnSpPr>
              <p:cNvPr id="95" name="直接连接符 94"/>
              <p:cNvCxnSpPr>
                <a:stCxn id="18" idx="2"/>
              </p:cNvCxnSpPr>
              <p:nvPr/>
            </p:nvCxnSpPr>
            <p:spPr>
              <a:xfrm flipV="1">
                <a:off x="5256076" y="1988840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5" name="直接连接符 6144"/>
              <p:cNvCxnSpPr>
                <a:stCxn id="18" idx="6"/>
              </p:cNvCxnSpPr>
              <p:nvPr/>
            </p:nvCxnSpPr>
            <p:spPr>
              <a:xfrm flipV="1">
                <a:off x="5827510" y="1994591"/>
                <a:ext cx="0" cy="18327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8" name="直接连接符 197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59" name="组合 6158"/>
          <p:cNvGrpSpPr/>
          <p:nvPr/>
        </p:nvGrpSpPr>
        <p:grpSpPr>
          <a:xfrm>
            <a:off x="6768244" y="2378052"/>
            <a:ext cx="144016" cy="335948"/>
            <a:chOff x="6768244" y="2378052"/>
            <a:chExt cx="144016" cy="335948"/>
          </a:xfrm>
        </p:grpSpPr>
        <p:cxnSp>
          <p:nvCxnSpPr>
            <p:cNvPr id="6155" name="直接箭头连接符 6154"/>
            <p:cNvCxnSpPr/>
            <p:nvPr/>
          </p:nvCxnSpPr>
          <p:spPr>
            <a:xfrm flipV="1">
              <a:off x="6814408" y="2378052"/>
              <a:ext cx="0" cy="3359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5400000">
              <a:off x="6840252" y="2471956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弧形 19"/>
          <p:cNvSpPr/>
          <p:nvPr/>
        </p:nvSpPr>
        <p:spPr>
          <a:xfrm rot="16200000">
            <a:off x="6522223" y="3204849"/>
            <a:ext cx="1216248" cy="1216248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弧形 84"/>
          <p:cNvSpPr/>
          <p:nvPr/>
        </p:nvSpPr>
        <p:spPr>
          <a:xfrm rot="16200000">
            <a:off x="6709596" y="3392222"/>
            <a:ext cx="841502" cy="841502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020272" y="3068960"/>
            <a:ext cx="182083" cy="1476164"/>
            <a:chOff x="7020272" y="3068960"/>
            <a:chExt cx="182083" cy="1476164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128284" y="3068960"/>
              <a:ext cx="0" cy="1476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 rot="5400000">
              <a:off x="7020306" y="3487811"/>
              <a:ext cx="161243" cy="161312"/>
              <a:chOff x="4986821" y="3753036"/>
              <a:chExt cx="161243" cy="161312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 rot="5400000">
              <a:off x="7041077" y="3990417"/>
              <a:ext cx="161243" cy="161312"/>
              <a:chOff x="4986821" y="3753036"/>
              <a:chExt cx="161243" cy="161312"/>
            </a:xfrm>
          </p:grpSpPr>
          <p:cxnSp>
            <p:nvCxnSpPr>
              <p:cNvPr id="74" name="直接连接符 7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188" name="直接连接符 7187"/>
          <p:cNvCxnSpPr>
            <a:stCxn id="85" idx="2"/>
          </p:cNvCxnSpPr>
          <p:nvPr/>
        </p:nvCxnSpPr>
        <p:spPr>
          <a:xfrm flipV="1">
            <a:off x="7130347" y="3185781"/>
            <a:ext cx="0" cy="2064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flipV="1">
            <a:off x="7133454" y="4208192"/>
            <a:ext cx="0" cy="2289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84" y="2636912"/>
            <a:ext cx="1125972" cy="146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29" y="4042462"/>
            <a:ext cx="2486683" cy="219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任意多边形 3"/>
          <p:cNvSpPr/>
          <p:nvPr/>
        </p:nvSpPr>
        <p:spPr>
          <a:xfrm>
            <a:off x="4838698" y="3200400"/>
            <a:ext cx="2293621" cy="1219200"/>
          </a:xfrm>
          <a:custGeom>
            <a:avLst/>
            <a:gdLst>
              <a:gd name="connsiteX0" fmla="*/ 342900 w 2293620"/>
              <a:gd name="connsiteY0" fmla="*/ 3810 h 1219200"/>
              <a:gd name="connsiteX1" fmla="*/ 2293620 w 2293620"/>
              <a:gd name="connsiteY1" fmla="*/ 0 h 1219200"/>
              <a:gd name="connsiteX2" fmla="*/ 2286000 w 2293620"/>
              <a:gd name="connsiteY2" fmla="*/ 186690 h 1219200"/>
              <a:gd name="connsiteX3" fmla="*/ 1874520 w 2293620"/>
              <a:gd name="connsiteY3" fmla="*/ 628650 h 1219200"/>
              <a:gd name="connsiteX4" fmla="*/ 2289810 w 2293620"/>
              <a:gd name="connsiteY4" fmla="*/ 1032510 h 1219200"/>
              <a:gd name="connsiteX5" fmla="*/ 2289810 w 2293620"/>
              <a:gd name="connsiteY5" fmla="*/ 1219200 h 1219200"/>
              <a:gd name="connsiteX6" fmla="*/ 342900 w 2293620"/>
              <a:gd name="connsiteY6" fmla="*/ 1219200 h 1219200"/>
              <a:gd name="connsiteX7" fmla="*/ 0 w 2293620"/>
              <a:gd name="connsiteY7" fmla="*/ 624840 h 1219200"/>
              <a:gd name="connsiteX8" fmla="*/ 342900 w 2293620"/>
              <a:gd name="connsiteY8" fmla="*/ 3810 h 1219200"/>
              <a:gd name="connsiteX0-1" fmla="*/ 344048 w 2294768"/>
              <a:gd name="connsiteY0-2" fmla="*/ 3810 h 1219200"/>
              <a:gd name="connsiteX1-3" fmla="*/ 2294768 w 2294768"/>
              <a:gd name="connsiteY1-4" fmla="*/ 0 h 1219200"/>
              <a:gd name="connsiteX2-5" fmla="*/ 2287148 w 2294768"/>
              <a:gd name="connsiteY2-6" fmla="*/ 186690 h 1219200"/>
              <a:gd name="connsiteX3-7" fmla="*/ 1875668 w 2294768"/>
              <a:gd name="connsiteY3-8" fmla="*/ 628650 h 1219200"/>
              <a:gd name="connsiteX4-9" fmla="*/ 2290958 w 2294768"/>
              <a:gd name="connsiteY4-10" fmla="*/ 1032510 h 1219200"/>
              <a:gd name="connsiteX5-11" fmla="*/ 2290958 w 2294768"/>
              <a:gd name="connsiteY5-12" fmla="*/ 1219200 h 1219200"/>
              <a:gd name="connsiteX6-13" fmla="*/ 344048 w 2294768"/>
              <a:gd name="connsiteY6-14" fmla="*/ 1219200 h 1219200"/>
              <a:gd name="connsiteX7-15" fmla="*/ 1148 w 2294768"/>
              <a:gd name="connsiteY7-16" fmla="*/ 624840 h 1219200"/>
              <a:gd name="connsiteX8-17" fmla="*/ 344048 w 2294768"/>
              <a:gd name="connsiteY8-18" fmla="*/ 3810 h 1219200"/>
              <a:gd name="connsiteX0-19" fmla="*/ 345428 w 2296148"/>
              <a:gd name="connsiteY0-20" fmla="*/ 3810 h 1219200"/>
              <a:gd name="connsiteX1-21" fmla="*/ 2296148 w 2296148"/>
              <a:gd name="connsiteY1-22" fmla="*/ 0 h 1219200"/>
              <a:gd name="connsiteX2-23" fmla="*/ 2288528 w 2296148"/>
              <a:gd name="connsiteY2-24" fmla="*/ 186690 h 1219200"/>
              <a:gd name="connsiteX3-25" fmla="*/ 1877048 w 2296148"/>
              <a:gd name="connsiteY3-26" fmla="*/ 628650 h 1219200"/>
              <a:gd name="connsiteX4-27" fmla="*/ 2292338 w 2296148"/>
              <a:gd name="connsiteY4-28" fmla="*/ 1032510 h 1219200"/>
              <a:gd name="connsiteX5-29" fmla="*/ 2292338 w 2296148"/>
              <a:gd name="connsiteY5-30" fmla="*/ 1219200 h 1219200"/>
              <a:gd name="connsiteX6-31" fmla="*/ 345428 w 2296148"/>
              <a:gd name="connsiteY6-32" fmla="*/ 1219200 h 1219200"/>
              <a:gd name="connsiteX7-33" fmla="*/ 2528 w 2296148"/>
              <a:gd name="connsiteY7-34" fmla="*/ 624840 h 1219200"/>
              <a:gd name="connsiteX8-35" fmla="*/ 345428 w 2296148"/>
              <a:gd name="connsiteY8-36" fmla="*/ 3810 h 1219200"/>
              <a:gd name="connsiteX0-37" fmla="*/ 346863 w 2297583"/>
              <a:gd name="connsiteY0-38" fmla="*/ 3810 h 1219200"/>
              <a:gd name="connsiteX1-39" fmla="*/ 2297583 w 2297583"/>
              <a:gd name="connsiteY1-40" fmla="*/ 0 h 1219200"/>
              <a:gd name="connsiteX2-41" fmla="*/ 2289963 w 2297583"/>
              <a:gd name="connsiteY2-42" fmla="*/ 186690 h 1219200"/>
              <a:gd name="connsiteX3-43" fmla="*/ 1878483 w 2297583"/>
              <a:gd name="connsiteY3-44" fmla="*/ 628650 h 1219200"/>
              <a:gd name="connsiteX4-45" fmla="*/ 2293773 w 2297583"/>
              <a:gd name="connsiteY4-46" fmla="*/ 1032510 h 1219200"/>
              <a:gd name="connsiteX5-47" fmla="*/ 2293773 w 2297583"/>
              <a:gd name="connsiteY5-48" fmla="*/ 1219200 h 1219200"/>
              <a:gd name="connsiteX6-49" fmla="*/ 346863 w 2297583"/>
              <a:gd name="connsiteY6-50" fmla="*/ 1219200 h 1219200"/>
              <a:gd name="connsiteX7-51" fmla="*/ 3963 w 2297583"/>
              <a:gd name="connsiteY7-52" fmla="*/ 624840 h 1219200"/>
              <a:gd name="connsiteX8-53" fmla="*/ 346863 w 2297583"/>
              <a:gd name="connsiteY8-54" fmla="*/ 3810 h 1219200"/>
              <a:gd name="connsiteX0-55" fmla="*/ 344049 w 2294769"/>
              <a:gd name="connsiteY0-56" fmla="*/ 3810 h 1219200"/>
              <a:gd name="connsiteX1-57" fmla="*/ 2294769 w 2294769"/>
              <a:gd name="connsiteY1-58" fmla="*/ 0 h 1219200"/>
              <a:gd name="connsiteX2-59" fmla="*/ 2287149 w 2294769"/>
              <a:gd name="connsiteY2-60" fmla="*/ 186690 h 1219200"/>
              <a:gd name="connsiteX3-61" fmla="*/ 1875669 w 2294769"/>
              <a:gd name="connsiteY3-62" fmla="*/ 628650 h 1219200"/>
              <a:gd name="connsiteX4-63" fmla="*/ 2290959 w 2294769"/>
              <a:gd name="connsiteY4-64" fmla="*/ 1032510 h 1219200"/>
              <a:gd name="connsiteX5-65" fmla="*/ 2290959 w 2294769"/>
              <a:gd name="connsiteY5-66" fmla="*/ 1219200 h 1219200"/>
              <a:gd name="connsiteX6-67" fmla="*/ 344049 w 2294769"/>
              <a:gd name="connsiteY6-68" fmla="*/ 1219200 h 1219200"/>
              <a:gd name="connsiteX7-69" fmla="*/ 1149 w 2294769"/>
              <a:gd name="connsiteY7-70" fmla="*/ 624840 h 1219200"/>
              <a:gd name="connsiteX8-71" fmla="*/ 344049 w 2294769"/>
              <a:gd name="connsiteY8-72" fmla="*/ 3810 h 1219200"/>
              <a:gd name="connsiteX0-73" fmla="*/ 344049 w 2294769"/>
              <a:gd name="connsiteY0-74" fmla="*/ 3810 h 1219200"/>
              <a:gd name="connsiteX1-75" fmla="*/ 2294769 w 2294769"/>
              <a:gd name="connsiteY1-76" fmla="*/ 0 h 1219200"/>
              <a:gd name="connsiteX2-77" fmla="*/ 2287149 w 2294769"/>
              <a:gd name="connsiteY2-78" fmla="*/ 186690 h 1219200"/>
              <a:gd name="connsiteX3-79" fmla="*/ 1875669 w 2294769"/>
              <a:gd name="connsiteY3-80" fmla="*/ 628650 h 1219200"/>
              <a:gd name="connsiteX4-81" fmla="*/ 2290959 w 2294769"/>
              <a:gd name="connsiteY4-82" fmla="*/ 1032510 h 1219200"/>
              <a:gd name="connsiteX5-83" fmla="*/ 2290959 w 2294769"/>
              <a:gd name="connsiteY5-84" fmla="*/ 1219200 h 1219200"/>
              <a:gd name="connsiteX6-85" fmla="*/ 344049 w 2294769"/>
              <a:gd name="connsiteY6-86" fmla="*/ 1219200 h 1219200"/>
              <a:gd name="connsiteX7-87" fmla="*/ 1149 w 2294769"/>
              <a:gd name="connsiteY7-88" fmla="*/ 624840 h 1219200"/>
              <a:gd name="connsiteX8-89" fmla="*/ 344049 w 2294769"/>
              <a:gd name="connsiteY8-90" fmla="*/ 3810 h 1219200"/>
              <a:gd name="connsiteX0-91" fmla="*/ 344049 w 2294769"/>
              <a:gd name="connsiteY0-92" fmla="*/ 3810 h 1219200"/>
              <a:gd name="connsiteX1-93" fmla="*/ 2294769 w 2294769"/>
              <a:gd name="connsiteY1-94" fmla="*/ 0 h 1219200"/>
              <a:gd name="connsiteX2-95" fmla="*/ 2287149 w 2294769"/>
              <a:gd name="connsiteY2-96" fmla="*/ 186690 h 1219200"/>
              <a:gd name="connsiteX3-97" fmla="*/ 1875669 w 2294769"/>
              <a:gd name="connsiteY3-98" fmla="*/ 628650 h 1219200"/>
              <a:gd name="connsiteX4-99" fmla="*/ 2290959 w 2294769"/>
              <a:gd name="connsiteY4-100" fmla="*/ 1032510 h 1219200"/>
              <a:gd name="connsiteX5-101" fmla="*/ 2290959 w 2294769"/>
              <a:gd name="connsiteY5-102" fmla="*/ 1219200 h 1219200"/>
              <a:gd name="connsiteX6-103" fmla="*/ 344049 w 2294769"/>
              <a:gd name="connsiteY6-104" fmla="*/ 1219200 h 1219200"/>
              <a:gd name="connsiteX7-105" fmla="*/ 1149 w 2294769"/>
              <a:gd name="connsiteY7-106" fmla="*/ 624840 h 1219200"/>
              <a:gd name="connsiteX8-107" fmla="*/ 344049 w 2294769"/>
              <a:gd name="connsiteY8-108" fmla="*/ 3810 h 1219200"/>
              <a:gd name="connsiteX0-109" fmla="*/ 342901 w 2293621"/>
              <a:gd name="connsiteY0-110" fmla="*/ 3810 h 1219200"/>
              <a:gd name="connsiteX1-111" fmla="*/ 2293621 w 2293621"/>
              <a:gd name="connsiteY1-112" fmla="*/ 0 h 1219200"/>
              <a:gd name="connsiteX2-113" fmla="*/ 2286001 w 2293621"/>
              <a:gd name="connsiteY2-114" fmla="*/ 186690 h 1219200"/>
              <a:gd name="connsiteX3-115" fmla="*/ 1874521 w 2293621"/>
              <a:gd name="connsiteY3-116" fmla="*/ 628650 h 1219200"/>
              <a:gd name="connsiteX4-117" fmla="*/ 2289811 w 2293621"/>
              <a:gd name="connsiteY4-118" fmla="*/ 1032510 h 1219200"/>
              <a:gd name="connsiteX5-119" fmla="*/ 2289811 w 2293621"/>
              <a:gd name="connsiteY5-120" fmla="*/ 1219200 h 1219200"/>
              <a:gd name="connsiteX6-121" fmla="*/ 342901 w 2293621"/>
              <a:gd name="connsiteY6-122" fmla="*/ 1219200 h 1219200"/>
              <a:gd name="connsiteX7-123" fmla="*/ 1 w 2293621"/>
              <a:gd name="connsiteY7-124" fmla="*/ 624840 h 1219200"/>
              <a:gd name="connsiteX8-125" fmla="*/ 342901 w 2293621"/>
              <a:gd name="connsiteY8-126" fmla="*/ 3810 h 1219200"/>
              <a:gd name="connsiteX0-127" fmla="*/ 342901 w 2293621"/>
              <a:gd name="connsiteY0-128" fmla="*/ 3810 h 1219200"/>
              <a:gd name="connsiteX1-129" fmla="*/ 2293621 w 2293621"/>
              <a:gd name="connsiteY1-130" fmla="*/ 0 h 1219200"/>
              <a:gd name="connsiteX2-131" fmla="*/ 2286001 w 2293621"/>
              <a:gd name="connsiteY2-132" fmla="*/ 186690 h 1219200"/>
              <a:gd name="connsiteX3-133" fmla="*/ 1874521 w 2293621"/>
              <a:gd name="connsiteY3-134" fmla="*/ 628650 h 1219200"/>
              <a:gd name="connsiteX4-135" fmla="*/ 2289811 w 2293621"/>
              <a:gd name="connsiteY4-136" fmla="*/ 1032510 h 1219200"/>
              <a:gd name="connsiteX5-137" fmla="*/ 2289811 w 2293621"/>
              <a:gd name="connsiteY5-138" fmla="*/ 1219200 h 1219200"/>
              <a:gd name="connsiteX6-139" fmla="*/ 342901 w 2293621"/>
              <a:gd name="connsiteY6-140" fmla="*/ 1219200 h 1219200"/>
              <a:gd name="connsiteX7-141" fmla="*/ 1 w 2293621"/>
              <a:gd name="connsiteY7-142" fmla="*/ 624840 h 1219200"/>
              <a:gd name="connsiteX8-143" fmla="*/ 342901 w 2293621"/>
              <a:gd name="connsiteY8-144" fmla="*/ 3810 h 1219200"/>
              <a:gd name="connsiteX0-145" fmla="*/ 342901 w 2293621"/>
              <a:gd name="connsiteY0-146" fmla="*/ 3810 h 1219200"/>
              <a:gd name="connsiteX1-147" fmla="*/ 2293621 w 2293621"/>
              <a:gd name="connsiteY1-148" fmla="*/ 0 h 1219200"/>
              <a:gd name="connsiteX2-149" fmla="*/ 2286001 w 2293621"/>
              <a:gd name="connsiteY2-150" fmla="*/ 186690 h 1219200"/>
              <a:gd name="connsiteX3-151" fmla="*/ 1874521 w 2293621"/>
              <a:gd name="connsiteY3-152" fmla="*/ 628650 h 1219200"/>
              <a:gd name="connsiteX4-153" fmla="*/ 2289811 w 2293621"/>
              <a:gd name="connsiteY4-154" fmla="*/ 1032510 h 1219200"/>
              <a:gd name="connsiteX5-155" fmla="*/ 2289811 w 2293621"/>
              <a:gd name="connsiteY5-156" fmla="*/ 1219200 h 1219200"/>
              <a:gd name="connsiteX6-157" fmla="*/ 342901 w 2293621"/>
              <a:gd name="connsiteY6-158" fmla="*/ 1219200 h 1219200"/>
              <a:gd name="connsiteX7-159" fmla="*/ 1 w 2293621"/>
              <a:gd name="connsiteY7-160" fmla="*/ 624840 h 1219200"/>
              <a:gd name="connsiteX8-161" fmla="*/ 342901 w 2293621"/>
              <a:gd name="connsiteY8-162" fmla="*/ 3810 h 1219200"/>
              <a:gd name="connsiteX0-163" fmla="*/ 342901 w 2293621"/>
              <a:gd name="connsiteY0-164" fmla="*/ 3810 h 1219200"/>
              <a:gd name="connsiteX1-165" fmla="*/ 2293621 w 2293621"/>
              <a:gd name="connsiteY1-166" fmla="*/ 0 h 1219200"/>
              <a:gd name="connsiteX2-167" fmla="*/ 2286001 w 2293621"/>
              <a:gd name="connsiteY2-168" fmla="*/ 186690 h 1219200"/>
              <a:gd name="connsiteX3-169" fmla="*/ 1874521 w 2293621"/>
              <a:gd name="connsiteY3-170" fmla="*/ 628650 h 1219200"/>
              <a:gd name="connsiteX4-171" fmla="*/ 2289811 w 2293621"/>
              <a:gd name="connsiteY4-172" fmla="*/ 1032510 h 1219200"/>
              <a:gd name="connsiteX5-173" fmla="*/ 2289811 w 2293621"/>
              <a:gd name="connsiteY5-174" fmla="*/ 1219200 h 1219200"/>
              <a:gd name="connsiteX6-175" fmla="*/ 342901 w 2293621"/>
              <a:gd name="connsiteY6-176" fmla="*/ 1219200 h 1219200"/>
              <a:gd name="connsiteX7-177" fmla="*/ 1 w 2293621"/>
              <a:gd name="connsiteY7-178" fmla="*/ 624840 h 1219200"/>
              <a:gd name="connsiteX8-179" fmla="*/ 342901 w 2293621"/>
              <a:gd name="connsiteY8-180" fmla="*/ 3810 h 1219200"/>
              <a:gd name="connsiteX0-181" fmla="*/ 342901 w 2293621"/>
              <a:gd name="connsiteY0-182" fmla="*/ 3810 h 1219200"/>
              <a:gd name="connsiteX1-183" fmla="*/ 2293621 w 2293621"/>
              <a:gd name="connsiteY1-184" fmla="*/ 0 h 1219200"/>
              <a:gd name="connsiteX2-185" fmla="*/ 2286001 w 2293621"/>
              <a:gd name="connsiteY2-186" fmla="*/ 186690 h 1219200"/>
              <a:gd name="connsiteX3-187" fmla="*/ 1874521 w 2293621"/>
              <a:gd name="connsiteY3-188" fmla="*/ 628650 h 1219200"/>
              <a:gd name="connsiteX4-189" fmla="*/ 2289811 w 2293621"/>
              <a:gd name="connsiteY4-190" fmla="*/ 1032510 h 1219200"/>
              <a:gd name="connsiteX5-191" fmla="*/ 2289811 w 2293621"/>
              <a:gd name="connsiteY5-192" fmla="*/ 1219200 h 1219200"/>
              <a:gd name="connsiteX6-193" fmla="*/ 342901 w 2293621"/>
              <a:gd name="connsiteY6-194" fmla="*/ 1219200 h 1219200"/>
              <a:gd name="connsiteX7-195" fmla="*/ 1 w 2293621"/>
              <a:gd name="connsiteY7-196" fmla="*/ 624840 h 1219200"/>
              <a:gd name="connsiteX8-197" fmla="*/ 342901 w 2293621"/>
              <a:gd name="connsiteY8-198" fmla="*/ 3810 h 1219200"/>
              <a:gd name="connsiteX0-199" fmla="*/ 342901 w 2293621"/>
              <a:gd name="connsiteY0-200" fmla="*/ 3810 h 1219200"/>
              <a:gd name="connsiteX1-201" fmla="*/ 2293621 w 2293621"/>
              <a:gd name="connsiteY1-202" fmla="*/ 0 h 1219200"/>
              <a:gd name="connsiteX2-203" fmla="*/ 2286001 w 2293621"/>
              <a:gd name="connsiteY2-204" fmla="*/ 186690 h 1219200"/>
              <a:gd name="connsiteX3-205" fmla="*/ 1874521 w 2293621"/>
              <a:gd name="connsiteY3-206" fmla="*/ 628650 h 1219200"/>
              <a:gd name="connsiteX4-207" fmla="*/ 2289811 w 2293621"/>
              <a:gd name="connsiteY4-208" fmla="*/ 1032510 h 1219200"/>
              <a:gd name="connsiteX5-209" fmla="*/ 2289811 w 2293621"/>
              <a:gd name="connsiteY5-210" fmla="*/ 1219200 h 1219200"/>
              <a:gd name="connsiteX6-211" fmla="*/ 342901 w 2293621"/>
              <a:gd name="connsiteY6-212" fmla="*/ 1219200 h 1219200"/>
              <a:gd name="connsiteX7-213" fmla="*/ 1 w 2293621"/>
              <a:gd name="connsiteY7-214" fmla="*/ 624840 h 1219200"/>
              <a:gd name="connsiteX8-215" fmla="*/ 342901 w 2293621"/>
              <a:gd name="connsiteY8-216" fmla="*/ 3810 h 1219200"/>
              <a:gd name="connsiteX0-217" fmla="*/ 342901 w 2293621"/>
              <a:gd name="connsiteY0-218" fmla="*/ 3810 h 1219200"/>
              <a:gd name="connsiteX1-219" fmla="*/ 2293621 w 2293621"/>
              <a:gd name="connsiteY1-220" fmla="*/ 0 h 1219200"/>
              <a:gd name="connsiteX2-221" fmla="*/ 2286001 w 2293621"/>
              <a:gd name="connsiteY2-222" fmla="*/ 186690 h 1219200"/>
              <a:gd name="connsiteX3-223" fmla="*/ 1874521 w 2293621"/>
              <a:gd name="connsiteY3-224" fmla="*/ 628650 h 1219200"/>
              <a:gd name="connsiteX4-225" fmla="*/ 2293621 w 2293621"/>
              <a:gd name="connsiteY4-226" fmla="*/ 1024890 h 1219200"/>
              <a:gd name="connsiteX5-227" fmla="*/ 2289811 w 2293621"/>
              <a:gd name="connsiteY5-228" fmla="*/ 1219200 h 1219200"/>
              <a:gd name="connsiteX6-229" fmla="*/ 342901 w 2293621"/>
              <a:gd name="connsiteY6-230" fmla="*/ 1219200 h 1219200"/>
              <a:gd name="connsiteX7-231" fmla="*/ 1 w 2293621"/>
              <a:gd name="connsiteY7-232" fmla="*/ 624840 h 1219200"/>
              <a:gd name="connsiteX8-233" fmla="*/ 342901 w 2293621"/>
              <a:gd name="connsiteY8-234" fmla="*/ 3810 h 1219200"/>
              <a:gd name="connsiteX0-235" fmla="*/ 342901 w 2293621"/>
              <a:gd name="connsiteY0-236" fmla="*/ 3810 h 1219200"/>
              <a:gd name="connsiteX1-237" fmla="*/ 2293621 w 2293621"/>
              <a:gd name="connsiteY1-238" fmla="*/ 0 h 1219200"/>
              <a:gd name="connsiteX2-239" fmla="*/ 2286001 w 2293621"/>
              <a:gd name="connsiteY2-240" fmla="*/ 186690 h 1219200"/>
              <a:gd name="connsiteX3-241" fmla="*/ 1874521 w 2293621"/>
              <a:gd name="connsiteY3-242" fmla="*/ 628650 h 1219200"/>
              <a:gd name="connsiteX4-243" fmla="*/ 2293621 w 2293621"/>
              <a:gd name="connsiteY4-244" fmla="*/ 1024890 h 1219200"/>
              <a:gd name="connsiteX5-245" fmla="*/ 2289811 w 2293621"/>
              <a:gd name="connsiteY5-246" fmla="*/ 1219200 h 1219200"/>
              <a:gd name="connsiteX6-247" fmla="*/ 342901 w 2293621"/>
              <a:gd name="connsiteY6-248" fmla="*/ 1219200 h 1219200"/>
              <a:gd name="connsiteX7-249" fmla="*/ 1 w 2293621"/>
              <a:gd name="connsiteY7-250" fmla="*/ 624840 h 1219200"/>
              <a:gd name="connsiteX8-251" fmla="*/ 342901 w 2293621"/>
              <a:gd name="connsiteY8-252" fmla="*/ 3810 h 1219200"/>
              <a:gd name="connsiteX0-253" fmla="*/ 342901 w 2293621"/>
              <a:gd name="connsiteY0-254" fmla="*/ 3810 h 1219200"/>
              <a:gd name="connsiteX1-255" fmla="*/ 2293621 w 2293621"/>
              <a:gd name="connsiteY1-256" fmla="*/ 0 h 1219200"/>
              <a:gd name="connsiteX2-257" fmla="*/ 2286001 w 2293621"/>
              <a:gd name="connsiteY2-258" fmla="*/ 186690 h 1219200"/>
              <a:gd name="connsiteX3-259" fmla="*/ 1874521 w 2293621"/>
              <a:gd name="connsiteY3-260" fmla="*/ 628650 h 1219200"/>
              <a:gd name="connsiteX4-261" fmla="*/ 2293621 w 2293621"/>
              <a:gd name="connsiteY4-262" fmla="*/ 1024890 h 1219200"/>
              <a:gd name="connsiteX5-263" fmla="*/ 2289811 w 2293621"/>
              <a:gd name="connsiteY5-264" fmla="*/ 1219200 h 1219200"/>
              <a:gd name="connsiteX6-265" fmla="*/ 342901 w 2293621"/>
              <a:gd name="connsiteY6-266" fmla="*/ 1219200 h 1219200"/>
              <a:gd name="connsiteX7-267" fmla="*/ 1 w 2293621"/>
              <a:gd name="connsiteY7-268" fmla="*/ 624840 h 1219200"/>
              <a:gd name="connsiteX8-269" fmla="*/ 342901 w 2293621"/>
              <a:gd name="connsiteY8-270" fmla="*/ 3810 h 1219200"/>
              <a:gd name="connsiteX0-271" fmla="*/ 342901 w 2293621"/>
              <a:gd name="connsiteY0-272" fmla="*/ 3810 h 1219200"/>
              <a:gd name="connsiteX1-273" fmla="*/ 2293621 w 2293621"/>
              <a:gd name="connsiteY1-274" fmla="*/ 0 h 1219200"/>
              <a:gd name="connsiteX2-275" fmla="*/ 2286001 w 2293621"/>
              <a:gd name="connsiteY2-276" fmla="*/ 186690 h 1219200"/>
              <a:gd name="connsiteX3-277" fmla="*/ 1874521 w 2293621"/>
              <a:gd name="connsiteY3-278" fmla="*/ 628650 h 1219200"/>
              <a:gd name="connsiteX4-279" fmla="*/ 2293621 w 2293621"/>
              <a:gd name="connsiteY4-280" fmla="*/ 1024890 h 1219200"/>
              <a:gd name="connsiteX5-281" fmla="*/ 2289811 w 2293621"/>
              <a:gd name="connsiteY5-282" fmla="*/ 1219200 h 1219200"/>
              <a:gd name="connsiteX6-283" fmla="*/ 342901 w 2293621"/>
              <a:gd name="connsiteY6-284" fmla="*/ 1219200 h 1219200"/>
              <a:gd name="connsiteX7-285" fmla="*/ 1 w 2293621"/>
              <a:gd name="connsiteY7-286" fmla="*/ 624840 h 1219200"/>
              <a:gd name="connsiteX8-287" fmla="*/ 342901 w 2293621"/>
              <a:gd name="connsiteY8-288" fmla="*/ 3810 h 1219200"/>
              <a:gd name="connsiteX0-289" fmla="*/ 342901 w 2293621"/>
              <a:gd name="connsiteY0-290" fmla="*/ 3810 h 1219200"/>
              <a:gd name="connsiteX1-291" fmla="*/ 2293621 w 2293621"/>
              <a:gd name="connsiteY1-292" fmla="*/ 0 h 1219200"/>
              <a:gd name="connsiteX2-293" fmla="*/ 2286001 w 2293621"/>
              <a:gd name="connsiteY2-294" fmla="*/ 186690 h 1219200"/>
              <a:gd name="connsiteX3-295" fmla="*/ 1874521 w 2293621"/>
              <a:gd name="connsiteY3-296" fmla="*/ 628650 h 1219200"/>
              <a:gd name="connsiteX4-297" fmla="*/ 2293621 w 2293621"/>
              <a:gd name="connsiteY4-298" fmla="*/ 1024890 h 1219200"/>
              <a:gd name="connsiteX5-299" fmla="*/ 2289811 w 2293621"/>
              <a:gd name="connsiteY5-300" fmla="*/ 1219200 h 1219200"/>
              <a:gd name="connsiteX6-301" fmla="*/ 342901 w 2293621"/>
              <a:gd name="connsiteY6-302" fmla="*/ 1219200 h 1219200"/>
              <a:gd name="connsiteX7-303" fmla="*/ 1 w 2293621"/>
              <a:gd name="connsiteY7-304" fmla="*/ 624840 h 1219200"/>
              <a:gd name="connsiteX8-305" fmla="*/ 342901 w 2293621"/>
              <a:gd name="connsiteY8-306" fmla="*/ 3810 h 1219200"/>
              <a:gd name="connsiteX0-307" fmla="*/ 342901 w 2293621"/>
              <a:gd name="connsiteY0-308" fmla="*/ 3810 h 1219200"/>
              <a:gd name="connsiteX1-309" fmla="*/ 2293621 w 2293621"/>
              <a:gd name="connsiteY1-310" fmla="*/ 0 h 1219200"/>
              <a:gd name="connsiteX2-311" fmla="*/ 2286001 w 2293621"/>
              <a:gd name="connsiteY2-312" fmla="*/ 186690 h 1219200"/>
              <a:gd name="connsiteX3-313" fmla="*/ 1874521 w 2293621"/>
              <a:gd name="connsiteY3-314" fmla="*/ 628650 h 1219200"/>
              <a:gd name="connsiteX4-315" fmla="*/ 2293621 w 2293621"/>
              <a:gd name="connsiteY4-316" fmla="*/ 1024890 h 1219200"/>
              <a:gd name="connsiteX5-317" fmla="*/ 2289811 w 2293621"/>
              <a:gd name="connsiteY5-318" fmla="*/ 1219200 h 1219200"/>
              <a:gd name="connsiteX6-319" fmla="*/ 342901 w 2293621"/>
              <a:gd name="connsiteY6-320" fmla="*/ 1219200 h 1219200"/>
              <a:gd name="connsiteX7-321" fmla="*/ 1 w 2293621"/>
              <a:gd name="connsiteY7-322" fmla="*/ 624840 h 1219200"/>
              <a:gd name="connsiteX8-323" fmla="*/ 342901 w 2293621"/>
              <a:gd name="connsiteY8-324" fmla="*/ 3810 h 1219200"/>
              <a:gd name="connsiteX0-325" fmla="*/ 342901 w 2293621"/>
              <a:gd name="connsiteY0-326" fmla="*/ 3810 h 1219200"/>
              <a:gd name="connsiteX1-327" fmla="*/ 2293621 w 2293621"/>
              <a:gd name="connsiteY1-328" fmla="*/ 0 h 1219200"/>
              <a:gd name="connsiteX2-329" fmla="*/ 2286001 w 2293621"/>
              <a:gd name="connsiteY2-330" fmla="*/ 186690 h 1219200"/>
              <a:gd name="connsiteX3-331" fmla="*/ 1874521 w 2293621"/>
              <a:gd name="connsiteY3-332" fmla="*/ 628650 h 1219200"/>
              <a:gd name="connsiteX4-333" fmla="*/ 2293621 w 2293621"/>
              <a:gd name="connsiteY4-334" fmla="*/ 1024890 h 1219200"/>
              <a:gd name="connsiteX5-335" fmla="*/ 2289811 w 2293621"/>
              <a:gd name="connsiteY5-336" fmla="*/ 1219200 h 1219200"/>
              <a:gd name="connsiteX6-337" fmla="*/ 342901 w 2293621"/>
              <a:gd name="connsiteY6-338" fmla="*/ 1219200 h 1219200"/>
              <a:gd name="connsiteX7-339" fmla="*/ 1 w 2293621"/>
              <a:gd name="connsiteY7-340" fmla="*/ 624840 h 1219200"/>
              <a:gd name="connsiteX8-341" fmla="*/ 342901 w 2293621"/>
              <a:gd name="connsiteY8-342" fmla="*/ 3810 h 1219200"/>
              <a:gd name="connsiteX0-343" fmla="*/ 342901 w 2293621"/>
              <a:gd name="connsiteY0-344" fmla="*/ 3810 h 1219200"/>
              <a:gd name="connsiteX1-345" fmla="*/ 2293621 w 2293621"/>
              <a:gd name="connsiteY1-346" fmla="*/ 0 h 1219200"/>
              <a:gd name="connsiteX2-347" fmla="*/ 2286001 w 2293621"/>
              <a:gd name="connsiteY2-348" fmla="*/ 186690 h 1219200"/>
              <a:gd name="connsiteX3-349" fmla="*/ 1874521 w 2293621"/>
              <a:gd name="connsiteY3-350" fmla="*/ 628650 h 1219200"/>
              <a:gd name="connsiteX4-351" fmla="*/ 2293621 w 2293621"/>
              <a:gd name="connsiteY4-352" fmla="*/ 1024890 h 1219200"/>
              <a:gd name="connsiteX5-353" fmla="*/ 2289811 w 2293621"/>
              <a:gd name="connsiteY5-354" fmla="*/ 1219200 h 1219200"/>
              <a:gd name="connsiteX6-355" fmla="*/ 342901 w 2293621"/>
              <a:gd name="connsiteY6-356" fmla="*/ 1219200 h 1219200"/>
              <a:gd name="connsiteX7-357" fmla="*/ 1 w 2293621"/>
              <a:gd name="connsiteY7-358" fmla="*/ 624840 h 1219200"/>
              <a:gd name="connsiteX8-359" fmla="*/ 342901 w 2293621"/>
              <a:gd name="connsiteY8-360" fmla="*/ 3810 h 1219200"/>
              <a:gd name="connsiteX0-361" fmla="*/ 342901 w 2293621"/>
              <a:gd name="connsiteY0-362" fmla="*/ 3810 h 1219200"/>
              <a:gd name="connsiteX1-363" fmla="*/ 2293621 w 2293621"/>
              <a:gd name="connsiteY1-364" fmla="*/ 0 h 1219200"/>
              <a:gd name="connsiteX2-365" fmla="*/ 2286001 w 2293621"/>
              <a:gd name="connsiteY2-366" fmla="*/ 186690 h 1219200"/>
              <a:gd name="connsiteX3-367" fmla="*/ 1874521 w 2293621"/>
              <a:gd name="connsiteY3-368" fmla="*/ 628650 h 1219200"/>
              <a:gd name="connsiteX4-369" fmla="*/ 2293621 w 2293621"/>
              <a:gd name="connsiteY4-370" fmla="*/ 1024890 h 1219200"/>
              <a:gd name="connsiteX5-371" fmla="*/ 2289811 w 2293621"/>
              <a:gd name="connsiteY5-372" fmla="*/ 1219200 h 1219200"/>
              <a:gd name="connsiteX6-373" fmla="*/ 342901 w 2293621"/>
              <a:gd name="connsiteY6-374" fmla="*/ 1219200 h 1219200"/>
              <a:gd name="connsiteX7-375" fmla="*/ 1 w 2293621"/>
              <a:gd name="connsiteY7-376" fmla="*/ 624840 h 1219200"/>
              <a:gd name="connsiteX8-377" fmla="*/ 342901 w 2293621"/>
              <a:gd name="connsiteY8-378" fmla="*/ 3810 h 1219200"/>
              <a:gd name="connsiteX0-379" fmla="*/ 342901 w 2293621"/>
              <a:gd name="connsiteY0-380" fmla="*/ 3810 h 1219200"/>
              <a:gd name="connsiteX1-381" fmla="*/ 2293621 w 2293621"/>
              <a:gd name="connsiteY1-382" fmla="*/ 0 h 1219200"/>
              <a:gd name="connsiteX2-383" fmla="*/ 2286001 w 2293621"/>
              <a:gd name="connsiteY2-384" fmla="*/ 186690 h 1219200"/>
              <a:gd name="connsiteX3-385" fmla="*/ 1874521 w 2293621"/>
              <a:gd name="connsiteY3-386" fmla="*/ 628650 h 1219200"/>
              <a:gd name="connsiteX4-387" fmla="*/ 2293621 w 2293621"/>
              <a:gd name="connsiteY4-388" fmla="*/ 1024890 h 1219200"/>
              <a:gd name="connsiteX5-389" fmla="*/ 2289811 w 2293621"/>
              <a:gd name="connsiteY5-390" fmla="*/ 1219200 h 1219200"/>
              <a:gd name="connsiteX6-391" fmla="*/ 342901 w 2293621"/>
              <a:gd name="connsiteY6-392" fmla="*/ 1219200 h 1219200"/>
              <a:gd name="connsiteX7-393" fmla="*/ 1 w 2293621"/>
              <a:gd name="connsiteY7-394" fmla="*/ 624840 h 1219200"/>
              <a:gd name="connsiteX8-395" fmla="*/ 342901 w 2293621"/>
              <a:gd name="connsiteY8-396" fmla="*/ 3810 h 1219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293621" h="1219200">
                <a:moveTo>
                  <a:pt x="342901" y="3810"/>
                </a:moveTo>
                <a:lnTo>
                  <a:pt x="2293621" y="0"/>
                </a:lnTo>
                <a:lnTo>
                  <a:pt x="2286001" y="186690"/>
                </a:lnTo>
                <a:cubicBezTo>
                  <a:pt x="2040891" y="200025"/>
                  <a:pt x="1865631" y="393700"/>
                  <a:pt x="1874521" y="628650"/>
                </a:cubicBezTo>
                <a:cubicBezTo>
                  <a:pt x="1883411" y="863600"/>
                  <a:pt x="2011046" y="1029335"/>
                  <a:pt x="2293621" y="1024890"/>
                </a:cubicBezTo>
                <a:lnTo>
                  <a:pt x="2289811" y="1219200"/>
                </a:lnTo>
                <a:lnTo>
                  <a:pt x="342901" y="1219200"/>
                </a:lnTo>
                <a:cubicBezTo>
                  <a:pt x="14606" y="1021080"/>
                  <a:pt x="1" y="625475"/>
                  <a:pt x="1" y="624840"/>
                </a:cubicBezTo>
                <a:cubicBezTo>
                  <a:pt x="1" y="624205"/>
                  <a:pt x="-1269" y="168910"/>
                  <a:pt x="342901" y="3810"/>
                </a:cubicBezTo>
                <a:close/>
              </a:path>
            </a:pathLst>
          </a:cu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5258949" y="3543852"/>
            <a:ext cx="571434" cy="5714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4827270" y="1988820"/>
            <a:ext cx="2297430" cy="716280"/>
          </a:xfrm>
          <a:custGeom>
            <a:avLst/>
            <a:gdLst>
              <a:gd name="connsiteX0" fmla="*/ 0 w 2297430"/>
              <a:gd name="connsiteY0" fmla="*/ 0 h 716280"/>
              <a:gd name="connsiteX1" fmla="*/ 2293620 w 2297430"/>
              <a:gd name="connsiteY1" fmla="*/ 3810 h 716280"/>
              <a:gd name="connsiteX2" fmla="*/ 2297430 w 2297430"/>
              <a:gd name="connsiteY2" fmla="*/ 716280 h 716280"/>
              <a:gd name="connsiteX3" fmla="*/ 64770 w 2297430"/>
              <a:gd name="connsiteY3" fmla="*/ 716280 h 716280"/>
              <a:gd name="connsiteX4" fmla="*/ 64770 w 2297430"/>
              <a:gd name="connsiteY4" fmla="*/ 392430 h 716280"/>
              <a:gd name="connsiteX5" fmla="*/ 0 w 2297430"/>
              <a:gd name="connsiteY5" fmla="*/ 392430 h 716280"/>
              <a:gd name="connsiteX6" fmla="*/ 0 w 2297430"/>
              <a:gd name="connsiteY6" fmla="*/ 0 h 71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7430" h="716280">
                <a:moveTo>
                  <a:pt x="0" y="0"/>
                </a:moveTo>
                <a:lnTo>
                  <a:pt x="2293620" y="3810"/>
                </a:lnTo>
                <a:lnTo>
                  <a:pt x="2297430" y="716280"/>
                </a:lnTo>
                <a:lnTo>
                  <a:pt x="64770" y="716280"/>
                </a:lnTo>
                <a:lnTo>
                  <a:pt x="64770" y="392430"/>
                </a:lnTo>
                <a:lnTo>
                  <a:pt x="0" y="392430"/>
                </a:lnTo>
                <a:lnTo>
                  <a:pt x="0" y="0"/>
                </a:lnTo>
                <a:close/>
              </a:path>
            </a:pathLst>
          </a:cu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53" name="组合 6152"/>
          <p:cNvGrpSpPr/>
          <p:nvPr/>
        </p:nvGrpSpPr>
        <p:grpSpPr>
          <a:xfrm>
            <a:off x="6624228" y="1286138"/>
            <a:ext cx="170656" cy="1096994"/>
            <a:chOff x="6624228" y="1286138"/>
            <a:chExt cx="170656" cy="1096994"/>
          </a:xfrm>
        </p:grpSpPr>
        <p:cxnSp>
          <p:nvCxnSpPr>
            <p:cNvPr id="89" name="直接连接符 88"/>
            <p:cNvCxnSpPr/>
            <p:nvPr/>
          </p:nvCxnSpPr>
          <p:spPr>
            <a:xfrm flipV="1">
              <a:off x="6709596" y="1286138"/>
              <a:ext cx="0" cy="109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 rot="5400000">
              <a:off x="6696236" y="1458323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 rot="5400000">
              <a:off x="6696236" y="1644040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rot="5400000">
              <a:off x="6722876" y="182341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5400000">
              <a:off x="6722876" y="2009128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5400000">
              <a:off x="6696236" y="129460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5400000">
              <a:off x="6722876" y="2193498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分为上、下两个部分；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32277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上部为半个圆筒；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6" y="620688"/>
            <a:ext cx="846986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主视图和俯视图，构想出形体，并做出其左视图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2960948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 综合构想整体；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4826548" y="2318356"/>
            <a:ext cx="1987860" cy="140151"/>
            <a:chOff x="4826548" y="2318356"/>
            <a:chExt cx="1987860" cy="14015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4826548" y="2386948"/>
              <a:ext cx="19878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5004048" y="2318356"/>
              <a:ext cx="1620180" cy="140151"/>
              <a:chOff x="5004048" y="2318356"/>
              <a:chExt cx="1620180" cy="140151"/>
            </a:xfrm>
          </p:grpSpPr>
          <p:cxnSp>
            <p:nvCxnSpPr>
              <p:cNvPr id="178" name="直接连接符 177"/>
              <p:cNvCxnSpPr/>
              <p:nvPr/>
            </p:nvCxnSpPr>
            <p:spPr>
              <a:xfrm>
                <a:off x="5004048" y="2347063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5184068" y="2347884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5379960" y="2318356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>
                <a:off x="5562982" y="2332332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5775822" y="2339061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>
                <a:off x="5996920" y="2339061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6202784" y="2342433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>
                <a:off x="6408204" y="2347883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6624228" y="2349274"/>
                <a:ext cx="0" cy="109233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组合 49"/>
          <p:cNvGrpSpPr/>
          <p:nvPr/>
        </p:nvGrpSpPr>
        <p:grpSpPr>
          <a:xfrm>
            <a:off x="4906196" y="4042462"/>
            <a:ext cx="1908212" cy="165482"/>
            <a:chOff x="4906196" y="4042462"/>
            <a:chExt cx="1908212" cy="165482"/>
          </a:xfrm>
        </p:grpSpPr>
        <p:cxnSp>
          <p:nvCxnSpPr>
            <p:cNvPr id="143" name="直接连接符 142"/>
            <p:cNvCxnSpPr/>
            <p:nvPr/>
          </p:nvCxnSpPr>
          <p:spPr>
            <a:xfrm>
              <a:off x="4906196" y="4113076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5106980" y="405046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5287000" y="405128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5482892" y="4098711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5665914" y="4084692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5858434" y="4042462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053244" y="4042462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6243868" y="404583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6423888" y="405128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6655152" y="405267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4896036" y="3458318"/>
            <a:ext cx="1908212" cy="140151"/>
            <a:chOff x="4896036" y="3458318"/>
            <a:chExt cx="1908212" cy="140151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4896036" y="3537012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5076056" y="348702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256076" y="3487846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5451968" y="3458318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5634990" y="3472294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5827510" y="3479023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022320" y="3479023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212944" y="348239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392964" y="3487845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6624228" y="3489236"/>
              <a:ext cx="0" cy="109233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4716016" y="3715956"/>
            <a:ext cx="2520280" cy="198392"/>
            <a:chOff x="4716016" y="3715956"/>
            <a:chExt cx="2520280" cy="19839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4716016" y="3827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4986821" y="3753036"/>
              <a:ext cx="161243" cy="161312"/>
              <a:chOff x="4986821" y="3753036"/>
              <a:chExt cx="161243" cy="161312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/>
            <p:cNvGrpSpPr/>
            <p:nvPr/>
          </p:nvGrpSpPr>
          <p:grpSpPr>
            <a:xfrm>
              <a:off x="5598889" y="3735740"/>
              <a:ext cx="161243" cy="161312"/>
              <a:chOff x="4986821" y="3753036"/>
              <a:chExt cx="161243" cy="161312"/>
            </a:xfrm>
          </p:grpSpPr>
          <p:cxnSp>
            <p:nvCxnSpPr>
              <p:cNvPr id="58" name="直接连接符 5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/>
            <p:cNvGrpSpPr/>
            <p:nvPr/>
          </p:nvGrpSpPr>
          <p:grpSpPr>
            <a:xfrm>
              <a:off x="6192180" y="3735740"/>
              <a:ext cx="161243" cy="161312"/>
              <a:chOff x="4986821" y="3753036"/>
              <a:chExt cx="161243" cy="161312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/>
            <p:cNvGrpSpPr/>
            <p:nvPr/>
          </p:nvGrpSpPr>
          <p:grpSpPr>
            <a:xfrm>
              <a:off x="6876256" y="3715956"/>
              <a:ext cx="161243" cy="161312"/>
              <a:chOff x="4986821" y="3753036"/>
              <a:chExt cx="161243" cy="161312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11"/>
          <p:cNvGrpSpPr/>
          <p:nvPr/>
        </p:nvGrpSpPr>
        <p:grpSpPr>
          <a:xfrm>
            <a:off x="5467470" y="1844824"/>
            <a:ext cx="161312" cy="708965"/>
            <a:chOff x="5467470" y="1844824"/>
            <a:chExt cx="161312" cy="708965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544108" y="1844824"/>
              <a:ext cx="0" cy="7089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/>
            <p:cNvGrpSpPr/>
            <p:nvPr/>
          </p:nvGrpSpPr>
          <p:grpSpPr>
            <a:xfrm rot="5400000">
              <a:off x="5467504" y="2137719"/>
              <a:ext cx="161243" cy="161312"/>
              <a:chOff x="4986821" y="3753036"/>
              <a:chExt cx="161243" cy="161312"/>
            </a:xfrm>
          </p:grpSpPr>
          <p:cxnSp>
            <p:nvCxnSpPr>
              <p:cNvPr id="68" name="直接连接符 6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rgbClr val="E6B9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5451968" y="3427589"/>
            <a:ext cx="161312" cy="829503"/>
            <a:chOff x="5451968" y="3427589"/>
            <a:chExt cx="161312" cy="829503"/>
          </a:xfrm>
        </p:grpSpPr>
        <p:cxnSp>
          <p:nvCxnSpPr>
            <p:cNvPr id="43" name="直接连接符 42"/>
            <p:cNvCxnSpPr/>
            <p:nvPr/>
          </p:nvCxnSpPr>
          <p:spPr>
            <a:xfrm flipH="1">
              <a:off x="5544108" y="3427589"/>
              <a:ext cx="558" cy="829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5400000">
              <a:off x="5541272" y="355434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5400000">
              <a:off x="5523976" y="367749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椭圆 17"/>
          <p:cNvSpPr/>
          <p:nvPr/>
        </p:nvSpPr>
        <p:spPr>
          <a:xfrm>
            <a:off x="5256076" y="3541642"/>
            <a:ext cx="571434" cy="5714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826548" y="1988840"/>
            <a:ext cx="23017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512063" y="1275978"/>
            <a:ext cx="626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H="1">
            <a:off x="5171488" y="4421096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" name="弧形 7168"/>
          <p:cNvSpPr/>
          <p:nvPr/>
        </p:nvSpPr>
        <p:spPr>
          <a:xfrm>
            <a:off x="4838323" y="3097618"/>
            <a:ext cx="1420260" cy="1420260"/>
          </a:xfrm>
          <a:prstGeom prst="arc">
            <a:avLst>
              <a:gd name="adj1" fmla="val 7283898"/>
              <a:gd name="adj2" fmla="val 1430545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73" name="直接连接符 7172"/>
          <p:cNvCxnSpPr/>
          <p:nvPr/>
        </p:nvCxnSpPr>
        <p:spPr>
          <a:xfrm>
            <a:off x="5184068" y="1988840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H="1">
            <a:off x="5168484" y="3201264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1" name="直接连接符 7190"/>
          <p:cNvCxnSpPr/>
          <p:nvPr/>
        </p:nvCxnSpPr>
        <p:spPr>
          <a:xfrm flipV="1">
            <a:off x="7128284" y="1255658"/>
            <a:ext cx="2" cy="14778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4906196" y="2714000"/>
            <a:ext cx="222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522223" y="1260738"/>
            <a:ext cx="0" cy="718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826548" y="1979352"/>
            <a:ext cx="0" cy="405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4896036" y="2384885"/>
            <a:ext cx="0" cy="348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803264" y="2384884"/>
            <a:ext cx="108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8" name="组合 6147"/>
          <p:cNvGrpSpPr/>
          <p:nvPr/>
        </p:nvGrpSpPr>
        <p:grpSpPr>
          <a:xfrm>
            <a:off x="5220072" y="1988841"/>
            <a:ext cx="690638" cy="398107"/>
            <a:chOff x="5220072" y="1988841"/>
            <a:chExt cx="690638" cy="398107"/>
          </a:xfrm>
        </p:grpSpPr>
        <p:grpSp>
          <p:nvGrpSpPr>
            <p:cNvPr id="6147" name="组合 6146"/>
            <p:cNvGrpSpPr/>
            <p:nvPr/>
          </p:nvGrpSpPr>
          <p:grpSpPr>
            <a:xfrm>
              <a:off x="5256076" y="1988841"/>
              <a:ext cx="571434" cy="398107"/>
              <a:chOff x="5256076" y="1988840"/>
              <a:chExt cx="571434" cy="1838519"/>
            </a:xfrm>
          </p:grpSpPr>
          <p:cxnSp>
            <p:nvCxnSpPr>
              <p:cNvPr id="95" name="直接连接符 94"/>
              <p:cNvCxnSpPr>
                <a:stCxn id="18" idx="2"/>
              </p:cNvCxnSpPr>
              <p:nvPr/>
            </p:nvCxnSpPr>
            <p:spPr>
              <a:xfrm flipV="1">
                <a:off x="5256076" y="1988840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5" name="直接连接符 6144"/>
              <p:cNvCxnSpPr>
                <a:stCxn id="18" idx="6"/>
              </p:cNvCxnSpPr>
              <p:nvPr/>
            </p:nvCxnSpPr>
            <p:spPr>
              <a:xfrm flipV="1">
                <a:off x="5827510" y="1994591"/>
                <a:ext cx="0" cy="18327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8" name="直接连接符 197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59" name="组合 6158"/>
          <p:cNvGrpSpPr/>
          <p:nvPr/>
        </p:nvGrpSpPr>
        <p:grpSpPr>
          <a:xfrm>
            <a:off x="6768244" y="2378052"/>
            <a:ext cx="144016" cy="335948"/>
            <a:chOff x="6768244" y="2378052"/>
            <a:chExt cx="144016" cy="335948"/>
          </a:xfrm>
        </p:grpSpPr>
        <p:cxnSp>
          <p:nvCxnSpPr>
            <p:cNvPr id="6155" name="直接箭头连接符 6154"/>
            <p:cNvCxnSpPr/>
            <p:nvPr/>
          </p:nvCxnSpPr>
          <p:spPr>
            <a:xfrm flipV="1">
              <a:off x="6814408" y="2378052"/>
              <a:ext cx="0" cy="3359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5400000">
              <a:off x="6840252" y="2471956"/>
              <a:ext cx="0" cy="144016"/>
            </a:xfrm>
            <a:prstGeom prst="line">
              <a:avLst/>
            </a:prstGeom>
            <a:ln w="57150">
              <a:solidFill>
                <a:srgbClr val="E6B9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弧形 19"/>
          <p:cNvSpPr/>
          <p:nvPr/>
        </p:nvSpPr>
        <p:spPr>
          <a:xfrm rot="16200000">
            <a:off x="6522223" y="3204849"/>
            <a:ext cx="1216248" cy="1216248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弧形 84"/>
          <p:cNvSpPr/>
          <p:nvPr/>
        </p:nvSpPr>
        <p:spPr>
          <a:xfrm rot="16200000">
            <a:off x="6709596" y="3392222"/>
            <a:ext cx="841502" cy="841502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020272" y="3068960"/>
            <a:ext cx="182083" cy="1476164"/>
            <a:chOff x="7020272" y="3068960"/>
            <a:chExt cx="182083" cy="1476164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128284" y="3068960"/>
              <a:ext cx="0" cy="1476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 rot="5400000">
              <a:off x="7020306" y="3487811"/>
              <a:ext cx="161243" cy="161312"/>
              <a:chOff x="4986821" y="3753036"/>
              <a:chExt cx="161243" cy="161312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 rot="5400000">
              <a:off x="7041077" y="3990417"/>
              <a:ext cx="161243" cy="161312"/>
              <a:chOff x="4986821" y="3753036"/>
              <a:chExt cx="161243" cy="161312"/>
            </a:xfrm>
          </p:grpSpPr>
          <p:cxnSp>
            <p:nvCxnSpPr>
              <p:cNvPr id="74" name="直接连接符 7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188" name="直接连接符 7187"/>
          <p:cNvCxnSpPr>
            <a:stCxn id="85" idx="2"/>
          </p:cNvCxnSpPr>
          <p:nvPr/>
        </p:nvCxnSpPr>
        <p:spPr>
          <a:xfrm flipV="1">
            <a:off x="7130347" y="3185781"/>
            <a:ext cx="0" cy="2064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flipV="1">
            <a:off x="7133454" y="4208192"/>
            <a:ext cx="0" cy="2289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338188" y="25537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下部为平板上开槽、打孔；</a:t>
            </a:r>
          </a:p>
        </p:txBody>
      </p:sp>
      <p:pic>
        <p:nvPicPr>
          <p:cNvPr id="12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84" y="3678044"/>
            <a:ext cx="1125972" cy="146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77</a:t>
            </a:fld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29" y="4042462"/>
            <a:ext cx="2486683" cy="219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分为上、下两个部分；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32277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上部为半个圆筒；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6" y="620688"/>
            <a:ext cx="846986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主视图和俯视图，构想出形体，并做出其左视图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2960948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* 综合构想整体；</a:t>
            </a:r>
          </a:p>
        </p:txBody>
      </p:sp>
      <p:sp>
        <p:nvSpPr>
          <p:cNvPr id="169" name="矩形 168"/>
          <p:cNvSpPr/>
          <p:nvPr/>
        </p:nvSpPr>
        <p:spPr>
          <a:xfrm>
            <a:off x="338188" y="3933056"/>
            <a:ext cx="4009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画出下板基本形状；</a:t>
            </a:r>
          </a:p>
        </p:txBody>
      </p:sp>
      <p:sp>
        <p:nvSpPr>
          <p:cNvPr id="170" name="矩形 169"/>
          <p:cNvSpPr/>
          <p:nvPr/>
        </p:nvSpPr>
        <p:spPr>
          <a:xfrm>
            <a:off x="338187" y="4438154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画出下板开槽、孔等细节；</a:t>
            </a:r>
          </a:p>
        </p:txBody>
      </p:sp>
      <p:sp>
        <p:nvSpPr>
          <p:cNvPr id="41" name="Text Box 84"/>
          <p:cNvSpPr txBox="1">
            <a:spLocks noChangeArrowheads="1"/>
          </p:cNvSpPr>
          <p:nvPr/>
        </p:nvSpPr>
        <p:spPr bwMode="auto">
          <a:xfrm>
            <a:off x="123876" y="3465004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绘制左视图：</a:t>
            </a:r>
          </a:p>
        </p:txBody>
      </p:sp>
      <p:sp>
        <p:nvSpPr>
          <p:cNvPr id="123" name="矩形 122"/>
          <p:cNvSpPr/>
          <p:nvPr/>
        </p:nvSpPr>
        <p:spPr>
          <a:xfrm>
            <a:off x="338188" y="25537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下部为平板上开槽、打孔；</a:t>
            </a:r>
          </a:p>
        </p:txBody>
      </p:sp>
      <p:pic>
        <p:nvPicPr>
          <p:cNvPr id="12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84" y="3678044"/>
            <a:ext cx="1125972" cy="146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9" name="组合 118"/>
          <p:cNvGrpSpPr/>
          <p:nvPr/>
        </p:nvGrpSpPr>
        <p:grpSpPr>
          <a:xfrm>
            <a:off x="6624228" y="1286138"/>
            <a:ext cx="170656" cy="1096994"/>
            <a:chOff x="6624228" y="1286138"/>
            <a:chExt cx="170656" cy="1096994"/>
          </a:xfrm>
        </p:grpSpPr>
        <p:cxnSp>
          <p:nvCxnSpPr>
            <p:cNvPr id="122" name="直接连接符 121"/>
            <p:cNvCxnSpPr/>
            <p:nvPr/>
          </p:nvCxnSpPr>
          <p:spPr>
            <a:xfrm flipV="1">
              <a:off x="6709596" y="1286138"/>
              <a:ext cx="0" cy="109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rot="5400000">
              <a:off x="6696236" y="1458323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 rot="5400000">
              <a:off x="6696236" y="1644040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rot="5400000">
              <a:off x="6722876" y="182341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rot="5400000">
              <a:off x="6722876" y="20091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rot="5400000">
              <a:off x="6696236" y="129460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rot="5400000">
              <a:off x="6722876" y="219349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组合 134"/>
          <p:cNvGrpSpPr/>
          <p:nvPr/>
        </p:nvGrpSpPr>
        <p:grpSpPr>
          <a:xfrm>
            <a:off x="4826548" y="2318356"/>
            <a:ext cx="1987860" cy="140151"/>
            <a:chOff x="4826548" y="2318356"/>
            <a:chExt cx="1987860" cy="140151"/>
          </a:xfrm>
        </p:grpSpPr>
        <p:cxnSp>
          <p:nvCxnSpPr>
            <p:cNvPr id="136" name="直接连接符 135"/>
            <p:cNvCxnSpPr/>
            <p:nvPr/>
          </p:nvCxnSpPr>
          <p:spPr>
            <a:xfrm>
              <a:off x="4826548" y="2386948"/>
              <a:ext cx="19878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组合 136"/>
            <p:cNvGrpSpPr/>
            <p:nvPr/>
          </p:nvGrpSpPr>
          <p:grpSpPr>
            <a:xfrm>
              <a:off x="5004048" y="2318356"/>
              <a:ext cx="1620180" cy="140151"/>
              <a:chOff x="5004048" y="2318356"/>
              <a:chExt cx="1620180" cy="140151"/>
            </a:xfrm>
          </p:grpSpPr>
          <p:cxnSp>
            <p:nvCxnSpPr>
              <p:cNvPr id="138" name="直接连接符 137"/>
              <p:cNvCxnSpPr/>
              <p:nvPr/>
            </p:nvCxnSpPr>
            <p:spPr>
              <a:xfrm>
                <a:off x="5004048" y="234706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5184068" y="234788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5379960" y="2318356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5562982" y="2332332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5775822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5996920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6202784" y="234243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6408204" y="234788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6624228" y="234927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组合 156"/>
          <p:cNvGrpSpPr/>
          <p:nvPr/>
        </p:nvGrpSpPr>
        <p:grpSpPr>
          <a:xfrm>
            <a:off x="4906196" y="4021757"/>
            <a:ext cx="1908212" cy="140151"/>
            <a:chOff x="4906196" y="4021757"/>
            <a:chExt cx="1908212" cy="140151"/>
          </a:xfrm>
        </p:grpSpPr>
        <p:cxnSp>
          <p:nvCxnSpPr>
            <p:cNvPr id="166" name="直接连接符 165"/>
            <p:cNvCxnSpPr/>
            <p:nvPr/>
          </p:nvCxnSpPr>
          <p:spPr>
            <a:xfrm>
              <a:off x="4906196" y="4113076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5106980" y="405046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5287000" y="405128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5482892" y="4021757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5665914" y="403573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585843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05324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243868" y="404583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6423888" y="405128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>
              <a:off x="6655152" y="405267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组合 189"/>
          <p:cNvGrpSpPr/>
          <p:nvPr/>
        </p:nvGrpSpPr>
        <p:grpSpPr>
          <a:xfrm>
            <a:off x="4896036" y="3458318"/>
            <a:ext cx="1908212" cy="140151"/>
            <a:chOff x="4896036" y="3458318"/>
            <a:chExt cx="1908212" cy="140151"/>
          </a:xfrm>
        </p:grpSpPr>
        <p:cxnSp>
          <p:nvCxnSpPr>
            <p:cNvPr id="191" name="直接连接符 190"/>
            <p:cNvCxnSpPr/>
            <p:nvPr/>
          </p:nvCxnSpPr>
          <p:spPr>
            <a:xfrm>
              <a:off x="4896036" y="3537012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5076056" y="348702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5256076" y="348784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5451968" y="3458318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5634990" y="347229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>
              <a:off x="582751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602232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6212944" y="348239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6392964" y="348784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6624228" y="348923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/>
          <p:cNvGrpSpPr/>
          <p:nvPr/>
        </p:nvGrpSpPr>
        <p:grpSpPr>
          <a:xfrm>
            <a:off x="4716016" y="3715956"/>
            <a:ext cx="2520280" cy="198392"/>
            <a:chOff x="4716016" y="3715956"/>
            <a:chExt cx="2520280" cy="198392"/>
          </a:xfrm>
        </p:grpSpPr>
        <p:cxnSp>
          <p:nvCxnSpPr>
            <p:cNvPr id="210" name="直接连接符 209"/>
            <p:cNvCxnSpPr/>
            <p:nvPr/>
          </p:nvCxnSpPr>
          <p:spPr>
            <a:xfrm>
              <a:off x="4716016" y="3827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组合 211"/>
            <p:cNvGrpSpPr/>
            <p:nvPr/>
          </p:nvGrpSpPr>
          <p:grpSpPr>
            <a:xfrm>
              <a:off x="4986821" y="3753036"/>
              <a:ext cx="161243" cy="161312"/>
              <a:chOff x="4986821" y="3753036"/>
              <a:chExt cx="161243" cy="161312"/>
            </a:xfrm>
          </p:grpSpPr>
          <p:cxnSp>
            <p:nvCxnSpPr>
              <p:cNvPr id="224" name="直接连接符 22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" name="组合 213"/>
            <p:cNvGrpSpPr/>
            <p:nvPr/>
          </p:nvGrpSpPr>
          <p:grpSpPr>
            <a:xfrm>
              <a:off x="5598889" y="3735740"/>
              <a:ext cx="161243" cy="161312"/>
              <a:chOff x="4986821" y="3753036"/>
              <a:chExt cx="161243" cy="161312"/>
            </a:xfrm>
          </p:grpSpPr>
          <p:cxnSp>
            <p:nvCxnSpPr>
              <p:cNvPr id="222" name="直接连接符 221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组合 214"/>
            <p:cNvGrpSpPr/>
            <p:nvPr/>
          </p:nvGrpSpPr>
          <p:grpSpPr>
            <a:xfrm>
              <a:off x="6192180" y="3735740"/>
              <a:ext cx="161243" cy="161312"/>
              <a:chOff x="4986821" y="3753036"/>
              <a:chExt cx="161243" cy="161312"/>
            </a:xfrm>
          </p:grpSpPr>
          <p:cxnSp>
            <p:nvCxnSpPr>
              <p:cNvPr id="219" name="直接连接符 218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组合 215"/>
            <p:cNvGrpSpPr/>
            <p:nvPr/>
          </p:nvGrpSpPr>
          <p:grpSpPr>
            <a:xfrm>
              <a:off x="6876256" y="3715956"/>
              <a:ext cx="161243" cy="161312"/>
              <a:chOff x="4986821" y="3753036"/>
              <a:chExt cx="161243" cy="161312"/>
            </a:xfrm>
          </p:grpSpPr>
          <p:cxnSp>
            <p:nvCxnSpPr>
              <p:cNvPr id="217" name="直接连接符 216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6" name="组合 225"/>
          <p:cNvGrpSpPr/>
          <p:nvPr/>
        </p:nvGrpSpPr>
        <p:grpSpPr>
          <a:xfrm>
            <a:off x="5467470" y="1844824"/>
            <a:ext cx="161312" cy="708965"/>
            <a:chOff x="5467470" y="1844824"/>
            <a:chExt cx="161312" cy="708965"/>
          </a:xfrm>
        </p:grpSpPr>
        <p:cxnSp>
          <p:nvCxnSpPr>
            <p:cNvPr id="227" name="直接连接符 226"/>
            <p:cNvCxnSpPr/>
            <p:nvPr/>
          </p:nvCxnSpPr>
          <p:spPr>
            <a:xfrm>
              <a:off x="5544108" y="1844824"/>
              <a:ext cx="0" cy="7089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组合 227"/>
            <p:cNvGrpSpPr/>
            <p:nvPr/>
          </p:nvGrpSpPr>
          <p:grpSpPr>
            <a:xfrm rot="5400000">
              <a:off x="5467504" y="2137719"/>
              <a:ext cx="161243" cy="161312"/>
              <a:chOff x="4986821" y="3753036"/>
              <a:chExt cx="161243" cy="161312"/>
            </a:xfrm>
          </p:grpSpPr>
          <p:cxnSp>
            <p:nvCxnSpPr>
              <p:cNvPr id="229" name="直接连接符 228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组合 230"/>
          <p:cNvGrpSpPr/>
          <p:nvPr/>
        </p:nvGrpSpPr>
        <p:grpSpPr>
          <a:xfrm>
            <a:off x="5451968" y="3427589"/>
            <a:ext cx="161312" cy="829503"/>
            <a:chOff x="5451968" y="3427589"/>
            <a:chExt cx="161312" cy="829503"/>
          </a:xfrm>
        </p:grpSpPr>
        <p:cxnSp>
          <p:nvCxnSpPr>
            <p:cNvPr id="232" name="直接连接符 231"/>
            <p:cNvCxnSpPr/>
            <p:nvPr/>
          </p:nvCxnSpPr>
          <p:spPr>
            <a:xfrm flipH="1">
              <a:off x="5544108" y="3427589"/>
              <a:ext cx="558" cy="829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5400000">
              <a:off x="5541272" y="35467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5400000">
              <a:off x="5523976" y="367749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椭圆 234"/>
          <p:cNvSpPr/>
          <p:nvPr/>
        </p:nvSpPr>
        <p:spPr>
          <a:xfrm>
            <a:off x="5256076" y="3541642"/>
            <a:ext cx="571434" cy="5714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6" name="直接连接符 235"/>
          <p:cNvCxnSpPr/>
          <p:nvPr/>
        </p:nvCxnSpPr>
        <p:spPr>
          <a:xfrm>
            <a:off x="4826548" y="1988840"/>
            <a:ext cx="23017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6512063" y="1275978"/>
            <a:ext cx="626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flipH="1">
            <a:off x="5171488" y="4421096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弧形 238"/>
          <p:cNvSpPr/>
          <p:nvPr/>
        </p:nvSpPr>
        <p:spPr>
          <a:xfrm>
            <a:off x="4838323" y="3097618"/>
            <a:ext cx="1420260" cy="1420260"/>
          </a:xfrm>
          <a:prstGeom prst="arc">
            <a:avLst>
              <a:gd name="adj1" fmla="val 7283898"/>
              <a:gd name="adj2" fmla="val 1430545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>
          <a:xfrm>
            <a:off x="5186728" y="1988840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flipH="1">
            <a:off x="5168484" y="3201264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flipV="1">
            <a:off x="7128284" y="1255658"/>
            <a:ext cx="2" cy="14778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>
            <a:off x="4906196" y="2714000"/>
            <a:ext cx="222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flipV="1">
            <a:off x="6522223" y="1260738"/>
            <a:ext cx="0" cy="718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flipV="1">
            <a:off x="4826548" y="1979352"/>
            <a:ext cx="0" cy="405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flipV="1">
            <a:off x="4896036" y="2384885"/>
            <a:ext cx="0" cy="348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>
            <a:off x="4803264" y="2384884"/>
            <a:ext cx="108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组合 247"/>
          <p:cNvGrpSpPr/>
          <p:nvPr/>
        </p:nvGrpSpPr>
        <p:grpSpPr>
          <a:xfrm>
            <a:off x="5220072" y="1988841"/>
            <a:ext cx="690638" cy="398107"/>
            <a:chOff x="5220072" y="1988841"/>
            <a:chExt cx="690638" cy="398107"/>
          </a:xfrm>
        </p:grpSpPr>
        <p:grpSp>
          <p:nvGrpSpPr>
            <p:cNvPr id="249" name="组合 248"/>
            <p:cNvGrpSpPr/>
            <p:nvPr/>
          </p:nvGrpSpPr>
          <p:grpSpPr>
            <a:xfrm>
              <a:off x="5256076" y="1988841"/>
              <a:ext cx="571434" cy="398107"/>
              <a:chOff x="5256076" y="1988840"/>
              <a:chExt cx="571434" cy="1838519"/>
            </a:xfrm>
          </p:grpSpPr>
          <p:cxnSp>
            <p:nvCxnSpPr>
              <p:cNvPr id="254" name="直接连接符 253"/>
              <p:cNvCxnSpPr>
                <a:stCxn id="235" idx="2"/>
              </p:cNvCxnSpPr>
              <p:nvPr/>
            </p:nvCxnSpPr>
            <p:spPr>
              <a:xfrm flipV="1">
                <a:off x="5256076" y="1988840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>
                <a:stCxn id="235" idx="6"/>
              </p:cNvCxnSpPr>
              <p:nvPr/>
            </p:nvCxnSpPr>
            <p:spPr>
              <a:xfrm flipV="1">
                <a:off x="5827510" y="1994591"/>
                <a:ext cx="0" cy="18327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直接连接符 249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组合 255"/>
          <p:cNvGrpSpPr/>
          <p:nvPr/>
        </p:nvGrpSpPr>
        <p:grpSpPr>
          <a:xfrm>
            <a:off x="6768244" y="2378052"/>
            <a:ext cx="144016" cy="335948"/>
            <a:chOff x="6768244" y="2378052"/>
            <a:chExt cx="144016" cy="335948"/>
          </a:xfrm>
        </p:grpSpPr>
        <p:cxnSp>
          <p:nvCxnSpPr>
            <p:cNvPr id="257" name="直接箭头连接符 256"/>
            <p:cNvCxnSpPr/>
            <p:nvPr/>
          </p:nvCxnSpPr>
          <p:spPr>
            <a:xfrm flipV="1">
              <a:off x="6814408" y="2378052"/>
              <a:ext cx="0" cy="3359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5400000">
              <a:off x="6840252" y="2471956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弧形 259"/>
          <p:cNvSpPr/>
          <p:nvPr/>
        </p:nvSpPr>
        <p:spPr>
          <a:xfrm rot="16200000">
            <a:off x="6522223" y="3204849"/>
            <a:ext cx="1216248" cy="1216248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弧形 260"/>
          <p:cNvSpPr/>
          <p:nvPr/>
        </p:nvSpPr>
        <p:spPr>
          <a:xfrm rot="16200000">
            <a:off x="6709596" y="3392222"/>
            <a:ext cx="841502" cy="841502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2" name="组合 261"/>
          <p:cNvGrpSpPr/>
          <p:nvPr/>
        </p:nvGrpSpPr>
        <p:grpSpPr>
          <a:xfrm>
            <a:off x="7020272" y="3068960"/>
            <a:ext cx="182083" cy="1476164"/>
            <a:chOff x="7020272" y="3068960"/>
            <a:chExt cx="182083" cy="1476164"/>
          </a:xfrm>
        </p:grpSpPr>
        <p:cxnSp>
          <p:nvCxnSpPr>
            <p:cNvPr id="263" name="直接连接符 262"/>
            <p:cNvCxnSpPr/>
            <p:nvPr/>
          </p:nvCxnSpPr>
          <p:spPr>
            <a:xfrm>
              <a:off x="7128284" y="3068960"/>
              <a:ext cx="0" cy="1476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4" name="组合 263"/>
            <p:cNvGrpSpPr/>
            <p:nvPr/>
          </p:nvGrpSpPr>
          <p:grpSpPr>
            <a:xfrm rot="5400000">
              <a:off x="7020306" y="3487811"/>
              <a:ext cx="161243" cy="161312"/>
              <a:chOff x="4986821" y="3753036"/>
              <a:chExt cx="161243" cy="161312"/>
            </a:xfrm>
          </p:grpSpPr>
          <p:cxnSp>
            <p:nvCxnSpPr>
              <p:cNvPr id="268" name="直接连接符 26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5" name="组合 264"/>
            <p:cNvGrpSpPr/>
            <p:nvPr/>
          </p:nvGrpSpPr>
          <p:grpSpPr>
            <a:xfrm rot="5400000">
              <a:off x="7041077" y="3990417"/>
              <a:ext cx="161243" cy="161312"/>
              <a:chOff x="4986821" y="3753036"/>
              <a:chExt cx="161243" cy="161312"/>
            </a:xfrm>
          </p:grpSpPr>
          <p:cxnSp>
            <p:nvCxnSpPr>
              <p:cNvPr id="266" name="直接连接符 265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0" name="直接连接符 269"/>
          <p:cNvCxnSpPr>
            <a:stCxn id="261" idx="2"/>
          </p:cNvCxnSpPr>
          <p:nvPr/>
        </p:nvCxnSpPr>
        <p:spPr>
          <a:xfrm flipV="1">
            <a:off x="7130347" y="3185781"/>
            <a:ext cx="0" cy="2064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flipV="1">
            <a:off x="7133454" y="4208192"/>
            <a:ext cx="0" cy="2289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 flipV="1">
            <a:off x="7453712" y="1986019"/>
            <a:ext cx="1222744" cy="722901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68" name="组合 7167"/>
          <p:cNvGrpSpPr/>
          <p:nvPr/>
        </p:nvGrpSpPr>
        <p:grpSpPr>
          <a:xfrm>
            <a:off x="7987544" y="1160748"/>
            <a:ext cx="182083" cy="1705837"/>
            <a:chOff x="7987544" y="1160748"/>
            <a:chExt cx="182083" cy="1705837"/>
          </a:xfrm>
        </p:grpSpPr>
        <p:cxnSp>
          <p:nvCxnSpPr>
            <p:cNvPr id="274" name="直接连接符 273"/>
            <p:cNvCxnSpPr/>
            <p:nvPr/>
          </p:nvCxnSpPr>
          <p:spPr>
            <a:xfrm>
              <a:off x="8059552" y="1160748"/>
              <a:ext cx="0" cy="17058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5" name="组合 274"/>
            <p:cNvGrpSpPr/>
            <p:nvPr/>
          </p:nvGrpSpPr>
          <p:grpSpPr>
            <a:xfrm rot="5400000">
              <a:off x="7999771" y="1676963"/>
              <a:ext cx="136858" cy="161312"/>
              <a:chOff x="5011206" y="3753036"/>
              <a:chExt cx="136858" cy="161312"/>
            </a:xfrm>
          </p:grpSpPr>
          <p:cxnSp>
            <p:nvCxnSpPr>
              <p:cNvPr id="279" name="直接连接符 278"/>
              <p:cNvCxnSpPr/>
              <p:nvPr/>
            </p:nvCxnSpPr>
            <p:spPr>
              <a:xfrm>
                <a:off x="5011206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" name="组合 275"/>
            <p:cNvGrpSpPr/>
            <p:nvPr/>
          </p:nvGrpSpPr>
          <p:grpSpPr>
            <a:xfrm rot="5400000">
              <a:off x="8016963" y="2448244"/>
              <a:ext cx="144015" cy="161312"/>
              <a:chOff x="5004049" y="3753036"/>
              <a:chExt cx="144015" cy="161312"/>
            </a:xfrm>
          </p:grpSpPr>
          <p:cxnSp>
            <p:nvCxnSpPr>
              <p:cNvPr id="277" name="直接连接符 276"/>
              <p:cNvCxnSpPr/>
              <p:nvPr/>
            </p:nvCxnSpPr>
            <p:spPr>
              <a:xfrm>
                <a:off x="5004049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70" name="矩形 7169"/>
          <p:cNvSpPr/>
          <p:nvPr/>
        </p:nvSpPr>
        <p:spPr>
          <a:xfrm flipV="1">
            <a:off x="7770102" y="2387716"/>
            <a:ext cx="578900" cy="3212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1" name="组合 280"/>
          <p:cNvGrpSpPr/>
          <p:nvPr/>
        </p:nvGrpSpPr>
        <p:grpSpPr>
          <a:xfrm>
            <a:off x="7731529" y="1983394"/>
            <a:ext cx="690638" cy="400672"/>
            <a:chOff x="5220072" y="1990086"/>
            <a:chExt cx="690638" cy="400672"/>
          </a:xfrm>
        </p:grpSpPr>
        <p:grpSp>
          <p:nvGrpSpPr>
            <p:cNvPr id="282" name="组合 281"/>
            <p:cNvGrpSpPr/>
            <p:nvPr/>
          </p:nvGrpSpPr>
          <p:grpSpPr>
            <a:xfrm>
              <a:off x="5259886" y="1990086"/>
              <a:ext cx="575244" cy="400672"/>
              <a:chOff x="5259886" y="1994590"/>
              <a:chExt cx="575244" cy="1850364"/>
            </a:xfrm>
          </p:grpSpPr>
          <p:cxnSp>
            <p:nvCxnSpPr>
              <p:cNvPr id="287" name="直接连接符 286"/>
              <p:cNvCxnSpPr/>
              <p:nvPr/>
            </p:nvCxnSpPr>
            <p:spPr>
              <a:xfrm flipV="1">
                <a:off x="5259886" y="2006435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/>
              <p:cNvCxnSpPr/>
              <p:nvPr/>
            </p:nvCxnSpPr>
            <p:spPr>
              <a:xfrm flipV="1">
                <a:off x="5835130" y="1994590"/>
                <a:ext cx="0" cy="18327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3" name="直接连接符 282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9" name="矩形 288"/>
          <p:cNvSpPr/>
          <p:nvPr/>
        </p:nvSpPr>
        <p:spPr>
          <a:xfrm flipV="1">
            <a:off x="7453712" y="1260859"/>
            <a:ext cx="1222744" cy="722901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87" name="组合 7186"/>
          <p:cNvGrpSpPr/>
          <p:nvPr/>
        </p:nvGrpSpPr>
        <p:grpSpPr>
          <a:xfrm>
            <a:off x="7560873" y="1258156"/>
            <a:ext cx="1043575" cy="1450764"/>
            <a:chOff x="7560873" y="1258156"/>
            <a:chExt cx="1043575" cy="1450764"/>
          </a:xfrm>
        </p:grpSpPr>
        <p:sp>
          <p:nvSpPr>
            <p:cNvPr id="7175" name="矩形 7174"/>
            <p:cNvSpPr/>
            <p:nvPr/>
          </p:nvSpPr>
          <p:spPr>
            <a:xfrm>
              <a:off x="7638800" y="1258156"/>
              <a:ext cx="841503" cy="1450764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7184" name="组合 7183"/>
            <p:cNvGrpSpPr/>
            <p:nvPr/>
          </p:nvGrpSpPr>
          <p:grpSpPr>
            <a:xfrm>
              <a:off x="7560873" y="1350928"/>
              <a:ext cx="179479" cy="1253996"/>
              <a:chOff x="7560873" y="1305208"/>
              <a:chExt cx="179479" cy="1253996"/>
            </a:xfrm>
          </p:grpSpPr>
          <p:cxnSp>
            <p:nvCxnSpPr>
              <p:cNvPr id="290" name="直接连接符 289"/>
              <p:cNvCxnSpPr/>
              <p:nvPr/>
            </p:nvCxnSpPr>
            <p:spPr>
              <a:xfrm flipH="1">
                <a:off x="7560873" y="1661485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 flipH="1">
                <a:off x="7560873" y="1842122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 flipH="1">
                <a:off x="7587513" y="2026573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 flipH="1">
                <a:off x="7587513" y="220213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 flipH="1">
                <a:off x="7560873" y="147744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 flipH="1">
                <a:off x="7587513" y="238444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 flipH="1">
                <a:off x="7596336" y="2558763"/>
                <a:ext cx="144016" cy="441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 flipH="1">
                <a:off x="7560873" y="130520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组合 298"/>
            <p:cNvGrpSpPr/>
            <p:nvPr/>
          </p:nvGrpSpPr>
          <p:grpSpPr>
            <a:xfrm>
              <a:off x="8424969" y="1350928"/>
              <a:ext cx="179479" cy="1253996"/>
              <a:chOff x="7560873" y="1305208"/>
              <a:chExt cx="179479" cy="1253996"/>
            </a:xfrm>
          </p:grpSpPr>
          <p:cxnSp>
            <p:nvCxnSpPr>
              <p:cNvPr id="300" name="直接连接符 299"/>
              <p:cNvCxnSpPr/>
              <p:nvPr/>
            </p:nvCxnSpPr>
            <p:spPr>
              <a:xfrm flipH="1">
                <a:off x="7560873" y="1661485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/>
              <p:cNvCxnSpPr/>
              <p:nvPr/>
            </p:nvCxnSpPr>
            <p:spPr>
              <a:xfrm flipH="1">
                <a:off x="7560873" y="1842122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/>
              <p:cNvCxnSpPr/>
              <p:nvPr/>
            </p:nvCxnSpPr>
            <p:spPr>
              <a:xfrm flipH="1">
                <a:off x="7587513" y="2026573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/>
              <p:nvPr/>
            </p:nvCxnSpPr>
            <p:spPr>
              <a:xfrm flipH="1">
                <a:off x="7587513" y="220213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/>
              <p:cNvCxnSpPr/>
              <p:nvPr/>
            </p:nvCxnSpPr>
            <p:spPr>
              <a:xfrm flipH="1">
                <a:off x="7560873" y="147744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/>
              <p:cNvCxnSpPr/>
              <p:nvPr/>
            </p:nvCxnSpPr>
            <p:spPr>
              <a:xfrm flipH="1">
                <a:off x="7587513" y="238444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 flipH="1">
                <a:off x="7596336" y="2558763"/>
                <a:ext cx="144016" cy="441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/>
              <p:cNvCxnSpPr/>
              <p:nvPr/>
            </p:nvCxnSpPr>
            <p:spPr>
              <a:xfrm flipH="1">
                <a:off x="7560873" y="130520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直接连接符 8"/>
          <p:cNvCxnSpPr/>
          <p:nvPr/>
        </p:nvCxnSpPr>
        <p:spPr>
          <a:xfrm>
            <a:off x="7770102" y="2708920"/>
            <a:ext cx="578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矩形 307"/>
          <p:cNvSpPr/>
          <p:nvPr/>
        </p:nvSpPr>
        <p:spPr>
          <a:xfrm>
            <a:off x="338186" y="4937102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画出上部半圆筒，并从上向下开孔；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170" grpId="0"/>
      <p:bldP spid="5" grpId="0" animBg="1"/>
      <p:bldP spid="7170" grpId="0" animBg="1"/>
      <p:bldP spid="289" grpId="0" animBg="1"/>
      <p:bldP spid="30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29" y="4042462"/>
            <a:ext cx="2486683" cy="219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分为上、下两个部分；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32277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上部为半个圆筒；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6" y="620688"/>
            <a:ext cx="846986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主视图和俯视图，构想出形体，并做出其左视图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2960948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* 综合构想整体；</a:t>
            </a:r>
          </a:p>
        </p:txBody>
      </p:sp>
      <p:sp>
        <p:nvSpPr>
          <p:cNvPr id="169" name="矩形 168"/>
          <p:cNvSpPr/>
          <p:nvPr/>
        </p:nvSpPr>
        <p:spPr>
          <a:xfrm>
            <a:off x="338188" y="3933056"/>
            <a:ext cx="4009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画出下板基本形状；</a:t>
            </a:r>
          </a:p>
        </p:txBody>
      </p:sp>
      <p:sp>
        <p:nvSpPr>
          <p:cNvPr id="170" name="矩形 169"/>
          <p:cNvSpPr/>
          <p:nvPr/>
        </p:nvSpPr>
        <p:spPr>
          <a:xfrm>
            <a:off x="338187" y="4438154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画出下板开槽、孔等细节；</a:t>
            </a:r>
          </a:p>
        </p:txBody>
      </p:sp>
      <p:sp>
        <p:nvSpPr>
          <p:cNvPr id="41" name="Text Box 84"/>
          <p:cNvSpPr txBox="1">
            <a:spLocks noChangeArrowheads="1"/>
          </p:cNvSpPr>
          <p:nvPr/>
        </p:nvSpPr>
        <p:spPr bwMode="auto">
          <a:xfrm>
            <a:off x="123876" y="3465004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绘制左视图：</a:t>
            </a:r>
          </a:p>
        </p:txBody>
      </p:sp>
      <p:sp>
        <p:nvSpPr>
          <p:cNvPr id="123" name="矩形 122"/>
          <p:cNvSpPr/>
          <p:nvPr/>
        </p:nvSpPr>
        <p:spPr>
          <a:xfrm>
            <a:off x="338188" y="25537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下部为平板上开槽、打孔；</a:t>
            </a:r>
          </a:p>
        </p:txBody>
      </p:sp>
      <p:pic>
        <p:nvPicPr>
          <p:cNvPr id="12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84" y="3678044"/>
            <a:ext cx="1125972" cy="146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9" name="组合 118"/>
          <p:cNvGrpSpPr/>
          <p:nvPr/>
        </p:nvGrpSpPr>
        <p:grpSpPr>
          <a:xfrm>
            <a:off x="6624228" y="1286138"/>
            <a:ext cx="170656" cy="1096994"/>
            <a:chOff x="6624228" y="1286138"/>
            <a:chExt cx="170656" cy="1096994"/>
          </a:xfrm>
        </p:grpSpPr>
        <p:cxnSp>
          <p:nvCxnSpPr>
            <p:cNvPr id="122" name="直接连接符 121"/>
            <p:cNvCxnSpPr/>
            <p:nvPr/>
          </p:nvCxnSpPr>
          <p:spPr>
            <a:xfrm flipV="1">
              <a:off x="6709596" y="1286138"/>
              <a:ext cx="0" cy="109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rot="5400000">
              <a:off x="6696236" y="1458323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 rot="5400000">
              <a:off x="6696236" y="1644040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rot="5400000">
              <a:off x="6722876" y="182341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rot="5400000">
              <a:off x="6722876" y="20091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rot="5400000">
              <a:off x="6696236" y="129460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rot="5400000">
              <a:off x="6722876" y="219349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组合 134"/>
          <p:cNvGrpSpPr/>
          <p:nvPr/>
        </p:nvGrpSpPr>
        <p:grpSpPr>
          <a:xfrm>
            <a:off x="4826548" y="2318356"/>
            <a:ext cx="1987860" cy="140151"/>
            <a:chOff x="4826548" y="2318356"/>
            <a:chExt cx="1987860" cy="140151"/>
          </a:xfrm>
        </p:grpSpPr>
        <p:cxnSp>
          <p:nvCxnSpPr>
            <p:cNvPr id="136" name="直接连接符 135"/>
            <p:cNvCxnSpPr/>
            <p:nvPr/>
          </p:nvCxnSpPr>
          <p:spPr>
            <a:xfrm>
              <a:off x="4826548" y="2386948"/>
              <a:ext cx="19878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组合 136"/>
            <p:cNvGrpSpPr/>
            <p:nvPr/>
          </p:nvGrpSpPr>
          <p:grpSpPr>
            <a:xfrm>
              <a:off x="5004048" y="2318356"/>
              <a:ext cx="1620180" cy="140151"/>
              <a:chOff x="5004048" y="2318356"/>
              <a:chExt cx="1620180" cy="140151"/>
            </a:xfrm>
          </p:grpSpPr>
          <p:cxnSp>
            <p:nvCxnSpPr>
              <p:cNvPr id="138" name="直接连接符 137"/>
              <p:cNvCxnSpPr/>
              <p:nvPr/>
            </p:nvCxnSpPr>
            <p:spPr>
              <a:xfrm>
                <a:off x="5004048" y="234706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5184068" y="234788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5379960" y="2318356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5562982" y="2332332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5775822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5996920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6202784" y="234243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6408204" y="234788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6624228" y="234927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组合 156"/>
          <p:cNvGrpSpPr/>
          <p:nvPr/>
        </p:nvGrpSpPr>
        <p:grpSpPr>
          <a:xfrm>
            <a:off x="4906196" y="4021757"/>
            <a:ext cx="1908212" cy="140151"/>
            <a:chOff x="4906196" y="4021757"/>
            <a:chExt cx="1908212" cy="140151"/>
          </a:xfrm>
        </p:grpSpPr>
        <p:cxnSp>
          <p:nvCxnSpPr>
            <p:cNvPr id="166" name="直接连接符 165"/>
            <p:cNvCxnSpPr/>
            <p:nvPr/>
          </p:nvCxnSpPr>
          <p:spPr>
            <a:xfrm>
              <a:off x="4906196" y="4113076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5106980" y="405046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5287000" y="405128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5482892" y="4021757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5665914" y="403573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585843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05324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243868" y="404583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6423888" y="405128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>
              <a:off x="6655152" y="405267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组合 189"/>
          <p:cNvGrpSpPr/>
          <p:nvPr/>
        </p:nvGrpSpPr>
        <p:grpSpPr>
          <a:xfrm>
            <a:off x="4896036" y="3458318"/>
            <a:ext cx="1908212" cy="140151"/>
            <a:chOff x="4896036" y="3458318"/>
            <a:chExt cx="1908212" cy="140151"/>
          </a:xfrm>
        </p:grpSpPr>
        <p:cxnSp>
          <p:nvCxnSpPr>
            <p:cNvPr id="191" name="直接连接符 190"/>
            <p:cNvCxnSpPr/>
            <p:nvPr/>
          </p:nvCxnSpPr>
          <p:spPr>
            <a:xfrm>
              <a:off x="4896036" y="3537012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5076056" y="348702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5256076" y="348784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5451968" y="3458318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5634990" y="347229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>
              <a:off x="582751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602232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6212944" y="348239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6392964" y="348784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6624228" y="348923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/>
          <p:cNvGrpSpPr/>
          <p:nvPr/>
        </p:nvGrpSpPr>
        <p:grpSpPr>
          <a:xfrm>
            <a:off x="4716016" y="3715956"/>
            <a:ext cx="2520280" cy="198392"/>
            <a:chOff x="4716016" y="3715956"/>
            <a:chExt cx="2520280" cy="198392"/>
          </a:xfrm>
        </p:grpSpPr>
        <p:cxnSp>
          <p:nvCxnSpPr>
            <p:cNvPr id="210" name="直接连接符 209"/>
            <p:cNvCxnSpPr/>
            <p:nvPr/>
          </p:nvCxnSpPr>
          <p:spPr>
            <a:xfrm>
              <a:off x="4716016" y="3827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组合 211"/>
            <p:cNvGrpSpPr/>
            <p:nvPr/>
          </p:nvGrpSpPr>
          <p:grpSpPr>
            <a:xfrm>
              <a:off x="4986821" y="3753036"/>
              <a:ext cx="161243" cy="161312"/>
              <a:chOff x="4986821" y="3753036"/>
              <a:chExt cx="161243" cy="161312"/>
            </a:xfrm>
          </p:grpSpPr>
          <p:cxnSp>
            <p:nvCxnSpPr>
              <p:cNvPr id="224" name="直接连接符 22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" name="组合 213"/>
            <p:cNvGrpSpPr/>
            <p:nvPr/>
          </p:nvGrpSpPr>
          <p:grpSpPr>
            <a:xfrm>
              <a:off x="5598889" y="3735740"/>
              <a:ext cx="161243" cy="161312"/>
              <a:chOff x="4986821" y="3753036"/>
              <a:chExt cx="161243" cy="161312"/>
            </a:xfrm>
          </p:grpSpPr>
          <p:cxnSp>
            <p:nvCxnSpPr>
              <p:cNvPr id="222" name="直接连接符 221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组合 214"/>
            <p:cNvGrpSpPr/>
            <p:nvPr/>
          </p:nvGrpSpPr>
          <p:grpSpPr>
            <a:xfrm>
              <a:off x="6192180" y="3735740"/>
              <a:ext cx="161243" cy="161312"/>
              <a:chOff x="4986821" y="3753036"/>
              <a:chExt cx="161243" cy="161312"/>
            </a:xfrm>
          </p:grpSpPr>
          <p:cxnSp>
            <p:nvCxnSpPr>
              <p:cNvPr id="219" name="直接连接符 218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组合 215"/>
            <p:cNvGrpSpPr/>
            <p:nvPr/>
          </p:nvGrpSpPr>
          <p:grpSpPr>
            <a:xfrm>
              <a:off x="6876256" y="3715956"/>
              <a:ext cx="161243" cy="161312"/>
              <a:chOff x="4986821" y="3753036"/>
              <a:chExt cx="161243" cy="161312"/>
            </a:xfrm>
          </p:grpSpPr>
          <p:cxnSp>
            <p:nvCxnSpPr>
              <p:cNvPr id="217" name="直接连接符 216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6" name="组合 225"/>
          <p:cNvGrpSpPr/>
          <p:nvPr/>
        </p:nvGrpSpPr>
        <p:grpSpPr>
          <a:xfrm>
            <a:off x="5467470" y="1844824"/>
            <a:ext cx="161312" cy="708965"/>
            <a:chOff x="5467470" y="1844824"/>
            <a:chExt cx="161312" cy="708965"/>
          </a:xfrm>
        </p:grpSpPr>
        <p:cxnSp>
          <p:nvCxnSpPr>
            <p:cNvPr id="227" name="直接连接符 226"/>
            <p:cNvCxnSpPr/>
            <p:nvPr/>
          </p:nvCxnSpPr>
          <p:spPr>
            <a:xfrm>
              <a:off x="5544108" y="1844824"/>
              <a:ext cx="0" cy="7089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组合 227"/>
            <p:cNvGrpSpPr/>
            <p:nvPr/>
          </p:nvGrpSpPr>
          <p:grpSpPr>
            <a:xfrm rot="5400000">
              <a:off x="5467504" y="2137719"/>
              <a:ext cx="161243" cy="161312"/>
              <a:chOff x="4986821" y="3753036"/>
              <a:chExt cx="161243" cy="161312"/>
            </a:xfrm>
          </p:grpSpPr>
          <p:cxnSp>
            <p:nvCxnSpPr>
              <p:cNvPr id="229" name="直接连接符 228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组合 230"/>
          <p:cNvGrpSpPr/>
          <p:nvPr/>
        </p:nvGrpSpPr>
        <p:grpSpPr>
          <a:xfrm>
            <a:off x="5451968" y="3427589"/>
            <a:ext cx="161312" cy="829503"/>
            <a:chOff x="5451968" y="3427589"/>
            <a:chExt cx="161312" cy="829503"/>
          </a:xfrm>
        </p:grpSpPr>
        <p:cxnSp>
          <p:nvCxnSpPr>
            <p:cNvPr id="232" name="直接连接符 231"/>
            <p:cNvCxnSpPr/>
            <p:nvPr/>
          </p:nvCxnSpPr>
          <p:spPr>
            <a:xfrm flipH="1">
              <a:off x="5544108" y="3427589"/>
              <a:ext cx="558" cy="829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5400000">
              <a:off x="5541272" y="35467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5400000">
              <a:off x="5523976" y="367749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椭圆 234"/>
          <p:cNvSpPr/>
          <p:nvPr/>
        </p:nvSpPr>
        <p:spPr>
          <a:xfrm>
            <a:off x="5256076" y="3541642"/>
            <a:ext cx="571434" cy="5714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6" name="直接连接符 235"/>
          <p:cNvCxnSpPr/>
          <p:nvPr/>
        </p:nvCxnSpPr>
        <p:spPr>
          <a:xfrm>
            <a:off x="4826548" y="1988840"/>
            <a:ext cx="23017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6512063" y="1275978"/>
            <a:ext cx="626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flipH="1">
            <a:off x="5171488" y="4421096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弧形 238"/>
          <p:cNvSpPr/>
          <p:nvPr/>
        </p:nvSpPr>
        <p:spPr>
          <a:xfrm>
            <a:off x="4838323" y="3097618"/>
            <a:ext cx="1420260" cy="1420260"/>
          </a:xfrm>
          <a:prstGeom prst="arc">
            <a:avLst>
              <a:gd name="adj1" fmla="val 7283898"/>
              <a:gd name="adj2" fmla="val 1430545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>
          <a:xfrm>
            <a:off x="5186728" y="1988840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flipH="1">
            <a:off x="5168484" y="3201264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flipV="1">
            <a:off x="7128284" y="1255658"/>
            <a:ext cx="2" cy="14778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>
            <a:off x="4906196" y="2714000"/>
            <a:ext cx="222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flipV="1">
            <a:off x="6522223" y="1260738"/>
            <a:ext cx="0" cy="718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flipV="1">
            <a:off x="4826548" y="1979352"/>
            <a:ext cx="0" cy="405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flipV="1">
            <a:off x="4896036" y="2384885"/>
            <a:ext cx="0" cy="348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>
            <a:off x="4803264" y="2384884"/>
            <a:ext cx="108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组合 247"/>
          <p:cNvGrpSpPr/>
          <p:nvPr/>
        </p:nvGrpSpPr>
        <p:grpSpPr>
          <a:xfrm>
            <a:off x="5220072" y="1988841"/>
            <a:ext cx="690638" cy="398107"/>
            <a:chOff x="5220072" y="1988841"/>
            <a:chExt cx="690638" cy="398107"/>
          </a:xfrm>
        </p:grpSpPr>
        <p:grpSp>
          <p:nvGrpSpPr>
            <p:cNvPr id="249" name="组合 248"/>
            <p:cNvGrpSpPr/>
            <p:nvPr/>
          </p:nvGrpSpPr>
          <p:grpSpPr>
            <a:xfrm>
              <a:off x="5256076" y="1988841"/>
              <a:ext cx="571434" cy="398107"/>
              <a:chOff x="5256076" y="1988840"/>
              <a:chExt cx="571434" cy="1838519"/>
            </a:xfrm>
          </p:grpSpPr>
          <p:cxnSp>
            <p:nvCxnSpPr>
              <p:cNvPr id="254" name="直接连接符 253"/>
              <p:cNvCxnSpPr>
                <a:stCxn id="235" idx="2"/>
              </p:cNvCxnSpPr>
              <p:nvPr/>
            </p:nvCxnSpPr>
            <p:spPr>
              <a:xfrm flipV="1">
                <a:off x="5256076" y="1988840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>
                <a:stCxn id="235" idx="6"/>
              </p:cNvCxnSpPr>
              <p:nvPr/>
            </p:nvCxnSpPr>
            <p:spPr>
              <a:xfrm flipV="1">
                <a:off x="5827510" y="1994591"/>
                <a:ext cx="0" cy="18327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直接连接符 249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组合 255"/>
          <p:cNvGrpSpPr/>
          <p:nvPr/>
        </p:nvGrpSpPr>
        <p:grpSpPr>
          <a:xfrm>
            <a:off x="6768244" y="2378052"/>
            <a:ext cx="144016" cy="335948"/>
            <a:chOff x="6768244" y="2378052"/>
            <a:chExt cx="144016" cy="335948"/>
          </a:xfrm>
        </p:grpSpPr>
        <p:cxnSp>
          <p:nvCxnSpPr>
            <p:cNvPr id="257" name="直接箭头连接符 256"/>
            <p:cNvCxnSpPr/>
            <p:nvPr/>
          </p:nvCxnSpPr>
          <p:spPr>
            <a:xfrm flipV="1">
              <a:off x="6814408" y="2378052"/>
              <a:ext cx="0" cy="3359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5400000">
              <a:off x="6840252" y="2471956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弧形 259"/>
          <p:cNvSpPr/>
          <p:nvPr/>
        </p:nvSpPr>
        <p:spPr>
          <a:xfrm rot="16200000">
            <a:off x="6522223" y="3204849"/>
            <a:ext cx="1216248" cy="1216248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弧形 260"/>
          <p:cNvSpPr/>
          <p:nvPr/>
        </p:nvSpPr>
        <p:spPr>
          <a:xfrm rot="16200000">
            <a:off x="6709596" y="3392222"/>
            <a:ext cx="841502" cy="841502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2" name="组合 261"/>
          <p:cNvGrpSpPr/>
          <p:nvPr/>
        </p:nvGrpSpPr>
        <p:grpSpPr>
          <a:xfrm>
            <a:off x="7020272" y="3068960"/>
            <a:ext cx="182083" cy="1476164"/>
            <a:chOff x="7020272" y="3068960"/>
            <a:chExt cx="182083" cy="1476164"/>
          </a:xfrm>
        </p:grpSpPr>
        <p:cxnSp>
          <p:nvCxnSpPr>
            <p:cNvPr id="263" name="直接连接符 262"/>
            <p:cNvCxnSpPr/>
            <p:nvPr/>
          </p:nvCxnSpPr>
          <p:spPr>
            <a:xfrm>
              <a:off x="7128284" y="3068960"/>
              <a:ext cx="0" cy="1476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4" name="组合 263"/>
            <p:cNvGrpSpPr/>
            <p:nvPr/>
          </p:nvGrpSpPr>
          <p:grpSpPr>
            <a:xfrm rot="5400000">
              <a:off x="7020306" y="3487811"/>
              <a:ext cx="161243" cy="161312"/>
              <a:chOff x="4986821" y="3753036"/>
              <a:chExt cx="161243" cy="161312"/>
            </a:xfrm>
          </p:grpSpPr>
          <p:cxnSp>
            <p:nvCxnSpPr>
              <p:cNvPr id="268" name="直接连接符 26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5" name="组合 264"/>
            <p:cNvGrpSpPr/>
            <p:nvPr/>
          </p:nvGrpSpPr>
          <p:grpSpPr>
            <a:xfrm rot="5400000">
              <a:off x="7041077" y="3990417"/>
              <a:ext cx="161243" cy="161312"/>
              <a:chOff x="4986821" y="3753036"/>
              <a:chExt cx="161243" cy="161312"/>
            </a:xfrm>
          </p:grpSpPr>
          <p:cxnSp>
            <p:nvCxnSpPr>
              <p:cNvPr id="266" name="直接连接符 265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0" name="直接连接符 269"/>
          <p:cNvCxnSpPr>
            <a:stCxn id="261" idx="2"/>
          </p:cNvCxnSpPr>
          <p:nvPr/>
        </p:nvCxnSpPr>
        <p:spPr>
          <a:xfrm flipV="1">
            <a:off x="7130347" y="3185781"/>
            <a:ext cx="0" cy="2064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flipV="1">
            <a:off x="7133454" y="4208192"/>
            <a:ext cx="0" cy="2289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 flipV="1">
            <a:off x="7453712" y="1986019"/>
            <a:ext cx="1222744" cy="722901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68" name="组合 7167"/>
          <p:cNvGrpSpPr/>
          <p:nvPr/>
        </p:nvGrpSpPr>
        <p:grpSpPr>
          <a:xfrm>
            <a:off x="7987544" y="1160748"/>
            <a:ext cx="182083" cy="1705837"/>
            <a:chOff x="7987544" y="1160748"/>
            <a:chExt cx="182083" cy="1705837"/>
          </a:xfrm>
        </p:grpSpPr>
        <p:cxnSp>
          <p:nvCxnSpPr>
            <p:cNvPr id="274" name="直接连接符 273"/>
            <p:cNvCxnSpPr/>
            <p:nvPr/>
          </p:nvCxnSpPr>
          <p:spPr>
            <a:xfrm>
              <a:off x="8059552" y="1160748"/>
              <a:ext cx="0" cy="17058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5" name="组合 274"/>
            <p:cNvGrpSpPr/>
            <p:nvPr/>
          </p:nvGrpSpPr>
          <p:grpSpPr>
            <a:xfrm rot="5400000">
              <a:off x="7999771" y="1676963"/>
              <a:ext cx="136858" cy="161312"/>
              <a:chOff x="5011206" y="3753036"/>
              <a:chExt cx="136858" cy="161312"/>
            </a:xfrm>
          </p:grpSpPr>
          <p:cxnSp>
            <p:nvCxnSpPr>
              <p:cNvPr id="279" name="直接连接符 278"/>
              <p:cNvCxnSpPr/>
              <p:nvPr/>
            </p:nvCxnSpPr>
            <p:spPr>
              <a:xfrm>
                <a:off x="5011206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" name="组合 275"/>
            <p:cNvGrpSpPr/>
            <p:nvPr/>
          </p:nvGrpSpPr>
          <p:grpSpPr>
            <a:xfrm rot="5400000">
              <a:off x="8016963" y="2448244"/>
              <a:ext cx="144015" cy="161312"/>
              <a:chOff x="5004049" y="3753036"/>
              <a:chExt cx="144015" cy="161312"/>
            </a:xfrm>
          </p:grpSpPr>
          <p:cxnSp>
            <p:nvCxnSpPr>
              <p:cNvPr id="277" name="直接连接符 276"/>
              <p:cNvCxnSpPr/>
              <p:nvPr/>
            </p:nvCxnSpPr>
            <p:spPr>
              <a:xfrm>
                <a:off x="5004049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70" name="矩形 7169"/>
          <p:cNvSpPr/>
          <p:nvPr/>
        </p:nvSpPr>
        <p:spPr>
          <a:xfrm flipV="1">
            <a:off x="7770102" y="2387716"/>
            <a:ext cx="578900" cy="3212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1" name="组合 280"/>
          <p:cNvGrpSpPr/>
          <p:nvPr/>
        </p:nvGrpSpPr>
        <p:grpSpPr>
          <a:xfrm>
            <a:off x="7731529" y="1983394"/>
            <a:ext cx="690638" cy="400672"/>
            <a:chOff x="5220072" y="1990086"/>
            <a:chExt cx="690638" cy="400672"/>
          </a:xfrm>
        </p:grpSpPr>
        <p:grpSp>
          <p:nvGrpSpPr>
            <p:cNvPr id="282" name="组合 281"/>
            <p:cNvGrpSpPr/>
            <p:nvPr/>
          </p:nvGrpSpPr>
          <p:grpSpPr>
            <a:xfrm>
              <a:off x="5259886" y="1990086"/>
              <a:ext cx="575244" cy="400672"/>
              <a:chOff x="5259886" y="1994590"/>
              <a:chExt cx="575244" cy="1850364"/>
            </a:xfrm>
          </p:grpSpPr>
          <p:cxnSp>
            <p:nvCxnSpPr>
              <p:cNvPr id="287" name="直接连接符 286"/>
              <p:cNvCxnSpPr/>
              <p:nvPr/>
            </p:nvCxnSpPr>
            <p:spPr>
              <a:xfrm flipV="1">
                <a:off x="5259886" y="2006435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/>
              <p:cNvCxnSpPr/>
              <p:nvPr/>
            </p:nvCxnSpPr>
            <p:spPr>
              <a:xfrm flipV="1">
                <a:off x="5835130" y="1994590"/>
                <a:ext cx="0" cy="18327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3" name="直接连接符 282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9" name="矩形 288"/>
          <p:cNvSpPr/>
          <p:nvPr/>
        </p:nvSpPr>
        <p:spPr>
          <a:xfrm flipV="1">
            <a:off x="7453712" y="1260859"/>
            <a:ext cx="1222744" cy="722901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87" name="组合 7186"/>
          <p:cNvGrpSpPr/>
          <p:nvPr/>
        </p:nvGrpSpPr>
        <p:grpSpPr>
          <a:xfrm>
            <a:off x="7560873" y="1258156"/>
            <a:ext cx="1043575" cy="1450764"/>
            <a:chOff x="7560873" y="1258156"/>
            <a:chExt cx="1043575" cy="1450764"/>
          </a:xfrm>
        </p:grpSpPr>
        <p:sp>
          <p:nvSpPr>
            <p:cNvPr id="7175" name="矩形 7174"/>
            <p:cNvSpPr/>
            <p:nvPr/>
          </p:nvSpPr>
          <p:spPr>
            <a:xfrm>
              <a:off x="7638800" y="1258156"/>
              <a:ext cx="841503" cy="1450764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7184" name="组合 7183"/>
            <p:cNvGrpSpPr/>
            <p:nvPr/>
          </p:nvGrpSpPr>
          <p:grpSpPr>
            <a:xfrm>
              <a:off x="7560873" y="1350928"/>
              <a:ext cx="179479" cy="1253996"/>
              <a:chOff x="7560873" y="1305208"/>
              <a:chExt cx="179479" cy="1253996"/>
            </a:xfrm>
          </p:grpSpPr>
          <p:cxnSp>
            <p:nvCxnSpPr>
              <p:cNvPr id="290" name="直接连接符 289"/>
              <p:cNvCxnSpPr/>
              <p:nvPr/>
            </p:nvCxnSpPr>
            <p:spPr>
              <a:xfrm flipH="1">
                <a:off x="7560873" y="1661485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 flipH="1">
                <a:off x="7560873" y="1842122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 flipH="1">
                <a:off x="7587513" y="2026573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 flipH="1">
                <a:off x="7587513" y="220213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 flipH="1">
                <a:off x="7560873" y="147744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 flipH="1">
                <a:off x="7587513" y="238444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 flipH="1">
                <a:off x="7596336" y="2558763"/>
                <a:ext cx="144016" cy="441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 flipH="1">
                <a:off x="7560873" y="130520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组合 298"/>
            <p:cNvGrpSpPr/>
            <p:nvPr/>
          </p:nvGrpSpPr>
          <p:grpSpPr>
            <a:xfrm>
              <a:off x="8424969" y="1350928"/>
              <a:ext cx="179479" cy="1253996"/>
              <a:chOff x="7560873" y="1305208"/>
              <a:chExt cx="179479" cy="1253996"/>
            </a:xfrm>
          </p:grpSpPr>
          <p:cxnSp>
            <p:nvCxnSpPr>
              <p:cNvPr id="300" name="直接连接符 299"/>
              <p:cNvCxnSpPr/>
              <p:nvPr/>
            </p:nvCxnSpPr>
            <p:spPr>
              <a:xfrm flipH="1">
                <a:off x="7560873" y="1661485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/>
              <p:cNvCxnSpPr/>
              <p:nvPr/>
            </p:nvCxnSpPr>
            <p:spPr>
              <a:xfrm flipH="1">
                <a:off x="7560873" y="1842122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/>
              <p:cNvCxnSpPr/>
              <p:nvPr/>
            </p:nvCxnSpPr>
            <p:spPr>
              <a:xfrm flipH="1">
                <a:off x="7587513" y="2026573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/>
              <p:nvPr/>
            </p:nvCxnSpPr>
            <p:spPr>
              <a:xfrm flipH="1">
                <a:off x="7587513" y="220213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/>
              <p:cNvCxnSpPr/>
              <p:nvPr/>
            </p:nvCxnSpPr>
            <p:spPr>
              <a:xfrm flipH="1">
                <a:off x="7560873" y="147744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/>
              <p:cNvCxnSpPr/>
              <p:nvPr/>
            </p:nvCxnSpPr>
            <p:spPr>
              <a:xfrm flipH="1">
                <a:off x="7587513" y="238444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 flipH="1">
                <a:off x="7596336" y="2558763"/>
                <a:ext cx="144016" cy="441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/>
              <p:cNvCxnSpPr/>
              <p:nvPr/>
            </p:nvCxnSpPr>
            <p:spPr>
              <a:xfrm flipH="1">
                <a:off x="7560873" y="130520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直接连接符 8"/>
          <p:cNvCxnSpPr/>
          <p:nvPr/>
        </p:nvCxnSpPr>
        <p:spPr>
          <a:xfrm>
            <a:off x="7770102" y="2708920"/>
            <a:ext cx="578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矩形 307"/>
          <p:cNvSpPr/>
          <p:nvPr/>
        </p:nvSpPr>
        <p:spPr>
          <a:xfrm>
            <a:off x="338186" y="4937102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画出上部半圆筒，并从上向下开孔；</a:t>
            </a:r>
          </a:p>
        </p:txBody>
      </p:sp>
      <p:grpSp>
        <p:nvGrpSpPr>
          <p:cNvPr id="156" name="组合 155"/>
          <p:cNvGrpSpPr/>
          <p:nvPr/>
        </p:nvGrpSpPr>
        <p:grpSpPr>
          <a:xfrm>
            <a:off x="7453712" y="1260859"/>
            <a:ext cx="1222744" cy="1453141"/>
            <a:chOff x="7453712" y="1260859"/>
            <a:chExt cx="1222744" cy="1453141"/>
          </a:xfrm>
        </p:grpSpPr>
        <p:sp>
          <p:nvSpPr>
            <p:cNvPr id="158" name="矩形 157"/>
            <p:cNvSpPr/>
            <p:nvPr/>
          </p:nvSpPr>
          <p:spPr>
            <a:xfrm flipV="1">
              <a:off x="7453712" y="1986019"/>
              <a:ext cx="1222744" cy="722901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/>
            <p:cNvSpPr/>
            <p:nvPr/>
          </p:nvSpPr>
          <p:spPr>
            <a:xfrm flipV="1">
              <a:off x="7770102" y="2387716"/>
              <a:ext cx="578900" cy="321204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/>
            <p:cNvSpPr/>
            <p:nvPr/>
          </p:nvSpPr>
          <p:spPr>
            <a:xfrm flipV="1">
              <a:off x="7453712" y="1260859"/>
              <a:ext cx="1222744" cy="722901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1" name="直接连接符 160"/>
            <p:cNvCxnSpPr/>
            <p:nvPr/>
          </p:nvCxnSpPr>
          <p:spPr>
            <a:xfrm>
              <a:off x="7785342" y="2708920"/>
              <a:ext cx="546314" cy="508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矩形 161"/>
          <p:cNvSpPr/>
          <p:nvPr/>
        </p:nvSpPr>
        <p:spPr>
          <a:xfrm>
            <a:off x="338188" y="5409220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检查，加深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79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29" y="4042462"/>
            <a:ext cx="2486683" cy="219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Rectangle 103"/>
          <p:cNvSpPr>
            <a:spLocks noChangeArrowheads="1"/>
          </p:cNvSpPr>
          <p:nvPr/>
        </p:nvSpPr>
        <p:spPr bwMode="auto">
          <a:xfrm>
            <a:off x="338188" y="1737643"/>
            <a:ext cx="45395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分为上、下两个部分；</a:t>
            </a:r>
          </a:p>
        </p:txBody>
      </p: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23876" y="1275978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形体分析：</a:t>
            </a:r>
          </a:p>
        </p:txBody>
      </p:sp>
      <p:sp>
        <p:nvSpPr>
          <p:cNvPr id="118" name="矩形 117"/>
          <p:cNvSpPr/>
          <p:nvPr/>
        </p:nvSpPr>
        <p:spPr>
          <a:xfrm>
            <a:off x="338188" y="2132277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上部为半个圆筒；</a:t>
            </a:r>
          </a:p>
        </p:txBody>
      </p:sp>
      <p:sp>
        <p:nvSpPr>
          <p:cNvPr id="165" name="Text Box 3"/>
          <p:cNvSpPr txBox="1">
            <a:spLocks noChangeArrowheads="1"/>
          </p:cNvSpPr>
          <p:nvPr/>
        </p:nvSpPr>
        <p:spPr bwMode="auto">
          <a:xfrm>
            <a:off x="221826" y="620688"/>
            <a:ext cx="846986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20000"/>
              </a:lnSpc>
              <a:spcBef>
                <a:spcPct val="20000"/>
              </a:spcBef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读懂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主视图和俯视图，构想出形体，并做出其左视图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167" name="Rectangle 103"/>
          <p:cNvSpPr>
            <a:spLocks noChangeArrowheads="1"/>
          </p:cNvSpPr>
          <p:nvPr/>
        </p:nvSpPr>
        <p:spPr bwMode="auto">
          <a:xfrm>
            <a:off x="338188" y="2960948"/>
            <a:ext cx="499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* 综合构想整体；</a:t>
            </a:r>
          </a:p>
        </p:txBody>
      </p:sp>
      <p:sp>
        <p:nvSpPr>
          <p:cNvPr id="169" name="矩形 168"/>
          <p:cNvSpPr/>
          <p:nvPr/>
        </p:nvSpPr>
        <p:spPr>
          <a:xfrm>
            <a:off x="338188" y="3933056"/>
            <a:ext cx="4009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画出下板基本形状；</a:t>
            </a:r>
          </a:p>
        </p:txBody>
      </p:sp>
      <p:sp>
        <p:nvSpPr>
          <p:cNvPr id="170" name="矩形 169"/>
          <p:cNvSpPr/>
          <p:nvPr/>
        </p:nvSpPr>
        <p:spPr>
          <a:xfrm>
            <a:off x="338187" y="4438154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画出下板开槽、孔等细节；</a:t>
            </a:r>
          </a:p>
        </p:txBody>
      </p:sp>
      <p:sp>
        <p:nvSpPr>
          <p:cNvPr id="41" name="Text Box 84"/>
          <p:cNvSpPr txBox="1">
            <a:spLocks noChangeArrowheads="1"/>
          </p:cNvSpPr>
          <p:nvPr/>
        </p:nvSpPr>
        <p:spPr bwMode="auto">
          <a:xfrm>
            <a:off x="123876" y="3465004"/>
            <a:ext cx="2285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绘制左视图：</a:t>
            </a:r>
          </a:p>
        </p:txBody>
      </p:sp>
      <p:sp>
        <p:nvSpPr>
          <p:cNvPr id="123" name="矩形 122"/>
          <p:cNvSpPr/>
          <p:nvPr/>
        </p:nvSpPr>
        <p:spPr>
          <a:xfrm>
            <a:off x="338188" y="2553789"/>
            <a:ext cx="46486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sym typeface="Marlett" pitchFamily="2" charset="2"/>
              </a:rPr>
              <a:t>* 下部为平板上开槽、打孔；</a:t>
            </a:r>
          </a:p>
        </p:txBody>
      </p:sp>
      <p:pic>
        <p:nvPicPr>
          <p:cNvPr id="12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584" y="3678044"/>
            <a:ext cx="1125972" cy="146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9" name="组合 118"/>
          <p:cNvGrpSpPr/>
          <p:nvPr/>
        </p:nvGrpSpPr>
        <p:grpSpPr>
          <a:xfrm>
            <a:off x="6624228" y="1286138"/>
            <a:ext cx="170656" cy="1096994"/>
            <a:chOff x="6624228" y="1286138"/>
            <a:chExt cx="170656" cy="1096994"/>
          </a:xfrm>
        </p:grpSpPr>
        <p:cxnSp>
          <p:nvCxnSpPr>
            <p:cNvPr id="122" name="直接连接符 121"/>
            <p:cNvCxnSpPr/>
            <p:nvPr/>
          </p:nvCxnSpPr>
          <p:spPr>
            <a:xfrm flipV="1">
              <a:off x="6709596" y="1286138"/>
              <a:ext cx="0" cy="109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rot="5400000">
              <a:off x="6696236" y="1458323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 rot="5400000">
              <a:off x="6696236" y="1644040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rot="5400000">
              <a:off x="6722876" y="182341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rot="5400000">
              <a:off x="6722876" y="20091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rot="5400000">
              <a:off x="6696236" y="129460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rot="5400000">
              <a:off x="6722876" y="219349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组合 134"/>
          <p:cNvGrpSpPr/>
          <p:nvPr/>
        </p:nvGrpSpPr>
        <p:grpSpPr>
          <a:xfrm>
            <a:off x="4826548" y="2318356"/>
            <a:ext cx="1987860" cy="140151"/>
            <a:chOff x="4826548" y="2318356"/>
            <a:chExt cx="1987860" cy="140151"/>
          </a:xfrm>
        </p:grpSpPr>
        <p:cxnSp>
          <p:nvCxnSpPr>
            <p:cNvPr id="136" name="直接连接符 135"/>
            <p:cNvCxnSpPr/>
            <p:nvPr/>
          </p:nvCxnSpPr>
          <p:spPr>
            <a:xfrm>
              <a:off x="4826548" y="2386948"/>
              <a:ext cx="19878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组合 136"/>
            <p:cNvGrpSpPr/>
            <p:nvPr/>
          </p:nvGrpSpPr>
          <p:grpSpPr>
            <a:xfrm>
              <a:off x="5004048" y="2318356"/>
              <a:ext cx="1620180" cy="140151"/>
              <a:chOff x="5004048" y="2318356"/>
              <a:chExt cx="1620180" cy="140151"/>
            </a:xfrm>
          </p:grpSpPr>
          <p:cxnSp>
            <p:nvCxnSpPr>
              <p:cNvPr id="138" name="直接连接符 137"/>
              <p:cNvCxnSpPr/>
              <p:nvPr/>
            </p:nvCxnSpPr>
            <p:spPr>
              <a:xfrm>
                <a:off x="5004048" y="234706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5184068" y="234788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5379960" y="2318356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5562982" y="2332332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5775822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5996920" y="2339061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6202784" y="234243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6408204" y="2347883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6624228" y="2349274"/>
                <a:ext cx="0" cy="109233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组合 156"/>
          <p:cNvGrpSpPr/>
          <p:nvPr/>
        </p:nvGrpSpPr>
        <p:grpSpPr>
          <a:xfrm>
            <a:off x="4906196" y="4021757"/>
            <a:ext cx="1908212" cy="140151"/>
            <a:chOff x="4906196" y="4021757"/>
            <a:chExt cx="1908212" cy="140151"/>
          </a:xfrm>
        </p:grpSpPr>
        <p:cxnSp>
          <p:nvCxnSpPr>
            <p:cNvPr id="166" name="直接连接符 165"/>
            <p:cNvCxnSpPr/>
            <p:nvPr/>
          </p:nvCxnSpPr>
          <p:spPr>
            <a:xfrm>
              <a:off x="4906196" y="4113076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5106980" y="405046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5287000" y="405128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5482892" y="4021757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5665914" y="403573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585843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053244" y="4042462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243868" y="404583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6423888" y="405128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>
              <a:off x="6655152" y="405267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组合 189"/>
          <p:cNvGrpSpPr/>
          <p:nvPr/>
        </p:nvGrpSpPr>
        <p:grpSpPr>
          <a:xfrm>
            <a:off x="4896036" y="3458318"/>
            <a:ext cx="1908212" cy="140151"/>
            <a:chOff x="4896036" y="3458318"/>
            <a:chExt cx="1908212" cy="140151"/>
          </a:xfrm>
        </p:grpSpPr>
        <p:cxnSp>
          <p:nvCxnSpPr>
            <p:cNvPr id="191" name="直接连接符 190"/>
            <p:cNvCxnSpPr/>
            <p:nvPr/>
          </p:nvCxnSpPr>
          <p:spPr>
            <a:xfrm>
              <a:off x="4896036" y="3537012"/>
              <a:ext cx="19082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5076056" y="348702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5256076" y="348784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5451968" y="3458318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5634990" y="3472294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>
              <a:off x="582751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6022320" y="3479023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6212944" y="348239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6392964" y="3487845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6624228" y="3489236"/>
              <a:ext cx="0" cy="10923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/>
          <p:cNvGrpSpPr/>
          <p:nvPr/>
        </p:nvGrpSpPr>
        <p:grpSpPr>
          <a:xfrm>
            <a:off x="4716016" y="3715956"/>
            <a:ext cx="2520280" cy="198392"/>
            <a:chOff x="4716016" y="3715956"/>
            <a:chExt cx="2520280" cy="198392"/>
          </a:xfrm>
        </p:grpSpPr>
        <p:cxnSp>
          <p:nvCxnSpPr>
            <p:cNvPr id="210" name="直接连接符 209"/>
            <p:cNvCxnSpPr/>
            <p:nvPr/>
          </p:nvCxnSpPr>
          <p:spPr>
            <a:xfrm>
              <a:off x="4716016" y="3827699"/>
              <a:ext cx="25202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组合 211"/>
            <p:cNvGrpSpPr/>
            <p:nvPr/>
          </p:nvGrpSpPr>
          <p:grpSpPr>
            <a:xfrm>
              <a:off x="4986821" y="3753036"/>
              <a:ext cx="161243" cy="161312"/>
              <a:chOff x="4986821" y="3753036"/>
              <a:chExt cx="161243" cy="161312"/>
            </a:xfrm>
          </p:grpSpPr>
          <p:cxnSp>
            <p:nvCxnSpPr>
              <p:cNvPr id="224" name="直接连接符 223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" name="组合 213"/>
            <p:cNvGrpSpPr/>
            <p:nvPr/>
          </p:nvGrpSpPr>
          <p:grpSpPr>
            <a:xfrm>
              <a:off x="5598889" y="3735740"/>
              <a:ext cx="161243" cy="161312"/>
              <a:chOff x="4986821" y="3753036"/>
              <a:chExt cx="161243" cy="161312"/>
            </a:xfrm>
          </p:grpSpPr>
          <p:cxnSp>
            <p:nvCxnSpPr>
              <p:cNvPr id="222" name="直接连接符 221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" name="组合 214"/>
            <p:cNvGrpSpPr/>
            <p:nvPr/>
          </p:nvGrpSpPr>
          <p:grpSpPr>
            <a:xfrm>
              <a:off x="6192180" y="3735740"/>
              <a:ext cx="161243" cy="161312"/>
              <a:chOff x="4986821" y="3753036"/>
              <a:chExt cx="161243" cy="161312"/>
            </a:xfrm>
          </p:grpSpPr>
          <p:cxnSp>
            <p:nvCxnSpPr>
              <p:cNvPr id="219" name="直接连接符 218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组合 215"/>
            <p:cNvGrpSpPr/>
            <p:nvPr/>
          </p:nvGrpSpPr>
          <p:grpSpPr>
            <a:xfrm>
              <a:off x="6876256" y="3715956"/>
              <a:ext cx="161243" cy="161312"/>
              <a:chOff x="4986821" y="3753036"/>
              <a:chExt cx="161243" cy="161312"/>
            </a:xfrm>
          </p:grpSpPr>
          <p:cxnSp>
            <p:nvCxnSpPr>
              <p:cNvPr id="217" name="直接连接符 216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6" name="组合 225"/>
          <p:cNvGrpSpPr/>
          <p:nvPr/>
        </p:nvGrpSpPr>
        <p:grpSpPr>
          <a:xfrm>
            <a:off x="5467470" y="1844824"/>
            <a:ext cx="161312" cy="708965"/>
            <a:chOff x="5467470" y="1844824"/>
            <a:chExt cx="161312" cy="708965"/>
          </a:xfrm>
        </p:grpSpPr>
        <p:cxnSp>
          <p:nvCxnSpPr>
            <p:cNvPr id="227" name="直接连接符 226"/>
            <p:cNvCxnSpPr/>
            <p:nvPr/>
          </p:nvCxnSpPr>
          <p:spPr>
            <a:xfrm>
              <a:off x="5544108" y="1844824"/>
              <a:ext cx="0" cy="7089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组合 227"/>
            <p:cNvGrpSpPr/>
            <p:nvPr/>
          </p:nvGrpSpPr>
          <p:grpSpPr>
            <a:xfrm rot="5400000">
              <a:off x="5467504" y="2137719"/>
              <a:ext cx="161243" cy="161312"/>
              <a:chOff x="4986821" y="3753036"/>
              <a:chExt cx="161243" cy="161312"/>
            </a:xfrm>
          </p:grpSpPr>
          <p:cxnSp>
            <p:nvCxnSpPr>
              <p:cNvPr id="229" name="直接连接符 228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组合 230"/>
          <p:cNvGrpSpPr/>
          <p:nvPr/>
        </p:nvGrpSpPr>
        <p:grpSpPr>
          <a:xfrm>
            <a:off x="5451968" y="3427589"/>
            <a:ext cx="161312" cy="829503"/>
            <a:chOff x="5451968" y="3427589"/>
            <a:chExt cx="161312" cy="829503"/>
          </a:xfrm>
        </p:grpSpPr>
        <p:cxnSp>
          <p:nvCxnSpPr>
            <p:cNvPr id="232" name="直接连接符 231"/>
            <p:cNvCxnSpPr/>
            <p:nvPr/>
          </p:nvCxnSpPr>
          <p:spPr>
            <a:xfrm flipH="1">
              <a:off x="5544108" y="3427589"/>
              <a:ext cx="558" cy="829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5400000">
              <a:off x="5541272" y="3546728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5400000">
              <a:off x="5523976" y="367749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椭圆 234"/>
          <p:cNvSpPr/>
          <p:nvPr/>
        </p:nvSpPr>
        <p:spPr>
          <a:xfrm>
            <a:off x="5256076" y="3541642"/>
            <a:ext cx="571434" cy="5714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6" name="直接连接符 235"/>
          <p:cNvCxnSpPr/>
          <p:nvPr/>
        </p:nvCxnSpPr>
        <p:spPr>
          <a:xfrm>
            <a:off x="4826548" y="1988840"/>
            <a:ext cx="23017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6512063" y="1275978"/>
            <a:ext cx="626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flipH="1">
            <a:off x="5171488" y="4421096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弧形 238"/>
          <p:cNvSpPr/>
          <p:nvPr/>
        </p:nvSpPr>
        <p:spPr>
          <a:xfrm>
            <a:off x="4838323" y="3097618"/>
            <a:ext cx="1420260" cy="1420260"/>
          </a:xfrm>
          <a:prstGeom prst="arc">
            <a:avLst>
              <a:gd name="adj1" fmla="val 7283898"/>
              <a:gd name="adj2" fmla="val 1430545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>
          <a:xfrm>
            <a:off x="5186728" y="1988840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flipH="1">
            <a:off x="5168484" y="3201264"/>
            <a:ext cx="1977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flipV="1">
            <a:off x="7128284" y="1255658"/>
            <a:ext cx="2" cy="14778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>
            <a:off x="4906196" y="2714000"/>
            <a:ext cx="222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flipV="1">
            <a:off x="6522223" y="1260738"/>
            <a:ext cx="0" cy="718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flipV="1">
            <a:off x="4826548" y="1979352"/>
            <a:ext cx="0" cy="4055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flipV="1">
            <a:off x="4896036" y="2384885"/>
            <a:ext cx="0" cy="348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>
            <a:off x="4803264" y="2384884"/>
            <a:ext cx="108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组合 247"/>
          <p:cNvGrpSpPr/>
          <p:nvPr/>
        </p:nvGrpSpPr>
        <p:grpSpPr>
          <a:xfrm>
            <a:off x="5220072" y="1988841"/>
            <a:ext cx="690638" cy="398107"/>
            <a:chOff x="5220072" y="1988841"/>
            <a:chExt cx="690638" cy="398107"/>
          </a:xfrm>
        </p:grpSpPr>
        <p:grpSp>
          <p:nvGrpSpPr>
            <p:cNvPr id="249" name="组合 248"/>
            <p:cNvGrpSpPr/>
            <p:nvPr/>
          </p:nvGrpSpPr>
          <p:grpSpPr>
            <a:xfrm>
              <a:off x="5256076" y="1988841"/>
              <a:ext cx="571434" cy="398107"/>
              <a:chOff x="5256076" y="1988840"/>
              <a:chExt cx="571434" cy="1838519"/>
            </a:xfrm>
          </p:grpSpPr>
          <p:cxnSp>
            <p:nvCxnSpPr>
              <p:cNvPr id="254" name="直接连接符 253"/>
              <p:cNvCxnSpPr>
                <a:stCxn id="235" idx="2"/>
              </p:cNvCxnSpPr>
              <p:nvPr/>
            </p:nvCxnSpPr>
            <p:spPr>
              <a:xfrm flipV="1">
                <a:off x="5256076" y="1988840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>
                <a:stCxn id="235" idx="6"/>
              </p:cNvCxnSpPr>
              <p:nvPr/>
            </p:nvCxnSpPr>
            <p:spPr>
              <a:xfrm flipV="1">
                <a:off x="5827510" y="1994591"/>
                <a:ext cx="0" cy="18327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直接连接符 249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组合 255"/>
          <p:cNvGrpSpPr/>
          <p:nvPr/>
        </p:nvGrpSpPr>
        <p:grpSpPr>
          <a:xfrm>
            <a:off x="6768244" y="2378052"/>
            <a:ext cx="144016" cy="335948"/>
            <a:chOff x="6768244" y="2378052"/>
            <a:chExt cx="144016" cy="335948"/>
          </a:xfrm>
        </p:grpSpPr>
        <p:cxnSp>
          <p:nvCxnSpPr>
            <p:cNvPr id="257" name="直接箭头连接符 256"/>
            <p:cNvCxnSpPr/>
            <p:nvPr/>
          </p:nvCxnSpPr>
          <p:spPr>
            <a:xfrm flipV="1">
              <a:off x="6814408" y="2378052"/>
              <a:ext cx="0" cy="3359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5400000">
              <a:off x="6840252" y="2471956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弧形 259"/>
          <p:cNvSpPr/>
          <p:nvPr/>
        </p:nvSpPr>
        <p:spPr>
          <a:xfrm rot="16200000">
            <a:off x="6522223" y="3204849"/>
            <a:ext cx="1216248" cy="1216248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弧形 260"/>
          <p:cNvSpPr/>
          <p:nvPr/>
        </p:nvSpPr>
        <p:spPr>
          <a:xfrm rot="16200000">
            <a:off x="6709596" y="3392222"/>
            <a:ext cx="841502" cy="841502"/>
          </a:xfrm>
          <a:prstGeom prst="arc">
            <a:avLst>
              <a:gd name="adj1" fmla="val 10791728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2" name="组合 261"/>
          <p:cNvGrpSpPr/>
          <p:nvPr/>
        </p:nvGrpSpPr>
        <p:grpSpPr>
          <a:xfrm>
            <a:off x="7020272" y="3068960"/>
            <a:ext cx="182083" cy="1476164"/>
            <a:chOff x="7020272" y="3068960"/>
            <a:chExt cx="182083" cy="1476164"/>
          </a:xfrm>
        </p:grpSpPr>
        <p:cxnSp>
          <p:nvCxnSpPr>
            <p:cNvPr id="263" name="直接连接符 262"/>
            <p:cNvCxnSpPr/>
            <p:nvPr/>
          </p:nvCxnSpPr>
          <p:spPr>
            <a:xfrm>
              <a:off x="7128284" y="3068960"/>
              <a:ext cx="0" cy="1476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4" name="组合 263"/>
            <p:cNvGrpSpPr/>
            <p:nvPr/>
          </p:nvGrpSpPr>
          <p:grpSpPr>
            <a:xfrm rot="5400000">
              <a:off x="7020306" y="3487811"/>
              <a:ext cx="161243" cy="161312"/>
              <a:chOff x="4986821" y="3753036"/>
              <a:chExt cx="161243" cy="161312"/>
            </a:xfrm>
          </p:grpSpPr>
          <p:cxnSp>
            <p:nvCxnSpPr>
              <p:cNvPr id="268" name="直接连接符 267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5" name="组合 264"/>
            <p:cNvGrpSpPr/>
            <p:nvPr/>
          </p:nvGrpSpPr>
          <p:grpSpPr>
            <a:xfrm rot="5400000">
              <a:off x="7041077" y="3990417"/>
              <a:ext cx="161243" cy="161312"/>
              <a:chOff x="4986821" y="3753036"/>
              <a:chExt cx="161243" cy="161312"/>
            </a:xfrm>
          </p:grpSpPr>
          <p:cxnSp>
            <p:nvCxnSpPr>
              <p:cNvPr id="266" name="直接连接符 265"/>
              <p:cNvCxnSpPr/>
              <p:nvPr/>
            </p:nvCxnSpPr>
            <p:spPr>
              <a:xfrm>
                <a:off x="4986821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0" name="直接连接符 269"/>
          <p:cNvCxnSpPr>
            <a:stCxn id="261" idx="2"/>
          </p:cNvCxnSpPr>
          <p:nvPr/>
        </p:nvCxnSpPr>
        <p:spPr>
          <a:xfrm flipV="1">
            <a:off x="7130347" y="3185781"/>
            <a:ext cx="0" cy="2064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flipV="1">
            <a:off x="7133454" y="4208192"/>
            <a:ext cx="0" cy="2289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68" name="组合 7167"/>
          <p:cNvGrpSpPr/>
          <p:nvPr/>
        </p:nvGrpSpPr>
        <p:grpSpPr>
          <a:xfrm>
            <a:off x="7987544" y="1160748"/>
            <a:ext cx="182083" cy="1705837"/>
            <a:chOff x="7987544" y="1160748"/>
            <a:chExt cx="182083" cy="1705837"/>
          </a:xfrm>
        </p:grpSpPr>
        <p:cxnSp>
          <p:nvCxnSpPr>
            <p:cNvPr id="274" name="直接连接符 273"/>
            <p:cNvCxnSpPr/>
            <p:nvPr/>
          </p:nvCxnSpPr>
          <p:spPr>
            <a:xfrm>
              <a:off x="8059552" y="1160748"/>
              <a:ext cx="0" cy="17058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5" name="组合 274"/>
            <p:cNvGrpSpPr/>
            <p:nvPr/>
          </p:nvGrpSpPr>
          <p:grpSpPr>
            <a:xfrm rot="5400000">
              <a:off x="7999771" y="1676963"/>
              <a:ext cx="136858" cy="161312"/>
              <a:chOff x="5011206" y="3753036"/>
              <a:chExt cx="136858" cy="161312"/>
            </a:xfrm>
          </p:grpSpPr>
          <p:cxnSp>
            <p:nvCxnSpPr>
              <p:cNvPr id="279" name="直接连接符 278"/>
              <p:cNvCxnSpPr/>
              <p:nvPr/>
            </p:nvCxnSpPr>
            <p:spPr>
              <a:xfrm>
                <a:off x="5011206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" name="组合 275"/>
            <p:cNvGrpSpPr/>
            <p:nvPr/>
          </p:nvGrpSpPr>
          <p:grpSpPr>
            <a:xfrm rot="5400000">
              <a:off x="8016963" y="2448244"/>
              <a:ext cx="144015" cy="161312"/>
              <a:chOff x="5004049" y="3753036"/>
              <a:chExt cx="144015" cy="161312"/>
            </a:xfrm>
          </p:grpSpPr>
          <p:cxnSp>
            <p:nvCxnSpPr>
              <p:cNvPr id="277" name="直接连接符 276"/>
              <p:cNvCxnSpPr/>
              <p:nvPr/>
            </p:nvCxnSpPr>
            <p:spPr>
              <a:xfrm>
                <a:off x="5004049" y="3753036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>
                <a:off x="5148064" y="3770332"/>
                <a:ext cx="0" cy="144016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1" name="组合 280"/>
          <p:cNvGrpSpPr/>
          <p:nvPr/>
        </p:nvGrpSpPr>
        <p:grpSpPr>
          <a:xfrm>
            <a:off x="7731529" y="1983394"/>
            <a:ext cx="690638" cy="400672"/>
            <a:chOff x="5220072" y="1990086"/>
            <a:chExt cx="690638" cy="400672"/>
          </a:xfrm>
        </p:grpSpPr>
        <p:grpSp>
          <p:nvGrpSpPr>
            <p:cNvPr id="282" name="组合 281"/>
            <p:cNvGrpSpPr/>
            <p:nvPr/>
          </p:nvGrpSpPr>
          <p:grpSpPr>
            <a:xfrm>
              <a:off x="5259886" y="1990086"/>
              <a:ext cx="575244" cy="400672"/>
              <a:chOff x="5259886" y="1994590"/>
              <a:chExt cx="575244" cy="1850364"/>
            </a:xfrm>
          </p:grpSpPr>
          <p:cxnSp>
            <p:nvCxnSpPr>
              <p:cNvPr id="287" name="直接连接符 286"/>
              <p:cNvCxnSpPr/>
              <p:nvPr/>
            </p:nvCxnSpPr>
            <p:spPr>
              <a:xfrm flipV="1">
                <a:off x="5259886" y="2006435"/>
                <a:ext cx="0" cy="1838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/>
              <p:cNvCxnSpPr/>
              <p:nvPr/>
            </p:nvCxnSpPr>
            <p:spPr>
              <a:xfrm flipV="1">
                <a:off x="5835130" y="1994590"/>
                <a:ext cx="0" cy="18327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3" name="直接连接符 282"/>
            <p:cNvCxnSpPr/>
            <p:nvPr/>
          </p:nvCxnSpPr>
          <p:spPr>
            <a:xfrm rot="5400000">
              <a:off x="5292080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 rot="5400000">
              <a:off x="5292080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 rot="5400000">
              <a:off x="5838702" y="2024844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 rot="5400000">
              <a:off x="5838702" y="2210561"/>
              <a:ext cx="0" cy="1440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87" name="组合 7186"/>
          <p:cNvGrpSpPr/>
          <p:nvPr/>
        </p:nvGrpSpPr>
        <p:grpSpPr>
          <a:xfrm>
            <a:off x="7560873" y="1258156"/>
            <a:ext cx="1043575" cy="1450764"/>
            <a:chOff x="7560873" y="1258156"/>
            <a:chExt cx="1043575" cy="1450764"/>
          </a:xfrm>
        </p:grpSpPr>
        <p:sp>
          <p:nvSpPr>
            <p:cNvPr id="7175" name="矩形 7174"/>
            <p:cNvSpPr/>
            <p:nvPr/>
          </p:nvSpPr>
          <p:spPr>
            <a:xfrm>
              <a:off x="7638800" y="1258156"/>
              <a:ext cx="841503" cy="1450764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7184" name="组合 7183"/>
            <p:cNvGrpSpPr/>
            <p:nvPr/>
          </p:nvGrpSpPr>
          <p:grpSpPr>
            <a:xfrm>
              <a:off x="7560873" y="1350928"/>
              <a:ext cx="179479" cy="1253996"/>
              <a:chOff x="7560873" y="1305208"/>
              <a:chExt cx="179479" cy="1253996"/>
            </a:xfrm>
          </p:grpSpPr>
          <p:cxnSp>
            <p:nvCxnSpPr>
              <p:cNvPr id="290" name="直接连接符 289"/>
              <p:cNvCxnSpPr/>
              <p:nvPr/>
            </p:nvCxnSpPr>
            <p:spPr>
              <a:xfrm flipH="1">
                <a:off x="7560873" y="1661485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 flipH="1">
                <a:off x="7560873" y="1842122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 flipH="1">
                <a:off x="7587513" y="2026573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 flipH="1">
                <a:off x="7587513" y="220213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 flipH="1">
                <a:off x="7560873" y="147744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 flipH="1">
                <a:off x="7587513" y="238444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 flipH="1">
                <a:off x="7596336" y="2558763"/>
                <a:ext cx="144016" cy="441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 flipH="1">
                <a:off x="7560873" y="130520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组合 298"/>
            <p:cNvGrpSpPr/>
            <p:nvPr/>
          </p:nvGrpSpPr>
          <p:grpSpPr>
            <a:xfrm>
              <a:off x="8424969" y="1350928"/>
              <a:ext cx="179479" cy="1253996"/>
              <a:chOff x="7560873" y="1305208"/>
              <a:chExt cx="179479" cy="1253996"/>
            </a:xfrm>
          </p:grpSpPr>
          <p:cxnSp>
            <p:nvCxnSpPr>
              <p:cNvPr id="300" name="直接连接符 299"/>
              <p:cNvCxnSpPr/>
              <p:nvPr/>
            </p:nvCxnSpPr>
            <p:spPr>
              <a:xfrm flipH="1">
                <a:off x="7560873" y="1661485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/>
              <p:cNvCxnSpPr/>
              <p:nvPr/>
            </p:nvCxnSpPr>
            <p:spPr>
              <a:xfrm flipH="1">
                <a:off x="7560873" y="1842122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/>
              <p:cNvCxnSpPr/>
              <p:nvPr/>
            </p:nvCxnSpPr>
            <p:spPr>
              <a:xfrm flipH="1">
                <a:off x="7587513" y="2026573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/>
              <p:nvPr/>
            </p:nvCxnSpPr>
            <p:spPr>
              <a:xfrm flipH="1">
                <a:off x="7587513" y="220213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/>
              <p:cNvCxnSpPr/>
              <p:nvPr/>
            </p:nvCxnSpPr>
            <p:spPr>
              <a:xfrm flipH="1">
                <a:off x="7560873" y="1477446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/>
              <p:cNvCxnSpPr/>
              <p:nvPr/>
            </p:nvCxnSpPr>
            <p:spPr>
              <a:xfrm flipH="1">
                <a:off x="7587513" y="2384440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 flipH="1">
                <a:off x="7596336" y="2558763"/>
                <a:ext cx="144016" cy="441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/>
              <p:cNvCxnSpPr/>
              <p:nvPr/>
            </p:nvCxnSpPr>
            <p:spPr>
              <a:xfrm flipH="1">
                <a:off x="7560873" y="1305208"/>
                <a:ext cx="144016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组合 7"/>
          <p:cNvGrpSpPr/>
          <p:nvPr/>
        </p:nvGrpSpPr>
        <p:grpSpPr>
          <a:xfrm>
            <a:off x="7453712" y="1260859"/>
            <a:ext cx="1222744" cy="1453141"/>
            <a:chOff x="7453712" y="1260859"/>
            <a:chExt cx="1222744" cy="1453141"/>
          </a:xfrm>
        </p:grpSpPr>
        <p:sp>
          <p:nvSpPr>
            <p:cNvPr id="5" name="矩形 4"/>
            <p:cNvSpPr/>
            <p:nvPr/>
          </p:nvSpPr>
          <p:spPr>
            <a:xfrm flipV="1">
              <a:off x="7453712" y="1986019"/>
              <a:ext cx="1222744" cy="722901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70" name="矩形 7169"/>
            <p:cNvSpPr/>
            <p:nvPr/>
          </p:nvSpPr>
          <p:spPr>
            <a:xfrm flipV="1">
              <a:off x="7770102" y="2387716"/>
              <a:ext cx="578900" cy="321204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矩形 288"/>
            <p:cNvSpPr/>
            <p:nvPr/>
          </p:nvSpPr>
          <p:spPr>
            <a:xfrm flipV="1">
              <a:off x="7453712" y="1260859"/>
              <a:ext cx="1222744" cy="722901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785342" y="2708920"/>
              <a:ext cx="546314" cy="508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矩形 307"/>
          <p:cNvSpPr/>
          <p:nvPr/>
        </p:nvSpPr>
        <p:spPr>
          <a:xfrm>
            <a:off x="338186" y="4937102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画出上部半圆筒，并从上向下开孔；</a:t>
            </a:r>
          </a:p>
        </p:txBody>
      </p:sp>
      <p:sp>
        <p:nvSpPr>
          <p:cNvPr id="309" name="矩形 308"/>
          <p:cNvSpPr/>
          <p:nvPr/>
        </p:nvSpPr>
        <p:spPr>
          <a:xfrm>
            <a:off x="338188" y="5409220"/>
            <a:ext cx="4539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检查，加深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434602-5AA4-4CE6-AF47-D5586F532BC3}" type="slidenum">
              <a:rPr lang="zh-CN" altLang="en-US" smtClean="0"/>
              <a:t>80</a:t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JmODlmNzRmZmM0YzE5OTAwYmIxZmJjZWFhMTdhMjI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0066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464</TotalTime>
  <Words>3545</Words>
  <Application>Microsoft Office PowerPoint</Application>
  <PresentationFormat>全屏显示(4:3)</PresentationFormat>
  <Paragraphs>481</Paragraphs>
  <Slides>80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5" baseType="lpstr">
      <vt:lpstr>等线</vt:lpstr>
      <vt:lpstr>黑体</vt:lpstr>
      <vt:lpstr>华文楷体</vt:lpstr>
      <vt:lpstr>华文隶书</vt:lpstr>
      <vt:lpstr>楷体_GB2312</vt:lpstr>
      <vt:lpstr>宋体</vt:lpstr>
      <vt:lpstr>Arial</vt:lpstr>
      <vt:lpstr>Marlett</vt:lpstr>
      <vt:lpstr>Symbol</vt:lpstr>
      <vt:lpstr>Tahoma</vt:lpstr>
      <vt:lpstr>Times New Roman</vt:lpstr>
      <vt:lpstr>Verdana</vt:lpstr>
      <vt:lpstr>Wingdings</vt:lpstr>
      <vt:lpstr>Blends</vt:lpstr>
      <vt:lpstr>Flash Document</vt:lpstr>
      <vt:lpstr>组合体的画法和阅读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Visual Basic程序开发环境</dc:title>
  <dc:creator>ya6</dc:creator>
  <cp:lastModifiedBy>msn</cp:lastModifiedBy>
  <cp:revision>352</cp:revision>
  <dcterms:created xsi:type="dcterms:W3CDTF">2003-03-08T08:18:00Z</dcterms:created>
  <dcterms:modified xsi:type="dcterms:W3CDTF">2022-11-16T07:46:00Z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70B6EFDE32584132BD341B76E5D13563</vt:lpwstr>
  </property>
</Properties>
</file>